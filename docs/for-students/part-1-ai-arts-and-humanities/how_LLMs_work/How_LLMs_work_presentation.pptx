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y fecha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y fecha</a:t>
            </a:r>
          </a:p>
        </p:txBody>
      </p:sp>
      <p:sp>
        <p:nvSpPr>
          <p:cNvPr id="12" name="Título de la presentación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Título de la presentación</a:t>
            </a:r>
          </a:p>
        </p:txBody>
      </p:sp>
      <p:sp>
        <p:nvSpPr>
          <p:cNvPr id="13" name="Nivel de texto 1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la presentación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úmero de diapositiva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f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to en blanco y negro de luces y sombras sobre un edificio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ítulo de la presentación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Título de la presentación</a:t>
            </a:r>
          </a:p>
        </p:txBody>
      </p:sp>
      <p:sp>
        <p:nvSpPr>
          <p:cNvPr id="23" name="Autor y fecha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y fecha</a:t>
            </a:r>
          </a:p>
        </p:txBody>
      </p:sp>
      <p:sp>
        <p:nvSpPr>
          <p:cNvPr id="24" name="Nivel de texto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la presentación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foto alt.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de la diapositiva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Título de la diapositiva</a:t>
            </a:r>
          </a:p>
        </p:txBody>
      </p:sp>
      <p:sp>
        <p:nvSpPr>
          <p:cNvPr id="33" name="Nivel de texto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Subtítulo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Foto en blanco y negro de sombras proyectadas sobre una estructura de hormigón"/>
          <p:cNvSpPr/>
          <p:nvPr>
            <p:ph type="pic" idx="21"/>
          </p:nvPr>
        </p:nvSpPr>
        <p:spPr>
          <a:xfrm>
            <a:off x="9270652" y="1263650"/>
            <a:ext cx="16757661" cy="1118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Número de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ítulo de la diapositiv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43" name="Subtítulo de la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44" name="Nivel de texto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ñe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ivel de texto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de la diapositiva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61" name="Subtítulo de la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62" name="Nivel de texto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Primer plano en blanco y negro de la arquitectura sofisticada de un edificio"/>
          <p:cNvSpPr/>
          <p:nvPr>
            <p:ph type="pic" idx="22"/>
          </p:nvPr>
        </p:nvSpPr>
        <p:spPr>
          <a:xfrm>
            <a:off x="12192000" y="-1341967"/>
            <a:ext cx="10922000" cy="16399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íde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ítulo de la diapositiva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72" name="Subtítulo de la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73" name="Nivel de texto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viñetas y víde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ítulo de la diapositiva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82" name="Subtítulo de la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83" name="Nivel de texto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ció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ítulo de sección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Título de sección</a:t>
            </a:r>
          </a:p>
        </p:txBody>
      </p:sp>
      <p:sp>
        <p:nvSpPr>
          <p:cNvPr id="92" name="Número de diapositiva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ítulo de la diapositiva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Título de la diapositiva</a:t>
            </a:r>
          </a:p>
        </p:txBody>
      </p:sp>
      <p:sp>
        <p:nvSpPr>
          <p:cNvPr id="100" name="Subtítulo de la diapositiv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la diapositiva</a:t>
            </a:r>
          </a:p>
        </p:txBody>
      </p:sp>
      <p:sp>
        <p:nvSpPr>
          <p:cNvPr id="10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ítulo de agenda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Título de agenda</a:t>
            </a:r>
          </a:p>
        </p:txBody>
      </p:sp>
      <p:sp>
        <p:nvSpPr>
          <p:cNvPr id="109" name="Subtítulo de agenda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Subtítulo de agenda</a:t>
            </a:r>
          </a:p>
        </p:txBody>
      </p:sp>
      <p:sp>
        <p:nvSpPr>
          <p:cNvPr id="110" name="Nivel de texto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Temas relacionados con la agenda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ció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ivel de texto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Declaración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to importan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nformación fáctica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Información fáctica</a:t>
            </a:r>
          </a:p>
        </p:txBody>
      </p:sp>
      <p:sp>
        <p:nvSpPr>
          <p:cNvPr id="127" name="Nivel de texto 1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ribució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Atribución</a:t>
            </a:r>
          </a:p>
        </p:txBody>
      </p:sp>
      <p:sp>
        <p:nvSpPr>
          <p:cNvPr id="136" name="Nivel de texto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“Cita destacable”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oto en blanco y negro desde un ángulo bajo de un edificio de apartamentos futurista bajo un cielo nublado"/>
          <p:cNvSpPr/>
          <p:nvPr>
            <p:ph type="pic" idx="21"/>
          </p:nvPr>
        </p:nvSpPr>
        <p:spPr>
          <a:xfrm>
            <a:off x="-120802" y="1270000"/>
            <a:ext cx="16840201" cy="1122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Foto en blanco y negro del exterior de un moderno edificio de oficinas "/>
          <p:cNvSpPr/>
          <p:nvPr>
            <p:ph type="pic" sz="quarter" idx="22"/>
          </p:nvPr>
        </p:nvSpPr>
        <p:spPr>
          <a:xfrm>
            <a:off x="15443200" y="1270000"/>
            <a:ext cx="81026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Foto en blanco y negro de una arquitectura moderna en forma de celosía en un edificio"/>
          <p:cNvSpPr/>
          <p:nvPr>
            <p:ph type="pic" sz="half" idx="23"/>
          </p:nvPr>
        </p:nvSpPr>
        <p:spPr>
          <a:xfrm>
            <a:off x="15811500" y="4876800"/>
            <a:ext cx="7366000" cy="982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oto en blanco y negro desde un ángulo bajo de un edificio moderno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n blanc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de la diapositiva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Título de la diapositiva</a:t>
            </a:r>
          </a:p>
        </p:txBody>
      </p:sp>
      <p:sp>
        <p:nvSpPr>
          <p:cNvPr id="3" name="Nivel de texto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Texto de viñeta de la diapositiva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www.theprotec.com/blog/2025/the-carbon-footprint-of-model-training/" TargetMode="Externa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youtu.be/wjZofJX0v4M?si=A-NmOihiJ5fh6-Pc" TargetMode="External"/><Relationship Id="rId3" Type="http://schemas.openxmlformats.org/officeDocument/2006/relationships/hyperlink" Target="https://poloclub.github.io/transformer-explainer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ndrea López Incera, Mirte van der Eyden…"/>
          <p:cNvSpPr txBox="1"/>
          <p:nvPr>
            <p:ph type="body" idx="21"/>
          </p:nvPr>
        </p:nvSpPr>
        <p:spPr>
          <a:xfrm>
            <a:off x="1206498" y="11413059"/>
            <a:ext cx="21971003" cy="10629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627379">
              <a:defRPr i="1" sz="3192"/>
            </a:pPr>
            <a:r>
              <a:t>Andrea López Incera, Mirte van der Eyden</a:t>
            </a:r>
          </a:p>
          <a:p>
            <a:pPr defTabSz="627379">
              <a:defRPr i="1" sz="3192"/>
            </a:pPr>
            <a:r>
              <a:t>Universität Innsbruck</a:t>
            </a:r>
          </a:p>
        </p:txBody>
      </p:sp>
      <p:sp>
        <p:nvSpPr>
          <p:cNvPr id="172" name="How LLMs work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LLMs work</a:t>
            </a:r>
          </a:p>
        </p:txBody>
      </p:sp>
      <p:sp>
        <p:nvSpPr>
          <p:cNvPr id="173" name="Teaching in AI (TAI)…"/>
          <p:cNvSpPr txBox="1"/>
          <p:nvPr/>
        </p:nvSpPr>
        <p:spPr>
          <a:xfrm>
            <a:off x="11973515" y="11295485"/>
            <a:ext cx="11447087" cy="129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 algn="r" defTabSz="511809">
              <a:lnSpc>
                <a:spcPct val="100000"/>
              </a:lnSpc>
              <a:spcBef>
                <a:spcPts val="0"/>
              </a:spcBef>
              <a:defRPr b="1" i="1" sz="2604"/>
            </a:pPr>
            <a:r>
              <a:t>Teaching in AI (TAI)</a:t>
            </a:r>
          </a:p>
          <a:p>
            <a:pPr algn="r" defTabSz="511809">
              <a:lnSpc>
                <a:spcPct val="100000"/>
              </a:lnSpc>
              <a:spcBef>
                <a:spcPts val="0"/>
              </a:spcBef>
              <a:defRPr b="1" i="1" sz="2604"/>
            </a:pPr>
            <a:r>
              <a:t>Erasmus+  Project</a:t>
            </a:r>
          </a:p>
          <a:p>
            <a:pPr algn="r" defTabSz="511809">
              <a:lnSpc>
                <a:spcPct val="100000"/>
              </a:lnSpc>
              <a:spcBef>
                <a:spcPts val="0"/>
              </a:spcBef>
              <a:defRPr b="1" i="1" sz="2604"/>
            </a:pPr>
            <a:r>
              <a:t>Funded by the European Union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al of the LLM"/>
          <p:cNvSpPr txBox="1"/>
          <p:nvPr>
            <p:ph type="body" sz="half" idx="1"/>
          </p:nvPr>
        </p:nvSpPr>
        <p:spPr>
          <a:xfrm>
            <a:off x="1206500" y="221843"/>
            <a:ext cx="21971000" cy="3874314"/>
          </a:xfrm>
          <a:prstGeom prst="rect">
            <a:avLst/>
          </a:prstGeom>
        </p:spPr>
        <p:txBody>
          <a:bodyPr/>
          <a:lstStyle/>
          <a:p>
            <a:pPr/>
            <a:r>
              <a:t>Goal of the LLM</a:t>
            </a:r>
          </a:p>
        </p:txBody>
      </p:sp>
      <p:sp>
        <p:nvSpPr>
          <p:cNvPr id="176" name="I crossed the street through the zebra"/>
          <p:cNvSpPr txBox="1"/>
          <p:nvPr/>
        </p:nvSpPr>
        <p:spPr>
          <a:xfrm>
            <a:off x="3582228" y="7880350"/>
            <a:ext cx="1357264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I crossed the street through the </a:t>
            </a:r>
            <a:r>
              <a:rPr>
                <a:solidFill>
                  <a:srgbClr val="E2C04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zebra</a:t>
            </a:r>
          </a:p>
        </p:txBody>
      </p:sp>
      <p:sp>
        <p:nvSpPr>
          <p:cNvPr id="177" name="Predict the next word in an incomplete sentence"/>
          <p:cNvSpPr txBox="1"/>
          <p:nvPr/>
        </p:nvSpPr>
        <p:spPr>
          <a:xfrm>
            <a:off x="5009464" y="3527145"/>
            <a:ext cx="14365072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Predict the next word in an incomplete sentence</a:t>
            </a:r>
          </a:p>
        </p:txBody>
      </p:sp>
      <p:sp>
        <p:nvSpPr>
          <p:cNvPr id="178" name="Rectángulo redondeado"/>
          <p:cNvSpPr/>
          <p:nvPr/>
        </p:nvSpPr>
        <p:spPr>
          <a:xfrm>
            <a:off x="17504832" y="7848600"/>
            <a:ext cx="3423941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9" name="?"/>
          <p:cNvSpPr txBox="1"/>
          <p:nvPr/>
        </p:nvSpPr>
        <p:spPr>
          <a:xfrm>
            <a:off x="19015786" y="8013699"/>
            <a:ext cx="402032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al of the LLM"/>
          <p:cNvSpPr txBox="1"/>
          <p:nvPr>
            <p:ph type="body" sz="half" idx="1"/>
          </p:nvPr>
        </p:nvSpPr>
        <p:spPr>
          <a:xfrm>
            <a:off x="1206500" y="221843"/>
            <a:ext cx="21971000" cy="3874314"/>
          </a:xfrm>
          <a:prstGeom prst="rect">
            <a:avLst/>
          </a:prstGeom>
        </p:spPr>
        <p:txBody>
          <a:bodyPr/>
          <a:lstStyle/>
          <a:p>
            <a:pPr/>
            <a:r>
              <a:t>Goal of the LLM</a:t>
            </a:r>
          </a:p>
        </p:txBody>
      </p:sp>
      <p:sp>
        <p:nvSpPr>
          <p:cNvPr id="182" name="I crossed the street through the zebra"/>
          <p:cNvSpPr txBox="1"/>
          <p:nvPr/>
        </p:nvSpPr>
        <p:spPr>
          <a:xfrm>
            <a:off x="3582228" y="7880350"/>
            <a:ext cx="1357264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I crossed the street through the </a:t>
            </a:r>
            <a:r>
              <a:rPr>
                <a:solidFill>
                  <a:srgbClr val="E2C04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zebra</a:t>
            </a:r>
          </a:p>
        </p:txBody>
      </p:sp>
      <p:sp>
        <p:nvSpPr>
          <p:cNvPr id="183" name="Predict the next word in an incomplete sentence"/>
          <p:cNvSpPr txBox="1"/>
          <p:nvPr/>
        </p:nvSpPr>
        <p:spPr>
          <a:xfrm>
            <a:off x="5009464" y="3527145"/>
            <a:ext cx="14365072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Predict the next word in an incomplete sentence</a:t>
            </a:r>
          </a:p>
        </p:txBody>
      </p:sp>
      <p:sp>
        <p:nvSpPr>
          <p:cNvPr id="184" name="Rectángulo redondeado"/>
          <p:cNvSpPr/>
          <p:nvPr/>
        </p:nvSpPr>
        <p:spPr>
          <a:xfrm>
            <a:off x="17504832" y="7848600"/>
            <a:ext cx="3423941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5" name="Context"/>
          <p:cNvSpPr txBox="1"/>
          <p:nvPr/>
        </p:nvSpPr>
        <p:spPr>
          <a:xfrm>
            <a:off x="7807165" y="10269835"/>
            <a:ext cx="221254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186" name="Focus word"/>
          <p:cNvSpPr txBox="1"/>
          <p:nvPr/>
        </p:nvSpPr>
        <p:spPr>
          <a:xfrm>
            <a:off x="14469578" y="11234863"/>
            <a:ext cx="3148890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Focus word</a:t>
            </a:r>
          </a:p>
        </p:txBody>
      </p:sp>
      <p:sp>
        <p:nvSpPr>
          <p:cNvPr id="187" name="Línea"/>
          <p:cNvSpPr/>
          <p:nvPr/>
        </p:nvSpPr>
        <p:spPr>
          <a:xfrm>
            <a:off x="3669590" y="10070304"/>
            <a:ext cx="1107586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8" name="Línea"/>
          <p:cNvSpPr/>
          <p:nvPr/>
        </p:nvSpPr>
        <p:spPr>
          <a:xfrm flipV="1">
            <a:off x="15954456" y="9231187"/>
            <a:ext cx="1" cy="1859339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9" name="crossing"/>
          <p:cNvSpPr txBox="1"/>
          <p:nvPr/>
        </p:nvSpPr>
        <p:spPr>
          <a:xfrm>
            <a:off x="18050789" y="7988299"/>
            <a:ext cx="233202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190" name="Predicted word"/>
          <p:cNvSpPr txBox="1"/>
          <p:nvPr/>
        </p:nvSpPr>
        <p:spPr>
          <a:xfrm>
            <a:off x="17151325" y="6578599"/>
            <a:ext cx="413095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Predicted word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193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194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5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196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197" name="Rectángulo redondeado"/>
          <p:cNvSpPr/>
          <p:nvPr/>
        </p:nvSpPr>
        <p:spPr>
          <a:xfrm>
            <a:off x="12831785" y="7735234"/>
            <a:ext cx="3423941" cy="939801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crossing"/>
          <p:cNvSpPr txBox="1"/>
          <p:nvPr/>
        </p:nvSpPr>
        <p:spPr>
          <a:xfrm>
            <a:off x="130208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01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02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04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05" name="Rectángulo redondeado"/>
          <p:cNvSpPr/>
          <p:nvPr/>
        </p:nvSpPr>
        <p:spPr>
          <a:xfrm>
            <a:off x="15926364" y="7697134"/>
            <a:ext cx="474738" cy="939801"/>
          </a:xfrm>
          <a:prstGeom prst="roundRect">
            <a:avLst>
              <a:gd name="adj" fmla="val 4012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6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07" name=","/>
          <p:cNvSpPr txBox="1"/>
          <p:nvPr/>
        </p:nvSpPr>
        <p:spPr>
          <a:xfrm>
            <a:off x="160218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,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10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11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2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13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14" name="Rectángulo redondeado"/>
          <p:cNvSpPr/>
          <p:nvPr/>
        </p:nvSpPr>
        <p:spPr>
          <a:xfrm>
            <a:off x="16168599" y="7697134"/>
            <a:ext cx="1664541" cy="939801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16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17" name="and"/>
          <p:cNvSpPr txBox="1"/>
          <p:nvPr/>
        </p:nvSpPr>
        <p:spPr>
          <a:xfrm>
            <a:off x="162360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20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21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2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23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24" name="Rectángulo redondeado"/>
          <p:cNvSpPr/>
          <p:nvPr/>
        </p:nvSpPr>
        <p:spPr>
          <a:xfrm>
            <a:off x="17823118" y="7684434"/>
            <a:ext cx="778050" cy="939801"/>
          </a:xfrm>
          <a:prstGeom prst="roundRect">
            <a:avLst>
              <a:gd name="adj" fmla="val 2448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5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26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27" name="and"/>
          <p:cNvSpPr txBox="1"/>
          <p:nvPr/>
        </p:nvSpPr>
        <p:spPr>
          <a:xfrm>
            <a:off x="161471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  <p:sp>
        <p:nvSpPr>
          <p:cNvPr id="228" name="I"/>
          <p:cNvSpPr txBox="1"/>
          <p:nvPr/>
        </p:nvSpPr>
        <p:spPr>
          <a:xfrm>
            <a:off x="18044248" y="7563784"/>
            <a:ext cx="30449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31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32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3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34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35" name="Rectángulo redondeado"/>
          <p:cNvSpPr/>
          <p:nvPr/>
        </p:nvSpPr>
        <p:spPr>
          <a:xfrm>
            <a:off x="18385482" y="7684434"/>
            <a:ext cx="2778371" cy="939801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37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38" name="and"/>
          <p:cNvSpPr txBox="1"/>
          <p:nvPr/>
        </p:nvSpPr>
        <p:spPr>
          <a:xfrm>
            <a:off x="161471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  <p:sp>
        <p:nvSpPr>
          <p:cNvPr id="239" name="I"/>
          <p:cNvSpPr txBox="1"/>
          <p:nvPr/>
        </p:nvSpPr>
        <p:spPr>
          <a:xfrm>
            <a:off x="17790248" y="7563784"/>
            <a:ext cx="30449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40" name="started"/>
          <p:cNvSpPr txBox="1"/>
          <p:nvPr/>
        </p:nvSpPr>
        <p:spPr>
          <a:xfrm>
            <a:off x="18489376" y="7551084"/>
            <a:ext cx="257058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started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43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44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5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46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47" name="Rectángulo redondeado"/>
          <p:cNvSpPr/>
          <p:nvPr/>
        </p:nvSpPr>
        <p:spPr>
          <a:xfrm>
            <a:off x="3866717" y="8940937"/>
            <a:ext cx="1107300" cy="939801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8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49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50" name="and"/>
          <p:cNvSpPr txBox="1"/>
          <p:nvPr/>
        </p:nvSpPr>
        <p:spPr>
          <a:xfrm>
            <a:off x="161471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  <p:sp>
        <p:nvSpPr>
          <p:cNvPr id="251" name="I"/>
          <p:cNvSpPr txBox="1"/>
          <p:nvPr/>
        </p:nvSpPr>
        <p:spPr>
          <a:xfrm>
            <a:off x="17790248" y="7563784"/>
            <a:ext cx="30449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52" name="started"/>
          <p:cNvSpPr txBox="1"/>
          <p:nvPr/>
        </p:nvSpPr>
        <p:spPr>
          <a:xfrm>
            <a:off x="18171876" y="7551084"/>
            <a:ext cx="257058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started</a:t>
            </a:r>
          </a:p>
        </p:txBody>
      </p:sp>
      <p:sp>
        <p:nvSpPr>
          <p:cNvPr id="253" name="to"/>
          <p:cNvSpPr txBox="1"/>
          <p:nvPr/>
        </p:nvSpPr>
        <p:spPr>
          <a:xfrm>
            <a:off x="3993799" y="8807587"/>
            <a:ext cx="853136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56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57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8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59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60" name="Rectángulo redondeado"/>
          <p:cNvSpPr/>
          <p:nvPr/>
        </p:nvSpPr>
        <p:spPr>
          <a:xfrm>
            <a:off x="4971617" y="8940937"/>
            <a:ext cx="1589761" cy="939801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1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62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63" name="and"/>
          <p:cNvSpPr txBox="1"/>
          <p:nvPr/>
        </p:nvSpPr>
        <p:spPr>
          <a:xfrm>
            <a:off x="161471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  <p:sp>
        <p:nvSpPr>
          <p:cNvPr id="264" name="I"/>
          <p:cNvSpPr txBox="1"/>
          <p:nvPr/>
        </p:nvSpPr>
        <p:spPr>
          <a:xfrm>
            <a:off x="17790248" y="7563784"/>
            <a:ext cx="30449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65" name="started"/>
          <p:cNvSpPr txBox="1"/>
          <p:nvPr/>
        </p:nvSpPr>
        <p:spPr>
          <a:xfrm>
            <a:off x="18171876" y="7551084"/>
            <a:ext cx="257058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started</a:t>
            </a:r>
          </a:p>
        </p:txBody>
      </p:sp>
      <p:sp>
        <p:nvSpPr>
          <p:cNvPr id="266" name="to"/>
          <p:cNvSpPr txBox="1"/>
          <p:nvPr/>
        </p:nvSpPr>
        <p:spPr>
          <a:xfrm>
            <a:off x="3993799" y="8807587"/>
            <a:ext cx="853136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to</a:t>
            </a:r>
          </a:p>
        </p:txBody>
      </p:sp>
      <p:sp>
        <p:nvSpPr>
          <p:cNvPr id="267" name="feel"/>
          <p:cNvSpPr txBox="1"/>
          <p:nvPr/>
        </p:nvSpPr>
        <p:spPr>
          <a:xfrm>
            <a:off x="5050979" y="8807587"/>
            <a:ext cx="143103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feel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70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71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2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73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74" name="Rectángulo redondeado"/>
          <p:cNvSpPr/>
          <p:nvPr/>
        </p:nvSpPr>
        <p:spPr>
          <a:xfrm>
            <a:off x="6521017" y="8940937"/>
            <a:ext cx="2421317" cy="939801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5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76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77" name="and"/>
          <p:cNvSpPr txBox="1"/>
          <p:nvPr/>
        </p:nvSpPr>
        <p:spPr>
          <a:xfrm>
            <a:off x="161471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  <p:sp>
        <p:nvSpPr>
          <p:cNvPr id="278" name="I"/>
          <p:cNvSpPr txBox="1"/>
          <p:nvPr/>
        </p:nvSpPr>
        <p:spPr>
          <a:xfrm>
            <a:off x="17790248" y="7563784"/>
            <a:ext cx="30449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79" name="started"/>
          <p:cNvSpPr txBox="1"/>
          <p:nvPr/>
        </p:nvSpPr>
        <p:spPr>
          <a:xfrm>
            <a:off x="18171876" y="7551084"/>
            <a:ext cx="257058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started</a:t>
            </a:r>
          </a:p>
        </p:txBody>
      </p:sp>
      <p:sp>
        <p:nvSpPr>
          <p:cNvPr id="280" name="to"/>
          <p:cNvSpPr txBox="1"/>
          <p:nvPr/>
        </p:nvSpPr>
        <p:spPr>
          <a:xfrm>
            <a:off x="3993799" y="8807587"/>
            <a:ext cx="853136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to</a:t>
            </a:r>
          </a:p>
        </p:txBody>
      </p:sp>
      <p:sp>
        <p:nvSpPr>
          <p:cNvPr id="281" name="feel"/>
          <p:cNvSpPr txBox="1"/>
          <p:nvPr/>
        </p:nvSpPr>
        <p:spPr>
          <a:xfrm>
            <a:off x="4911279" y="8807587"/>
            <a:ext cx="143103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feel</a:t>
            </a:r>
          </a:p>
        </p:txBody>
      </p:sp>
      <p:sp>
        <p:nvSpPr>
          <p:cNvPr id="282" name="better"/>
          <p:cNvSpPr txBox="1"/>
          <p:nvPr/>
        </p:nvSpPr>
        <p:spPr>
          <a:xfrm>
            <a:off x="6597159" y="8807587"/>
            <a:ext cx="2269034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better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In practice…"/>
          <p:cNvSpPr txBox="1"/>
          <p:nvPr/>
        </p:nvSpPr>
        <p:spPr>
          <a:xfrm>
            <a:off x="624330" y="648017"/>
            <a:ext cx="3881223" cy="870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200"/>
            </a:lvl1pPr>
          </a:lstStyle>
          <a:p>
            <a:pPr/>
            <a:r>
              <a:t>In practice…</a:t>
            </a:r>
          </a:p>
        </p:txBody>
      </p:sp>
      <p:sp>
        <p:nvSpPr>
          <p:cNvPr id="285" name="Context"/>
          <p:cNvSpPr txBox="1"/>
          <p:nvPr/>
        </p:nvSpPr>
        <p:spPr>
          <a:xfrm>
            <a:off x="720080" y="4904241"/>
            <a:ext cx="221254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286" name="Línea"/>
          <p:cNvSpPr/>
          <p:nvPr/>
        </p:nvSpPr>
        <p:spPr>
          <a:xfrm flipH="1">
            <a:off x="3591902" y="2600157"/>
            <a:ext cx="1" cy="635218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7" name="“Write a story in first person about a woman in a city”"/>
          <p:cNvSpPr txBox="1"/>
          <p:nvPr/>
        </p:nvSpPr>
        <p:spPr>
          <a:xfrm>
            <a:off x="3914435" y="2434482"/>
            <a:ext cx="1877456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“Write a story in first person about a woman in a city”</a:t>
            </a:r>
          </a:p>
        </p:txBody>
      </p:sp>
      <p:sp>
        <p:nvSpPr>
          <p:cNvPr id="288" name="It was a cold morning, the skyscrapers rose in the middle of the fog. I needed some air, so I decided to go for a walk. I left my apartment, I crossed the street through the zebra"/>
          <p:cNvSpPr txBox="1"/>
          <p:nvPr/>
        </p:nvSpPr>
        <p:spPr>
          <a:xfrm>
            <a:off x="3913764" y="4556939"/>
            <a:ext cx="18554040" cy="4189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It was a cold morning, the skyscrapers rose in the middle of the fog. I needed some air, so I decided to go for a walk. I left my apartment, I crossed the street through the zebra </a:t>
            </a:r>
          </a:p>
        </p:txBody>
      </p:sp>
      <p:sp>
        <p:nvSpPr>
          <p:cNvPr id="289" name="Rectángulo redondeado"/>
          <p:cNvSpPr/>
          <p:nvPr/>
        </p:nvSpPr>
        <p:spPr>
          <a:xfrm>
            <a:off x="8872511" y="8940937"/>
            <a:ext cx="476224" cy="939801"/>
          </a:xfrm>
          <a:prstGeom prst="roundRect">
            <a:avLst>
              <a:gd name="adj" fmla="val 40002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0" name="crossing"/>
          <p:cNvSpPr txBox="1"/>
          <p:nvPr/>
        </p:nvSpPr>
        <p:spPr>
          <a:xfrm>
            <a:off x="12754122" y="7551084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291" name=","/>
          <p:cNvSpPr txBox="1"/>
          <p:nvPr/>
        </p:nvSpPr>
        <p:spPr>
          <a:xfrm>
            <a:off x="15805948" y="7762818"/>
            <a:ext cx="2837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,</a:t>
            </a:r>
          </a:p>
        </p:txBody>
      </p:sp>
      <p:sp>
        <p:nvSpPr>
          <p:cNvPr id="292" name="and"/>
          <p:cNvSpPr txBox="1"/>
          <p:nvPr/>
        </p:nvSpPr>
        <p:spPr>
          <a:xfrm>
            <a:off x="16147174" y="7551084"/>
            <a:ext cx="1504189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and</a:t>
            </a:r>
          </a:p>
        </p:txBody>
      </p:sp>
      <p:sp>
        <p:nvSpPr>
          <p:cNvPr id="293" name="I"/>
          <p:cNvSpPr txBox="1"/>
          <p:nvPr/>
        </p:nvSpPr>
        <p:spPr>
          <a:xfrm>
            <a:off x="17790248" y="7563784"/>
            <a:ext cx="30449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I</a:t>
            </a:r>
          </a:p>
        </p:txBody>
      </p:sp>
      <p:sp>
        <p:nvSpPr>
          <p:cNvPr id="294" name="started"/>
          <p:cNvSpPr txBox="1"/>
          <p:nvPr/>
        </p:nvSpPr>
        <p:spPr>
          <a:xfrm>
            <a:off x="18171876" y="7551084"/>
            <a:ext cx="257058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started</a:t>
            </a:r>
          </a:p>
        </p:txBody>
      </p:sp>
      <p:sp>
        <p:nvSpPr>
          <p:cNvPr id="295" name="to"/>
          <p:cNvSpPr txBox="1"/>
          <p:nvPr/>
        </p:nvSpPr>
        <p:spPr>
          <a:xfrm>
            <a:off x="3993799" y="8807587"/>
            <a:ext cx="853136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to</a:t>
            </a:r>
          </a:p>
        </p:txBody>
      </p:sp>
      <p:sp>
        <p:nvSpPr>
          <p:cNvPr id="296" name="feel"/>
          <p:cNvSpPr txBox="1"/>
          <p:nvPr/>
        </p:nvSpPr>
        <p:spPr>
          <a:xfrm>
            <a:off x="4911279" y="8807587"/>
            <a:ext cx="143103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feel</a:t>
            </a:r>
          </a:p>
        </p:txBody>
      </p:sp>
      <p:sp>
        <p:nvSpPr>
          <p:cNvPr id="297" name="better"/>
          <p:cNvSpPr txBox="1"/>
          <p:nvPr/>
        </p:nvSpPr>
        <p:spPr>
          <a:xfrm>
            <a:off x="6432059" y="8807587"/>
            <a:ext cx="2269034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better</a:t>
            </a:r>
          </a:p>
        </p:txBody>
      </p:sp>
      <p:sp>
        <p:nvSpPr>
          <p:cNvPr id="298" name="."/>
          <p:cNvSpPr txBox="1"/>
          <p:nvPr/>
        </p:nvSpPr>
        <p:spPr>
          <a:xfrm>
            <a:off x="8955936" y="8807587"/>
            <a:ext cx="30937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How does it work?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does it work?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Dibujo"/>
          <p:cNvGrpSpPr/>
          <p:nvPr/>
        </p:nvGrpSpPr>
        <p:grpSpPr>
          <a:xfrm>
            <a:off x="1115513" y="834768"/>
            <a:ext cx="21554000" cy="9434602"/>
            <a:chOff x="-2438369" y="-1474747"/>
            <a:chExt cx="21553998" cy="9434600"/>
          </a:xfrm>
        </p:grpSpPr>
        <p:sp>
          <p:nvSpPr>
            <p:cNvPr id="302" name="Línea"/>
            <p:cNvSpPr/>
            <p:nvPr/>
          </p:nvSpPr>
          <p:spPr>
            <a:xfrm>
              <a:off x="-2438370" y="567210"/>
              <a:ext cx="2287750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3" name="Línea"/>
            <p:cNvSpPr/>
            <p:nvPr/>
          </p:nvSpPr>
          <p:spPr>
            <a:xfrm>
              <a:off x="-2432068" y="2023050"/>
              <a:ext cx="12606" cy="60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4" name="Línea"/>
            <p:cNvSpPr/>
            <p:nvPr/>
          </p:nvSpPr>
          <p:spPr>
            <a:xfrm>
              <a:off x="-150621" y="586117"/>
              <a:ext cx="18907" cy="661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5" name="Línea"/>
            <p:cNvSpPr/>
            <p:nvPr/>
          </p:nvSpPr>
          <p:spPr>
            <a:xfrm>
              <a:off x="-2343836" y="1247863"/>
              <a:ext cx="2117587" cy="1361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6" name="Línea"/>
            <p:cNvSpPr/>
            <p:nvPr/>
          </p:nvSpPr>
          <p:spPr>
            <a:xfrm>
              <a:off x="-2022416" y="1701631"/>
              <a:ext cx="18908" cy="699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7" name="Línea"/>
            <p:cNvSpPr/>
            <p:nvPr/>
          </p:nvSpPr>
          <p:spPr>
            <a:xfrm>
              <a:off x="-1681009" y="1474747"/>
              <a:ext cx="36734" cy="66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8" name="Línea"/>
            <p:cNvSpPr/>
            <p:nvPr/>
          </p:nvSpPr>
          <p:spPr>
            <a:xfrm>
              <a:off x="-1303949" y="1285677"/>
              <a:ext cx="12605" cy="64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09" name="Línea"/>
            <p:cNvSpPr/>
            <p:nvPr/>
          </p:nvSpPr>
          <p:spPr>
            <a:xfrm>
              <a:off x="-906902" y="1058792"/>
              <a:ext cx="37815" cy="58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0" name="Línea"/>
            <p:cNvSpPr/>
            <p:nvPr/>
          </p:nvSpPr>
          <p:spPr>
            <a:xfrm>
              <a:off x="-547669" y="794094"/>
              <a:ext cx="37815" cy="548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1" name="Línea"/>
            <p:cNvSpPr/>
            <p:nvPr/>
          </p:nvSpPr>
          <p:spPr>
            <a:xfrm>
              <a:off x="-37180" y="245791"/>
              <a:ext cx="340328" cy="20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2" name="Línea"/>
            <p:cNvSpPr/>
            <p:nvPr/>
          </p:nvSpPr>
          <p:spPr>
            <a:xfrm>
              <a:off x="-56087" y="1039885"/>
              <a:ext cx="264700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3" name="Línea"/>
            <p:cNvSpPr/>
            <p:nvPr/>
          </p:nvSpPr>
          <p:spPr>
            <a:xfrm>
              <a:off x="378775" y="283605"/>
              <a:ext cx="18908" cy="567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4" name="Línea"/>
            <p:cNvSpPr/>
            <p:nvPr/>
          </p:nvSpPr>
          <p:spPr>
            <a:xfrm>
              <a:off x="10876" y="352931"/>
              <a:ext cx="365990" cy="631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5" name="Línea"/>
            <p:cNvSpPr/>
            <p:nvPr/>
          </p:nvSpPr>
          <p:spPr>
            <a:xfrm>
              <a:off x="634" y="726850"/>
              <a:ext cx="94537" cy="180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6" name="Línea"/>
            <p:cNvSpPr/>
            <p:nvPr/>
          </p:nvSpPr>
          <p:spPr>
            <a:xfrm>
              <a:off x="189705" y="1455840"/>
              <a:ext cx="74841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7" name="Línea"/>
            <p:cNvSpPr/>
            <p:nvPr/>
          </p:nvSpPr>
          <p:spPr>
            <a:xfrm>
              <a:off x="340961" y="-113443"/>
              <a:ext cx="1890702" cy="1455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8" name="Línea"/>
            <p:cNvSpPr/>
            <p:nvPr/>
          </p:nvSpPr>
          <p:spPr>
            <a:xfrm>
              <a:off x="2137128" y="-75629"/>
              <a:ext cx="189070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19" name="Línea"/>
            <p:cNvSpPr/>
            <p:nvPr/>
          </p:nvSpPr>
          <p:spPr>
            <a:xfrm>
              <a:off x="473310" y="2665889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0" name="Línea"/>
            <p:cNvSpPr/>
            <p:nvPr/>
          </p:nvSpPr>
          <p:spPr>
            <a:xfrm>
              <a:off x="681287" y="1210049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1" name="Línea"/>
            <p:cNvSpPr/>
            <p:nvPr/>
          </p:nvSpPr>
          <p:spPr>
            <a:xfrm>
              <a:off x="983800" y="794094"/>
              <a:ext cx="75628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2" name="Línea"/>
            <p:cNvSpPr/>
            <p:nvPr/>
          </p:nvSpPr>
          <p:spPr>
            <a:xfrm>
              <a:off x="1324126" y="586117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3" name="Línea"/>
            <p:cNvSpPr/>
            <p:nvPr/>
          </p:nvSpPr>
          <p:spPr>
            <a:xfrm>
              <a:off x="1740080" y="283605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4" name="Línea"/>
            <p:cNvSpPr/>
            <p:nvPr/>
          </p:nvSpPr>
          <p:spPr>
            <a:xfrm>
              <a:off x="2231662" y="-453769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5" name="Línea"/>
            <p:cNvSpPr/>
            <p:nvPr/>
          </p:nvSpPr>
          <p:spPr>
            <a:xfrm>
              <a:off x="2061499" y="-472676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6" name="Línea"/>
            <p:cNvSpPr/>
            <p:nvPr/>
          </p:nvSpPr>
          <p:spPr>
            <a:xfrm>
              <a:off x="2553081" y="-751154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7" name="Línea"/>
            <p:cNvSpPr/>
            <p:nvPr/>
          </p:nvSpPr>
          <p:spPr>
            <a:xfrm>
              <a:off x="2751339" y="-529397"/>
              <a:ext cx="236592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8" name="Línea"/>
            <p:cNvSpPr/>
            <p:nvPr/>
          </p:nvSpPr>
          <p:spPr>
            <a:xfrm>
              <a:off x="3682153" y="2187864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29" name="Línea"/>
            <p:cNvSpPr/>
            <p:nvPr/>
          </p:nvSpPr>
          <p:spPr>
            <a:xfrm>
              <a:off x="3833410" y="618582"/>
              <a:ext cx="1890702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0" name="Línea"/>
            <p:cNvSpPr/>
            <p:nvPr/>
          </p:nvSpPr>
          <p:spPr>
            <a:xfrm>
              <a:off x="5629576" y="656396"/>
              <a:ext cx="189071" cy="2798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1" name="Línea"/>
            <p:cNvSpPr/>
            <p:nvPr/>
          </p:nvSpPr>
          <p:spPr>
            <a:xfrm>
              <a:off x="3965759" y="3397913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2" name="Línea"/>
            <p:cNvSpPr/>
            <p:nvPr/>
          </p:nvSpPr>
          <p:spPr>
            <a:xfrm>
              <a:off x="4173736" y="1942073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3" name="Línea"/>
            <p:cNvSpPr/>
            <p:nvPr/>
          </p:nvSpPr>
          <p:spPr>
            <a:xfrm>
              <a:off x="4476248" y="1526119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4" name="Línea"/>
            <p:cNvSpPr/>
            <p:nvPr/>
          </p:nvSpPr>
          <p:spPr>
            <a:xfrm>
              <a:off x="4816574" y="1318142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5" name="Línea"/>
            <p:cNvSpPr/>
            <p:nvPr/>
          </p:nvSpPr>
          <p:spPr>
            <a:xfrm>
              <a:off x="5232529" y="1015629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6" name="Línea"/>
            <p:cNvSpPr/>
            <p:nvPr/>
          </p:nvSpPr>
          <p:spPr>
            <a:xfrm>
              <a:off x="5724111" y="278256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7" name="Línea"/>
            <p:cNvSpPr/>
            <p:nvPr/>
          </p:nvSpPr>
          <p:spPr>
            <a:xfrm>
              <a:off x="5553948" y="259349"/>
              <a:ext cx="661746" cy="3252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8" name="Línea"/>
            <p:cNvSpPr/>
            <p:nvPr/>
          </p:nvSpPr>
          <p:spPr>
            <a:xfrm>
              <a:off x="6045530" y="-19130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39" name="Línea"/>
            <p:cNvSpPr/>
            <p:nvPr/>
          </p:nvSpPr>
          <p:spPr>
            <a:xfrm>
              <a:off x="6243788" y="202628"/>
              <a:ext cx="236592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0" name="Línea"/>
            <p:cNvSpPr/>
            <p:nvPr/>
          </p:nvSpPr>
          <p:spPr>
            <a:xfrm>
              <a:off x="4266343" y="-238701"/>
              <a:ext cx="1822352" cy="1562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502" fill="norm" stroke="1" extrusionOk="0">
                  <a:moveTo>
                    <a:pt x="86" y="21502"/>
                  </a:moveTo>
                  <a:cubicBezTo>
                    <a:pt x="11" y="19680"/>
                    <a:pt x="-63" y="17859"/>
                    <a:pt x="86" y="16080"/>
                  </a:cubicBezTo>
                  <a:cubicBezTo>
                    <a:pt x="235" y="14302"/>
                    <a:pt x="607" y="12567"/>
                    <a:pt x="1240" y="11006"/>
                  </a:cubicBezTo>
                  <a:cubicBezTo>
                    <a:pt x="1874" y="9444"/>
                    <a:pt x="2767" y="8056"/>
                    <a:pt x="3885" y="6755"/>
                  </a:cubicBezTo>
                  <a:cubicBezTo>
                    <a:pt x="5002" y="5454"/>
                    <a:pt x="6343" y="4239"/>
                    <a:pt x="8056" y="3112"/>
                  </a:cubicBezTo>
                  <a:cubicBezTo>
                    <a:pt x="9769" y="1984"/>
                    <a:pt x="11854" y="943"/>
                    <a:pt x="13679" y="422"/>
                  </a:cubicBezTo>
                  <a:cubicBezTo>
                    <a:pt x="15504" y="-98"/>
                    <a:pt x="17068" y="-98"/>
                    <a:pt x="18334" y="206"/>
                  </a:cubicBezTo>
                  <a:cubicBezTo>
                    <a:pt x="19600" y="509"/>
                    <a:pt x="20569" y="1116"/>
                    <a:pt x="21537" y="1724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1" name="Línea"/>
            <p:cNvSpPr/>
            <p:nvPr/>
          </p:nvSpPr>
          <p:spPr>
            <a:xfrm>
              <a:off x="5861809" y="-359234"/>
              <a:ext cx="301356" cy="3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466" fill="norm" stroke="1" extrusionOk="0">
                  <a:moveTo>
                    <a:pt x="9257" y="0"/>
                  </a:moveTo>
                  <a:cubicBezTo>
                    <a:pt x="11461" y="3295"/>
                    <a:pt x="13665" y="6590"/>
                    <a:pt x="15429" y="8969"/>
                  </a:cubicBezTo>
                  <a:cubicBezTo>
                    <a:pt x="17192" y="11349"/>
                    <a:pt x="18514" y="12814"/>
                    <a:pt x="19616" y="14461"/>
                  </a:cubicBezTo>
                  <a:cubicBezTo>
                    <a:pt x="20718" y="16108"/>
                    <a:pt x="21600" y="17939"/>
                    <a:pt x="20718" y="19220"/>
                  </a:cubicBezTo>
                  <a:cubicBezTo>
                    <a:pt x="19837" y="20502"/>
                    <a:pt x="17192" y="21234"/>
                    <a:pt x="13445" y="21417"/>
                  </a:cubicBezTo>
                  <a:cubicBezTo>
                    <a:pt x="9698" y="21600"/>
                    <a:pt x="4849" y="21234"/>
                    <a:pt x="0" y="20868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2" name="Línea"/>
            <p:cNvSpPr/>
            <p:nvPr/>
          </p:nvSpPr>
          <p:spPr>
            <a:xfrm>
              <a:off x="5010994" y="245791"/>
              <a:ext cx="794096" cy="5861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71" y="19277"/>
                    <a:pt x="343" y="16955"/>
                    <a:pt x="943" y="14748"/>
                  </a:cubicBezTo>
                  <a:cubicBezTo>
                    <a:pt x="1543" y="12542"/>
                    <a:pt x="2571" y="10452"/>
                    <a:pt x="4371" y="8361"/>
                  </a:cubicBezTo>
                  <a:cubicBezTo>
                    <a:pt x="6171" y="6271"/>
                    <a:pt x="8743" y="4181"/>
                    <a:pt x="11743" y="2787"/>
                  </a:cubicBezTo>
                  <a:cubicBezTo>
                    <a:pt x="14743" y="1394"/>
                    <a:pt x="18171" y="69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3" name="Línea"/>
            <p:cNvSpPr/>
            <p:nvPr/>
          </p:nvSpPr>
          <p:spPr>
            <a:xfrm>
              <a:off x="5672739" y="162191"/>
              <a:ext cx="195629" cy="1970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2" h="21104" fill="norm" stroke="1" extrusionOk="0">
                  <a:moveTo>
                    <a:pt x="0" y="854"/>
                  </a:moveTo>
                  <a:cubicBezTo>
                    <a:pt x="3375" y="179"/>
                    <a:pt x="6750" y="-496"/>
                    <a:pt x="10125" y="516"/>
                  </a:cubicBezTo>
                  <a:cubicBezTo>
                    <a:pt x="13500" y="1529"/>
                    <a:pt x="16875" y="4229"/>
                    <a:pt x="18900" y="7267"/>
                  </a:cubicBezTo>
                  <a:cubicBezTo>
                    <a:pt x="20925" y="10304"/>
                    <a:pt x="21600" y="13679"/>
                    <a:pt x="20250" y="16041"/>
                  </a:cubicBezTo>
                  <a:cubicBezTo>
                    <a:pt x="18900" y="18404"/>
                    <a:pt x="15525" y="19754"/>
                    <a:pt x="12150" y="21104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4" name="Línea"/>
            <p:cNvSpPr/>
            <p:nvPr/>
          </p:nvSpPr>
          <p:spPr>
            <a:xfrm>
              <a:off x="4219711" y="1852887"/>
              <a:ext cx="250475" cy="2287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8" h="21600" fill="norm" stroke="1" extrusionOk="0">
                  <a:moveTo>
                    <a:pt x="13989" y="0"/>
                  </a:moveTo>
                  <a:cubicBezTo>
                    <a:pt x="11355" y="0"/>
                    <a:pt x="8721" y="0"/>
                    <a:pt x="8194" y="149"/>
                  </a:cubicBezTo>
                  <a:cubicBezTo>
                    <a:pt x="7667" y="298"/>
                    <a:pt x="9248" y="595"/>
                    <a:pt x="10828" y="863"/>
                  </a:cubicBezTo>
                  <a:cubicBezTo>
                    <a:pt x="12409" y="1131"/>
                    <a:pt x="13989" y="1369"/>
                    <a:pt x="15306" y="1636"/>
                  </a:cubicBezTo>
                  <a:cubicBezTo>
                    <a:pt x="16624" y="1904"/>
                    <a:pt x="17677" y="2202"/>
                    <a:pt x="16887" y="2291"/>
                  </a:cubicBezTo>
                  <a:cubicBezTo>
                    <a:pt x="16097" y="2380"/>
                    <a:pt x="13463" y="2261"/>
                    <a:pt x="11092" y="2083"/>
                  </a:cubicBezTo>
                  <a:cubicBezTo>
                    <a:pt x="8721" y="1904"/>
                    <a:pt x="6614" y="1666"/>
                    <a:pt x="6614" y="1696"/>
                  </a:cubicBezTo>
                  <a:cubicBezTo>
                    <a:pt x="6614" y="1726"/>
                    <a:pt x="8721" y="2023"/>
                    <a:pt x="10565" y="2321"/>
                  </a:cubicBezTo>
                  <a:cubicBezTo>
                    <a:pt x="12409" y="2618"/>
                    <a:pt x="13989" y="2916"/>
                    <a:pt x="15570" y="3183"/>
                  </a:cubicBezTo>
                  <a:cubicBezTo>
                    <a:pt x="17150" y="3451"/>
                    <a:pt x="18731" y="3689"/>
                    <a:pt x="18204" y="3838"/>
                  </a:cubicBezTo>
                  <a:cubicBezTo>
                    <a:pt x="17677" y="3987"/>
                    <a:pt x="15043" y="4046"/>
                    <a:pt x="12409" y="3927"/>
                  </a:cubicBezTo>
                  <a:cubicBezTo>
                    <a:pt x="9775" y="3808"/>
                    <a:pt x="7141" y="3511"/>
                    <a:pt x="4770" y="3243"/>
                  </a:cubicBezTo>
                  <a:cubicBezTo>
                    <a:pt x="2399" y="2975"/>
                    <a:pt x="292" y="2737"/>
                    <a:pt x="28" y="2737"/>
                  </a:cubicBezTo>
                  <a:cubicBezTo>
                    <a:pt x="-235" y="2737"/>
                    <a:pt x="1345" y="2975"/>
                    <a:pt x="4506" y="3540"/>
                  </a:cubicBezTo>
                  <a:cubicBezTo>
                    <a:pt x="7667" y="4106"/>
                    <a:pt x="12409" y="4998"/>
                    <a:pt x="15306" y="5593"/>
                  </a:cubicBezTo>
                  <a:cubicBezTo>
                    <a:pt x="18204" y="6188"/>
                    <a:pt x="19258" y="6486"/>
                    <a:pt x="18467" y="6575"/>
                  </a:cubicBezTo>
                  <a:cubicBezTo>
                    <a:pt x="17677" y="6664"/>
                    <a:pt x="15043" y="6545"/>
                    <a:pt x="12145" y="6278"/>
                  </a:cubicBezTo>
                  <a:cubicBezTo>
                    <a:pt x="9248" y="6010"/>
                    <a:pt x="6087" y="5593"/>
                    <a:pt x="5033" y="5534"/>
                  </a:cubicBezTo>
                  <a:cubicBezTo>
                    <a:pt x="3980" y="5474"/>
                    <a:pt x="5033" y="5772"/>
                    <a:pt x="6614" y="6218"/>
                  </a:cubicBezTo>
                  <a:cubicBezTo>
                    <a:pt x="8194" y="6664"/>
                    <a:pt x="10302" y="7260"/>
                    <a:pt x="11619" y="7706"/>
                  </a:cubicBezTo>
                  <a:cubicBezTo>
                    <a:pt x="12936" y="8152"/>
                    <a:pt x="13463" y="8450"/>
                    <a:pt x="12145" y="8420"/>
                  </a:cubicBezTo>
                  <a:cubicBezTo>
                    <a:pt x="10828" y="8390"/>
                    <a:pt x="7667" y="8033"/>
                    <a:pt x="6614" y="8003"/>
                  </a:cubicBezTo>
                  <a:cubicBezTo>
                    <a:pt x="5560" y="7974"/>
                    <a:pt x="6614" y="8271"/>
                    <a:pt x="8458" y="8717"/>
                  </a:cubicBezTo>
                  <a:cubicBezTo>
                    <a:pt x="10302" y="9164"/>
                    <a:pt x="12936" y="9759"/>
                    <a:pt x="14780" y="10205"/>
                  </a:cubicBezTo>
                  <a:cubicBezTo>
                    <a:pt x="16624" y="10651"/>
                    <a:pt x="17677" y="10949"/>
                    <a:pt x="16887" y="11038"/>
                  </a:cubicBezTo>
                  <a:cubicBezTo>
                    <a:pt x="16097" y="11127"/>
                    <a:pt x="13463" y="11008"/>
                    <a:pt x="12936" y="11127"/>
                  </a:cubicBezTo>
                  <a:cubicBezTo>
                    <a:pt x="12409" y="11246"/>
                    <a:pt x="13989" y="11603"/>
                    <a:pt x="15570" y="12079"/>
                  </a:cubicBezTo>
                  <a:cubicBezTo>
                    <a:pt x="17150" y="12555"/>
                    <a:pt x="18731" y="13150"/>
                    <a:pt x="19785" y="13597"/>
                  </a:cubicBezTo>
                  <a:cubicBezTo>
                    <a:pt x="20838" y="14043"/>
                    <a:pt x="21365" y="14340"/>
                    <a:pt x="20048" y="14281"/>
                  </a:cubicBezTo>
                  <a:cubicBezTo>
                    <a:pt x="18731" y="14221"/>
                    <a:pt x="15570" y="13805"/>
                    <a:pt x="13199" y="13478"/>
                  </a:cubicBezTo>
                  <a:cubicBezTo>
                    <a:pt x="10828" y="13150"/>
                    <a:pt x="9248" y="12912"/>
                    <a:pt x="9248" y="12942"/>
                  </a:cubicBezTo>
                  <a:cubicBezTo>
                    <a:pt x="9248" y="12972"/>
                    <a:pt x="10828" y="13269"/>
                    <a:pt x="12936" y="13745"/>
                  </a:cubicBezTo>
                  <a:cubicBezTo>
                    <a:pt x="15043" y="14221"/>
                    <a:pt x="17677" y="14876"/>
                    <a:pt x="19258" y="15352"/>
                  </a:cubicBezTo>
                  <a:cubicBezTo>
                    <a:pt x="20838" y="15828"/>
                    <a:pt x="21365" y="16126"/>
                    <a:pt x="20575" y="16185"/>
                  </a:cubicBezTo>
                  <a:cubicBezTo>
                    <a:pt x="19785" y="16245"/>
                    <a:pt x="17677" y="16066"/>
                    <a:pt x="15306" y="15798"/>
                  </a:cubicBezTo>
                  <a:cubicBezTo>
                    <a:pt x="12936" y="15531"/>
                    <a:pt x="10302" y="15174"/>
                    <a:pt x="8194" y="14876"/>
                  </a:cubicBezTo>
                  <a:cubicBezTo>
                    <a:pt x="6087" y="14579"/>
                    <a:pt x="4506" y="14340"/>
                    <a:pt x="3980" y="14400"/>
                  </a:cubicBezTo>
                  <a:cubicBezTo>
                    <a:pt x="3453" y="14460"/>
                    <a:pt x="3980" y="14817"/>
                    <a:pt x="5560" y="15322"/>
                  </a:cubicBezTo>
                  <a:cubicBezTo>
                    <a:pt x="7141" y="15828"/>
                    <a:pt x="9775" y="16483"/>
                    <a:pt x="11882" y="17078"/>
                  </a:cubicBezTo>
                  <a:cubicBezTo>
                    <a:pt x="13989" y="17673"/>
                    <a:pt x="15570" y="18208"/>
                    <a:pt x="15306" y="18357"/>
                  </a:cubicBezTo>
                  <a:cubicBezTo>
                    <a:pt x="15043" y="18506"/>
                    <a:pt x="12936" y="18268"/>
                    <a:pt x="11092" y="18000"/>
                  </a:cubicBezTo>
                  <a:cubicBezTo>
                    <a:pt x="9248" y="17732"/>
                    <a:pt x="7667" y="17435"/>
                    <a:pt x="6877" y="17435"/>
                  </a:cubicBezTo>
                  <a:cubicBezTo>
                    <a:pt x="6087" y="17435"/>
                    <a:pt x="6087" y="17732"/>
                    <a:pt x="6614" y="18060"/>
                  </a:cubicBezTo>
                  <a:cubicBezTo>
                    <a:pt x="7141" y="18387"/>
                    <a:pt x="8194" y="18744"/>
                    <a:pt x="8985" y="19101"/>
                  </a:cubicBezTo>
                  <a:cubicBezTo>
                    <a:pt x="9775" y="19458"/>
                    <a:pt x="10302" y="19815"/>
                    <a:pt x="8721" y="19815"/>
                  </a:cubicBezTo>
                  <a:cubicBezTo>
                    <a:pt x="7141" y="19815"/>
                    <a:pt x="3453" y="19458"/>
                    <a:pt x="2663" y="19517"/>
                  </a:cubicBezTo>
                  <a:cubicBezTo>
                    <a:pt x="1872" y="19577"/>
                    <a:pt x="3980" y="20053"/>
                    <a:pt x="5297" y="20469"/>
                  </a:cubicBezTo>
                  <a:cubicBezTo>
                    <a:pt x="6614" y="20886"/>
                    <a:pt x="7141" y="21243"/>
                    <a:pt x="7667" y="21600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5" name="Línea"/>
            <p:cNvSpPr/>
            <p:nvPr/>
          </p:nvSpPr>
          <p:spPr>
            <a:xfrm>
              <a:off x="4941668" y="1178537"/>
              <a:ext cx="352760" cy="2499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575" fill="norm" stroke="1" extrusionOk="0">
                  <a:moveTo>
                    <a:pt x="9853" y="272"/>
                  </a:moveTo>
                  <a:cubicBezTo>
                    <a:pt x="11368" y="435"/>
                    <a:pt x="12884" y="598"/>
                    <a:pt x="14021" y="816"/>
                  </a:cubicBezTo>
                  <a:cubicBezTo>
                    <a:pt x="15158" y="1034"/>
                    <a:pt x="15916" y="1306"/>
                    <a:pt x="15347" y="1387"/>
                  </a:cubicBezTo>
                  <a:cubicBezTo>
                    <a:pt x="14779" y="1469"/>
                    <a:pt x="12884" y="1360"/>
                    <a:pt x="10989" y="1170"/>
                  </a:cubicBezTo>
                  <a:cubicBezTo>
                    <a:pt x="9095" y="979"/>
                    <a:pt x="7200" y="707"/>
                    <a:pt x="5495" y="462"/>
                  </a:cubicBezTo>
                  <a:cubicBezTo>
                    <a:pt x="3789" y="218"/>
                    <a:pt x="2274" y="0"/>
                    <a:pt x="2274" y="0"/>
                  </a:cubicBezTo>
                  <a:cubicBezTo>
                    <a:pt x="2274" y="0"/>
                    <a:pt x="3789" y="218"/>
                    <a:pt x="6821" y="789"/>
                  </a:cubicBezTo>
                  <a:cubicBezTo>
                    <a:pt x="9853" y="1360"/>
                    <a:pt x="14400" y="2285"/>
                    <a:pt x="16863" y="2884"/>
                  </a:cubicBezTo>
                  <a:cubicBezTo>
                    <a:pt x="19326" y="3482"/>
                    <a:pt x="19705" y="3754"/>
                    <a:pt x="18758" y="3836"/>
                  </a:cubicBezTo>
                  <a:cubicBezTo>
                    <a:pt x="17811" y="3917"/>
                    <a:pt x="15537" y="3809"/>
                    <a:pt x="13642" y="3645"/>
                  </a:cubicBezTo>
                  <a:cubicBezTo>
                    <a:pt x="11747" y="3482"/>
                    <a:pt x="10232" y="3264"/>
                    <a:pt x="8716" y="3047"/>
                  </a:cubicBezTo>
                  <a:cubicBezTo>
                    <a:pt x="7200" y="2829"/>
                    <a:pt x="5684" y="2612"/>
                    <a:pt x="5305" y="2639"/>
                  </a:cubicBezTo>
                  <a:cubicBezTo>
                    <a:pt x="4926" y="2666"/>
                    <a:pt x="5684" y="2938"/>
                    <a:pt x="7958" y="3591"/>
                  </a:cubicBezTo>
                  <a:cubicBezTo>
                    <a:pt x="10232" y="4244"/>
                    <a:pt x="14021" y="5278"/>
                    <a:pt x="16105" y="5985"/>
                  </a:cubicBezTo>
                  <a:cubicBezTo>
                    <a:pt x="18189" y="6692"/>
                    <a:pt x="18568" y="7073"/>
                    <a:pt x="17621" y="7182"/>
                  </a:cubicBezTo>
                  <a:cubicBezTo>
                    <a:pt x="16674" y="7291"/>
                    <a:pt x="14400" y="7127"/>
                    <a:pt x="12695" y="6937"/>
                  </a:cubicBezTo>
                  <a:cubicBezTo>
                    <a:pt x="10989" y="6747"/>
                    <a:pt x="9853" y="6529"/>
                    <a:pt x="7768" y="6148"/>
                  </a:cubicBezTo>
                  <a:cubicBezTo>
                    <a:pt x="5684" y="5767"/>
                    <a:pt x="2653" y="5223"/>
                    <a:pt x="2463" y="5169"/>
                  </a:cubicBezTo>
                  <a:cubicBezTo>
                    <a:pt x="2274" y="5114"/>
                    <a:pt x="4926" y="5550"/>
                    <a:pt x="8337" y="6230"/>
                  </a:cubicBezTo>
                  <a:cubicBezTo>
                    <a:pt x="11747" y="6910"/>
                    <a:pt x="15916" y="7835"/>
                    <a:pt x="18379" y="8488"/>
                  </a:cubicBezTo>
                  <a:cubicBezTo>
                    <a:pt x="20842" y="9141"/>
                    <a:pt x="21600" y="9521"/>
                    <a:pt x="21032" y="9712"/>
                  </a:cubicBezTo>
                  <a:cubicBezTo>
                    <a:pt x="20463" y="9902"/>
                    <a:pt x="18568" y="9902"/>
                    <a:pt x="16105" y="9657"/>
                  </a:cubicBezTo>
                  <a:cubicBezTo>
                    <a:pt x="13642" y="9413"/>
                    <a:pt x="10611" y="8923"/>
                    <a:pt x="8147" y="8460"/>
                  </a:cubicBezTo>
                  <a:cubicBezTo>
                    <a:pt x="5684" y="7998"/>
                    <a:pt x="3789" y="7563"/>
                    <a:pt x="3411" y="7508"/>
                  </a:cubicBezTo>
                  <a:cubicBezTo>
                    <a:pt x="3032" y="7454"/>
                    <a:pt x="4168" y="7780"/>
                    <a:pt x="5684" y="8243"/>
                  </a:cubicBezTo>
                  <a:cubicBezTo>
                    <a:pt x="7200" y="8705"/>
                    <a:pt x="9095" y="9304"/>
                    <a:pt x="10421" y="9766"/>
                  </a:cubicBezTo>
                  <a:cubicBezTo>
                    <a:pt x="11747" y="10229"/>
                    <a:pt x="12505" y="10555"/>
                    <a:pt x="13074" y="10854"/>
                  </a:cubicBezTo>
                  <a:cubicBezTo>
                    <a:pt x="13642" y="11154"/>
                    <a:pt x="14021" y="11426"/>
                    <a:pt x="13263" y="11480"/>
                  </a:cubicBezTo>
                  <a:cubicBezTo>
                    <a:pt x="12505" y="11535"/>
                    <a:pt x="10611" y="11371"/>
                    <a:pt x="8716" y="11099"/>
                  </a:cubicBezTo>
                  <a:cubicBezTo>
                    <a:pt x="6821" y="10827"/>
                    <a:pt x="4926" y="10446"/>
                    <a:pt x="3221" y="10065"/>
                  </a:cubicBezTo>
                  <a:cubicBezTo>
                    <a:pt x="1516" y="9685"/>
                    <a:pt x="0" y="9304"/>
                    <a:pt x="0" y="9277"/>
                  </a:cubicBezTo>
                  <a:cubicBezTo>
                    <a:pt x="0" y="9249"/>
                    <a:pt x="1516" y="9576"/>
                    <a:pt x="3789" y="10202"/>
                  </a:cubicBezTo>
                  <a:cubicBezTo>
                    <a:pt x="6063" y="10827"/>
                    <a:pt x="9095" y="11752"/>
                    <a:pt x="10989" y="12351"/>
                  </a:cubicBezTo>
                  <a:cubicBezTo>
                    <a:pt x="12884" y="12949"/>
                    <a:pt x="13642" y="13221"/>
                    <a:pt x="13074" y="13357"/>
                  </a:cubicBezTo>
                  <a:cubicBezTo>
                    <a:pt x="12505" y="13493"/>
                    <a:pt x="10611" y="13493"/>
                    <a:pt x="8905" y="13384"/>
                  </a:cubicBezTo>
                  <a:cubicBezTo>
                    <a:pt x="7200" y="13276"/>
                    <a:pt x="5684" y="13058"/>
                    <a:pt x="4168" y="12813"/>
                  </a:cubicBezTo>
                  <a:cubicBezTo>
                    <a:pt x="2653" y="12568"/>
                    <a:pt x="1137" y="12296"/>
                    <a:pt x="758" y="12296"/>
                  </a:cubicBezTo>
                  <a:cubicBezTo>
                    <a:pt x="379" y="12296"/>
                    <a:pt x="1137" y="12568"/>
                    <a:pt x="3032" y="13194"/>
                  </a:cubicBezTo>
                  <a:cubicBezTo>
                    <a:pt x="4926" y="13820"/>
                    <a:pt x="7958" y="14799"/>
                    <a:pt x="9853" y="15534"/>
                  </a:cubicBezTo>
                  <a:cubicBezTo>
                    <a:pt x="11747" y="16268"/>
                    <a:pt x="12505" y="16758"/>
                    <a:pt x="11937" y="16921"/>
                  </a:cubicBezTo>
                  <a:cubicBezTo>
                    <a:pt x="11368" y="17084"/>
                    <a:pt x="9474" y="16921"/>
                    <a:pt x="7958" y="16730"/>
                  </a:cubicBezTo>
                  <a:cubicBezTo>
                    <a:pt x="6442" y="16540"/>
                    <a:pt x="5305" y="16322"/>
                    <a:pt x="3979" y="16105"/>
                  </a:cubicBezTo>
                  <a:cubicBezTo>
                    <a:pt x="2653" y="15887"/>
                    <a:pt x="1137" y="15670"/>
                    <a:pt x="947" y="15724"/>
                  </a:cubicBezTo>
                  <a:cubicBezTo>
                    <a:pt x="758" y="15778"/>
                    <a:pt x="1895" y="16105"/>
                    <a:pt x="4358" y="16785"/>
                  </a:cubicBezTo>
                  <a:cubicBezTo>
                    <a:pt x="6821" y="17465"/>
                    <a:pt x="10611" y="18499"/>
                    <a:pt x="12695" y="19206"/>
                  </a:cubicBezTo>
                  <a:cubicBezTo>
                    <a:pt x="14779" y="19913"/>
                    <a:pt x="15158" y="20294"/>
                    <a:pt x="14589" y="20403"/>
                  </a:cubicBezTo>
                  <a:cubicBezTo>
                    <a:pt x="14021" y="20512"/>
                    <a:pt x="12505" y="20349"/>
                    <a:pt x="11179" y="20158"/>
                  </a:cubicBezTo>
                  <a:cubicBezTo>
                    <a:pt x="9853" y="19968"/>
                    <a:pt x="8716" y="19750"/>
                    <a:pt x="7579" y="19532"/>
                  </a:cubicBezTo>
                  <a:cubicBezTo>
                    <a:pt x="6442" y="19315"/>
                    <a:pt x="5305" y="19097"/>
                    <a:pt x="5116" y="19124"/>
                  </a:cubicBezTo>
                  <a:cubicBezTo>
                    <a:pt x="4926" y="19152"/>
                    <a:pt x="5684" y="19424"/>
                    <a:pt x="6442" y="19777"/>
                  </a:cubicBezTo>
                  <a:cubicBezTo>
                    <a:pt x="7200" y="20131"/>
                    <a:pt x="7958" y="20566"/>
                    <a:pt x="8526" y="20920"/>
                  </a:cubicBezTo>
                  <a:cubicBezTo>
                    <a:pt x="9095" y="21274"/>
                    <a:pt x="9474" y="21546"/>
                    <a:pt x="8526" y="21573"/>
                  </a:cubicBezTo>
                  <a:cubicBezTo>
                    <a:pt x="7579" y="21600"/>
                    <a:pt x="5305" y="21382"/>
                    <a:pt x="3032" y="21165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6" name="Línea"/>
            <p:cNvSpPr/>
            <p:nvPr/>
          </p:nvSpPr>
          <p:spPr>
            <a:xfrm>
              <a:off x="6102251" y="3171029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7" name="Línea"/>
            <p:cNvSpPr/>
            <p:nvPr/>
          </p:nvSpPr>
          <p:spPr>
            <a:xfrm>
              <a:off x="6253508" y="1601747"/>
              <a:ext cx="1890702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8" name="Línea"/>
            <p:cNvSpPr/>
            <p:nvPr/>
          </p:nvSpPr>
          <p:spPr>
            <a:xfrm>
              <a:off x="8049674" y="1639561"/>
              <a:ext cx="189071" cy="2798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49" name="Línea"/>
            <p:cNvSpPr/>
            <p:nvPr/>
          </p:nvSpPr>
          <p:spPr>
            <a:xfrm>
              <a:off x="6385857" y="4381078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0" name="Línea"/>
            <p:cNvSpPr/>
            <p:nvPr/>
          </p:nvSpPr>
          <p:spPr>
            <a:xfrm>
              <a:off x="6593833" y="2925238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1" name="Línea"/>
            <p:cNvSpPr/>
            <p:nvPr/>
          </p:nvSpPr>
          <p:spPr>
            <a:xfrm>
              <a:off x="6896346" y="2509283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2" name="Línea"/>
            <p:cNvSpPr/>
            <p:nvPr/>
          </p:nvSpPr>
          <p:spPr>
            <a:xfrm>
              <a:off x="7236673" y="2301306"/>
              <a:ext cx="113442" cy="2646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3" name="Línea"/>
            <p:cNvSpPr/>
            <p:nvPr/>
          </p:nvSpPr>
          <p:spPr>
            <a:xfrm>
              <a:off x="7652627" y="1998794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4" name="Línea"/>
            <p:cNvSpPr/>
            <p:nvPr/>
          </p:nvSpPr>
          <p:spPr>
            <a:xfrm>
              <a:off x="8144209" y="1261420"/>
              <a:ext cx="397048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5" name="Línea"/>
            <p:cNvSpPr/>
            <p:nvPr/>
          </p:nvSpPr>
          <p:spPr>
            <a:xfrm>
              <a:off x="7974045" y="1242513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6" name="Línea"/>
            <p:cNvSpPr/>
            <p:nvPr/>
          </p:nvSpPr>
          <p:spPr>
            <a:xfrm>
              <a:off x="8465628" y="964035"/>
              <a:ext cx="565049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7" name="Línea"/>
            <p:cNvSpPr/>
            <p:nvPr/>
          </p:nvSpPr>
          <p:spPr>
            <a:xfrm>
              <a:off x="8663885" y="1185792"/>
              <a:ext cx="236593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8" name="Línea"/>
            <p:cNvSpPr/>
            <p:nvPr/>
          </p:nvSpPr>
          <p:spPr>
            <a:xfrm>
              <a:off x="9151629" y="2268841"/>
              <a:ext cx="302515" cy="440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927"/>
                    <a:pt x="21600" y="1854"/>
                    <a:pt x="21375" y="2719"/>
                  </a:cubicBezTo>
                  <a:cubicBezTo>
                    <a:pt x="21150" y="3585"/>
                    <a:pt x="20700" y="4388"/>
                    <a:pt x="20025" y="5114"/>
                  </a:cubicBezTo>
                  <a:cubicBezTo>
                    <a:pt x="19350" y="5840"/>
                    <a:pt x="18450" y="6489"/>
                    <a:pt x="17550" y="7154"/>
                  </a:cubicBezTo>
                  <a:cubicBezTo>
                    <a:pt x="16650" y="7818"/>
                    <a:pt x="15750" y="8498"/>
                    <a:pt x="15075" y="9147"/>
                  </a:cubicBezTo>
                  <a:cubicBezTo>
                    <a:pt x="14400" y="9796"/>
                    <a:pt x="13950" y="10414"/>
                    <a:pt x="12825" y="11171"/>
                  </a:cubicBezTo>
                  <a:cubicBezTo>
                    <a:pt x="11700" y="11928"/>
                    <a:pt x="9900" y="12824"/>
                    <a:pt x="8775" y="13581"/>
                  </a:cubicBezTo>
                  <a:cubicBezTo>
                    <a:pt x="7650" y="14338"/>
                    <a:pt x="7200" y="14956"/>
                    <a:pt x="6300" y="15605"/>
                  </a:cubicBezTo>
                  <a:cubicBezTo>
                    <a:pt x="5400" y="16254"/>
                    <a:pt x="4050" y="16934"/>
                    <a:pt x="2925" y="17706"/>
                  </a:cubicBezTo>
                  <a:cubicBezTo>
                    <a:pt x="1800" y="18479"/>
                    <a:pt x="900" y="19344"/>
                    <a:pt x="450" y="20009"/>
                  </a:cubicBezTo>
                  <a:cubicBezTo>
                    <a:pt x="0" y="20673"/>
                    <a:pt x="0" y="2113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59" name="Línea"/>
            <p:cNvSpPr/>
            <p:nvPr/>
          </p:nvSpPr>
          <p:spPr>
            <a:xfrm>
              <a:off x="9246165" y="4462055"/>
              <a:ext cx="3100751" cy="2325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205" y="468"/>
                    <a:pt x="20810" y="937"/>
                    <a:pt x="20217" y="1639"/>
                  </a:cubicBezTo>
                  <a:cubicBezTo>
                    <a:pt x="19624" y="2341"/>
                    <a:pt x="18834" y="3278"/>
                    <a:pt x="17824" y="4449"/>
                  </a:cubicBezTo>
                  <a:cubicBezTo>
                    <a:pt x="16815" y="5620"/>
                    <a:pt x="15585" y="7024"/>
                    <a:pt x="14532" y="8224"/>
                  </a:cubicBezTo>
                  <a:cubicBezTo>
                    <a:pt x="13478" y="9424"/>
                    <a:pt x="12600" y="10420"/>
                    <a:pt x="11546" y="11502"/>
                  </a:cubicBezTo>
                  <a:cubicBezTo>
                    <a:pt x="10493" y="12585"/>
                    <a:pt x="9263" y="13756"/>
                    <a:pt x="8078" y="14780"/>
                  </a:cubicBezTo>
                  <a:cubicBezTo>
                    <a:pt x="6893" y="15805"/>
                    <a:pt x="5751" y="16683"/>
                    <a:pt x="4763" y="17502"/>
                  </a:cubicBezTo>
                  <a:cubicBezTo>
                    <a:pt x="3776" y="18322"/>
                    <a:pt x="2941" y="19083"/>
                    <a:pt x="2173" y="19756"/>
                  </a:cubicBezTo>
                  <a:cubicBezTo>
                    <a:pt x="1405" y="20429"/>
                    <a:pt x="702" y="2101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0" name="Línea"/>
            <p:cNvSpPr/>
            <p:nvPr/>
          </p:nvSpPr>
          <p:spPr>
            <a:xfrm>
              <a:off x="12317310" y="4924032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1" name="Línea"/>
            <p:cNvSpPr/>
            <p:nvPr/>
          </p:nvSpPr>
          <p:spPr>
            <a:xfrm>
              <a:off x="12468566" y="3354750"/>
              <a:ext cx="1890703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2" name="Línea"/>
            <p:cNvSpPr/>
            <p:nvPr/>
          </p:nvSpPr>
          <p:spPr>
            <a:xfrm>
              <a:off x="14264733" y="3392564"/>
              <a:ext cx="189071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3" name="Línea"/>
            <p:cNvSpPr/>
            <p:nvPr/>
          </p:nvSpPr>
          <p:spPr>
            <a:xfrm>
              <a:off x="12600916" y="6134081"/>
              <a:ext cx="1569283" cy="1342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4" name="Línea"/>
            <p:cNvSpPr/>
            <p:nvPr/>
          </p:nvSpPr>
          <p:spPr>
            <a:xfrm>
              <a:off x="12808893" y="4678241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5" name="Línea"/>
            <p:cNvSpPr/>
            <p:nvPr/>
          </p:nvSpPr>
          <p:spPr>
            <a:xfrm>
              <a:off x="13111405" y="4262287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6" name="Línea"/>
            <p:cNvSpPr/>
            <p:nvPr/>
          </p:nvSpPr>
          <p:spPr>
            <a:xfrm>
              <a:off x="13451732" y="4054310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7" name="Línea"/>
            <p:cNvSpPr/>
            <p:nvPr/>
          </p:nvSpPr>
          <p:spPr>
            <a:xfrm>
              <a:off x="13867686" y="3751797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8" name="Línea"/>
            <p:cNvSpPr/>
            <p:nvPr/>
          </p:nvSpPr>
          <p:spPr>
            <a:xfrm>
              <a:off x="14359267" y="3014424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69" name="Línea"/>
            <p:cNvSpPr/>
            <p:nvPr/>
          </p:nvSpPr>
          <p:spPr>
            <a:xfrm>
              <a:off x="14189104" y="2995517"/>
              <a:ext cx="661747" cy="3252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0" name="Línea"/>
            <p:cNvSpPr/>
            <p:nvPr/>
          </p:nvSpPr>
          <p:spPr>
            <a:xfrm>
              <a:off x="14680686" y="2717038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1" name="Línea"/>
            <p:cNvSpPr/>
            <p:nvPr/>
          </p:nvSpPr>
          <p:spPr>
            <a:xfrm>
              <a:off x="16260667" y="1096606"/>
              <a:ext cx="226885" cy="6636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2" name="Línea"/>
            <p:cNvSpPr/>
            <p:nvPr/>
          </p:nvSpPr>
          <p:spPr>
            <a:xfrm>
              <a:off x="16468644" y="623931"/>
              <a:ext cx="378142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3" name="Línea"/>
            <p:cNvSpPr/>
            <p:nvPr/>
          </p:nvSpPr>
          <p:spPr>
            <a:xfrm>
              <a:off x="16336295" y="7317015"/>
              <a:ext cx="340328" cy="39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4" name="Línea"/>
            <p:cNvSpPr/>
            <p:nvPr/>
          </p:nvSpPr>
          <p:spPr>
            <a:xfrm>
              <a:off x="16714435" y="813001"/>
              <a:ext cx="207979" cy="627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5" name="Línea"/>
            <p:cNvSpPr/>
            <p:nvPr/>
          </p:nvSpPr>
          <p:spPr>
            <a:xfrm>
              <a:off x="16525366" y="1191142"/>
              <a:ext cx="264700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6" name="Línea"/>
            <p:cNvSpPr/>
            <p:nvPr/>
          </p:nvSpPr>
          <p:spPr>
            <a:xfrm>
              <a:off x="16487553" y="1626003"/>
              <a:ext cx="302513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7" name="Línea"/>
            <p:cNvSpPr/>
            <p:nvPr/>
          </p:nvSpPr>
          <p:spPr>
            <a:xfrm>
              <a:off x="16468645" y="2098678"/>
              <a:ext cx="321421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8" name="Línea"/>
            <p:cNvSpPr/>
            <p:nvPr/>
          </p:nvSpPr>
          <p:spPr>
            <a:xfrm>
              <a:off x="16487553" y="2628075"/>
              <a:ext cx="302513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79" name="Línea"/>
            <p:cNvSpPr/>
            <p:nvPr/>
          </p:nvSpPr>
          <p:spPr>
            <a:xfrm>
              <a:off x="16468645" y="3081843"/>
              <a:ext cx="283606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0" name="Línea"/>
            <p:cNvSpPr/>
            <p:nvPr/>
          </p:nvSpPr>
          <p:spPr>
            <a:xfrm>
              <a:off x="16411925" y="3573426"/>
              <a:ext cx="378141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1" name="Línea"/>
            <p:cNvSpPr/>
            <p:nvPr/>
          </p:nvSpPr>
          <p:spPr>
            <a:xfrm>
              <a:off x="16430831" y="4027194"/>
              <a:ext cx="359235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2" name="Línea"/>
            <p:cNvSpPr/>
            <p:nvPr/>
          </p:nvSpPr>
          <p:spPr>
            <a:xfrm>
              <a:off x="16430831" y="4518776"/>
              <a:ext cx="340327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3" name="Línea"/>
            <p:cNvSpPr/>
            <p:nvPr/>
          </p:nvSpPr>
          <p:spPr>
            <a:xfrm>
              <a:off x="16355203" y="4991451"/>
              <a:ext cx="415955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4" name="Línea"/>
            <p:cNvSpPr/>
            <p:nvPr/>
          </p:nvSpPr>
          <p:spPr>
            <a:xfrm>
              <a:off x="16355203" y="5558662"/>
              <a:ext cx="378142" cy="283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5" name="Línea"/>
            <p:cNvSpPr/>
            <p:nvPr/>
          </p:nvSpPr>
          <p:spPr>
            <a:xfrm>
              <a:off x="16525366" y="6125873"/>
              <a:ext cx="1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6" name="Línea"/>
            <p:cNvSpPr/>
            <p:nvPr/>
          </p:nvSpPr>
          <p:spPr>
            <a:xfrm>
              <a:off x="16525366" y="6296035"/>
              <a:ext cx="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7" name="Línea"/>
            <p:cNvSpPr/>
            <p:nvPr/>
          </p:nvSpPr>
          <p:spPr>
            <a:xfrm>
              <a:off x="16525366" y="6541827"/>
              <a:ext cx="1890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8" name="Línea"/>
            <p:cNvSpPr/>
            <p:nvPr/>
          </p:nvSpPr>
          <p:spPr>
            <a:xfrm>
              <a:off x="16374110" y="6844339"/>
              <a:ext cx="28360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89" name="Línea"/>
            <p:cNvSpPr/>
            <p:nvPr/>
          </p:nvSpPr>
          <p:spPr>
            <a:xfrm>
              <a:off x="16468645" y="945350"/>
              <a:ext cx="18909" cy="264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0" name="Línea"/>
            <p:cNvSpPr/>
            <p:nvPr/>
          </p:nvSpPr>
          <p:spPr>
            <a:xfrm>
              <a:off x="16903507" y="642838"/>
              <a:ext cx="12605" cy="296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1" name="Línea"/>
            <p:cNvSpPr/>
            <p:nvPr/>
          </p:nvSpPr>
          <p:spPr>
            <a:xfrm>
              <a:off x="16714437" y="7071224"/>
              <a:ext cx="37814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2" name="Línea"/>
            <p:cNvSpPr/>
            <p:nvPr/>
          </p:nvSpPr>
          <p:spPr>
            <a:xfrm>
              <a:off x="17295204" y="996722"/>
              <a:ext cx="226885" cy="6636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3" name="Línea"/>
            <p:cNvSpPr/>
            <p:nvPr/>
          </p:nvSpPr>
          <p:spPr>
            <a:xfrm>
              <a:off x="17503181" y="524047"/>
              <a:ext cx="378142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4" name="Línea"/>
            <p:cNvSpPr/>
            <p:nvPr/>
          </p:nvSpPr>
          <p:spPr>
            <a:xfrm>
              <a:off x="17370832" y="7217131"/>
              <a:ext cx="340328" cy="39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5" name="Línea"/>
            <p:cNvSpPr/>
            <p:nvPr/>
          </p:nvSpPr>
          <p:spPr>
            <a:xfrm>
              <a:off x="17748972" y="713117"/>
              <a:ext cx="207979" cy="627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6" name="Línea"/>
            <p:cNvSpPr/>
            <p:nvPr/>
          </p:nvSpPr>
          <p:spPr>
            <a:xfrm>
              <a:off x="17559903" y="1091257"/>
              <a:ext cx="264699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7" name="Línea"/>
            <p:cNvSpPr/>
            <p:nvPr/>
          </p:nvSpPr>
          <p:spPr>
            <a:xfrm>
              <a:off x="17522090" y="1526119"/>
              <a:ext cx="302512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8" name="Línea"/>
            <p:cNvSpPr/>
            <p:nvPr/>
          </p:nvSpPr>
          <p:spPr>
            <a:xfrm>
              <a:off x="17503182" y="1998794"/>
              <a:ext cx="321420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399" name="Línea"/>
            <p:cNvSpPr/>
            <p:nvPr/>
          </p:nvSpPr>
          <p:spPr>
            <a:xfrm>
              <a:off x="17522090" y="2528191"/>
              <a:ext cx="302512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0" name="Línea"/>
            <p:cNvSpPr/>
            <p:nvPr/>
          </p:nvSpPr>
          <p:spPr>
            <a:xfrm>
              <a:off x="17503182" y="2981959"/>
              <a:ext cx="283606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1" name="Línea"/>
            <p:cNvSpPr/>
            <p:nvPr/>
          </p:nvSpPr>
          <p:spPr>
            <a:xfrm>
              <a:off x="17446462" y="3473541"/>
              <a:ext cx="378140" cy="283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2" name="Línea"/>
            <p:cNvSpPr/>
            <p:nvPr/>
          </p:nvSpPr>
          <p:spPr>
            <a:xfrm>
              <a:off x="17465368" y="3927310"/>
              <a:ext cx="359234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3" name="Línea"/>
            <p:cNvSpPr/>
            <p:nvPr/>
          </p:nvSpPr>
          <p:spPr>
            <a:xfrm>
              <a:off x="17465368" y="4418892"/>
              <a:ext cx="340327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4" name="Línea"/>
            <p:cNvSpPr/>
            <p:nvPr/>
          </p:nvSpPr>
          <p:spPr>
            <a:xfrm>
              <a:off x="17389740" y="4891567"/>
              <a:ext cx="415955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5" name="Línea"/>
            <p:cNvSpPr/>
            <p:nvPr/>
          </p:nvSpPr>
          <p:spPr>
            <a:xfrm>
              <a:off x="17389740" y="5458778"/>
              <a:ext cx="378142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6" name="Línea"/>
            <p:cNvSpPr/>
            <p:nvPr/>
          </p:nvSpPr>
          <p:spPr>
            <a:xfrm>
              <a:off x="17559903" y="6025989"/>
              <a:ext cx="1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7" name="Línea"/>
            <p:cNvSpPr/>
            <p:nvPr/>
          </p:nvSpPr>
          <p:spPr>
            <a:xfrm>
              <a:off x="17559903" y="6196151"/>
              <a:ext cx="1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8" name="Línea"/>
            <p:cNvSpPr/>
            <p:nvPr/>
          </p:nvSpPr>
          <p:spPr>
            <a:xfrm>
              <a:off x="17559903" y="6441942"/>
              <a:ext cx="18908" cy="18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09" name="Línea"/>
            <p:cNvSpPr/>
            <p:nvPr/>
          </p:nvSpPr>
          <p:spPr>
            <a:xfrm>
              <a:off x="17408647" y="6744455"/>
              <a:ext cx="28360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0" name="Línea"/>
            <p:cNvSpPr/>
            <p:nvPr/>
          </p:nvSpPr>
          <p:spPr>
            <a:xfrm>
              <a:off x="17503182" y="845466"/>
              <a:ext cx="18909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1" name="Línea"/>
            <p:cNvSpPr/>
            <p:nvPr/>
          </p:nvSpPr>
          <p:spPr>
            <a:xfrm>
              <a:off x="17938044" y="542954"/>
              <a:ext cx="12605" cy="296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2" name="Línea"/>
            <p:cNvSpPr/>
            <p:nvPr/>
          </p:nvSpPr>
          <p:spPr>
            <a:xfrm>
              <a:off x="17748973" y="6971340"/>
              <a:ext cx="37815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3" name="Línea"/>
            <p:cNvSpPr/>
            <p:nvPr/>
          </p:nvSpPr>
          <p:spPr>
            <a:xfrm>
              <a:off x="14839004" y="2930587"/>
              <a:ext cx="276480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7" h="21600" fill="norm" stroke="1" extrusionOk="0">
                  <a:moveTo>
                    <a:pt x="20437" y="0"/>
                  </a:moveTo>
                  <a:cubicBezTo>
                    <a:pt x="20437" y="281"/>
                    <a:pt x="20437" y="562"/>
                    <a:pt x="20677" y="844"/>
                  </a:cubicBezTo>
                  <a:cubicBezTo>
                    <a:pt x="20917" y="1125"/>
                    <a:pt x="21397" y="1406"/>
                    <a:pt x="20677" y="1463"/>
                  </a:cubicBezTo>
                  <a:cubicBezTo>
                    <a:pt x="19957" y="1519"/>
                    <a:pt x="18037" y="1350"/>
                    <a:pt x="16357" y="1125"/>
                  </a:cubicBezTo>
                  <a:cubicBezTo>
                    <a:pt x="14677" y="900"/>
                    <a:pt x="13237" y="619"/>
                    <a:pt x="12757" y="647"/>
                  </a:cubicBezTo>
                  <a:cubicBezTo>
                    <a:pt x="12277" y="675"/>
                    <a:pt x="12757" y="1013"/>
                    <a:pt x="13717" y="1463"/>
                  </a:cubicBezTo>
                  <a:cubicBezTo>
                    <a:pt x="14677" y="1913"/>
                    <a:pt x="16117" y="2475"/>
                    <a:pt x="17077" y="2897"/>
                  </a:cubicBezTo>
                  <a:cubicBezTo>
                    <a:pt x="18037" y="3319"/>
                    <a:pt x="18517" y="3600"/>
                    <a:pt x="18037" y="3600"/>
                  </a:cubicBezTo>
                  <a:cubicBezTo>
                    <a:pt x="17557" y="3600"/>
                    <a:pt x="16117" y="3319"/>
                    <a:pt x="14917" y="3037"/>
                  </a:cubicBezTo>
                  <a:cubicBezTo>
                    <a:pt x="13717" y="2756"/>
                    <a:pt x="12757" y="2475"/>
                    <a:pt x="11317" y="2109"/>
                  </a:cubicBezTo>
                  <a:cubicBezTo>
                    <a:pt x="9877" y="1744"/>
                    <a:pt x="7957" y="1294"/>
                    <a:pt x="7237" y="1209"/>
                  </a:cubicBezTo>
                  <a:cubicBezTo>
                    <a:pt x="6517" y="1125"/>
                    <a:pt x="6997" y="1406"/>
                    <a:pt x="8437" y="1997"/>
                  </a:cubicBezTo>
                  <a:cubicBezTo>
                    <a:pt x="9877" y="2588"/>
                    <a:pt x="12277" y="3488"/>
                    <a:pt x="13717" y="4078"/>
                  </a:cubicBezTo>
                  <a:cubicBezTo>
                    <a:pt x="15157" y="4669"/>
                    <a:pt x="15637" y="4950"/>
                    <a:pt x="14917" y="4978"/>
                  </a:cubicBezTo>
                  <a:cubicBezTo>
                    <a:pt x="14197" y="5006"/>
                    <a:pt x="12277" y="4781"/>
                    <a:pt x="10837" y="4528"/>
                  </a:cubicBezTo>
                  <a:cubicBezTo>
                    <a:pt x="9397" y="4275"/>
                    <a:pt x="8437" y="3994"/>
                    <a:pt x="7237" y="3713"/>
                  </a:cubicBezTo>
                  <a:cubicBezTo>
                    <a:pt x="6037" y="3431"/>
                    <a:pt x="4597" y="3150"/>
                    <a:pt x="4357" y="3178"/>
                  </a:cubicBezTo>
                  <a:cubicBezTo>
                    <a:pt x="4117" y="3206"/>
                    <a:pt x="5077" y="3544"/>
                    <a:pt x="7237" y="4191"/>
                  </a:cubicBezTo>
                  <a:cubicBezTo>
                    <a:pt x="9397" y="4838"/>
                    <a:pt x="12757" y="5794"/>
                    <a:pt x="14677" y="6441"/>
                  </a:cubicBezTo>
                  <a:cubicBezTo>
                    <a:pt x="16597" y="7088"/>
                    <a:pt x="17077" y="7425"/>
                    <a:pt x="16357" y="7453"/>
                  </a:cubicBezTo>
                  <a:cubicBezTo>
                    <a:pt x="15637" y="7481"/>
                    <a:pt x="13717" y="7200"/>
                    <a:pt x="12037" y="6891"/>
                  </a:cubicBezTo>
                  <a:cubicBezTo>
                    <a:pt x="10357" y="6581"/>
                    <a:pt x="8917" y="6244"/>
                    <a:pt x="7717" y="5934"/>
                  </a:cubicBezTo>
                  <a:cubicBezTo>
                    <a:pt x="6517" y="5625"/>
                    <a:pt x="5557" y="5344"/>
                    <a:pt x="5557" y="5344"/>
                  </a:cubicBezTo>
                  <a:cubicBezTo>
                    <a:pt x="5557" y="5344"/>
                    <a:pt x="6517" y="5625"/>
                    <a:pt x="8677" y="6244"/>
                  </a:cubicBezTo>
                  <a:cubicBezTo>
                    <a:pt x="10837" y="6863"/>
                    <a:pt x="14197" y="7819"/>
                    <a:pt x="16117" y="8438"/>
                  </a:cubicBezTo>
                  <a:cubicBezTo>
                    <a:pt x="18037" y="9056"/>
                    <a:pt x="18517" y="9338"/>
                    <a:pt x="17797" y="9338"/>
                  </a:cubicBezTo>
                  <a:cubicBezTo>
                    <a:pt x="17077" y="9338"/>
                    <a:pt x="15157" y="9056"/>
                    <a:pt x="13237" y="8775"/>
                  </a:cubicBezTo>
                  <a:cubicBezTo>
                    <a:pt x="11317" y="8494"/>
                    <a:pt x="9397" y="8213"/>
                    <a:pt x="7717" y="7931"/>
                  </a:cubicBezTo>
                  <a:cubicBezTo>
                    <a:pt x="6037" y="7650"/>
                    <a:pt x="4597" y="7369"/>
                    <a:pt x="4357" y="7397"/>
                  </a:cubicBezTo>
                  <a:cubicBezTo>
                    <a:pt x="4117" y="7425"/>
                    <a:pt x="5077" y="7763"/>
                    <a:pt x="6757" y="8241"/>
                  </a:cubicBezTo>
                  <a:cubicBezTo>
                    <a:pt x="8437" y="8719"/>
                    <a:pt x="10837" y="9338"/>
                    <a:pt x="12517" y="9844"/>
                  </a:cubicBezTo>
                  <a:cubicBezTo>
                    <a:pt x="14197" y="10350"/>
                    <a:pt x="15157" y="10744"/>
                    <a:pt x="14677" y="10856"/>
                  </a:cubicBezTo>
                  <a:cubicBezTo>
                    <a:pt x="14197" y="10969"/>
                    <a:pt x="12277" y="10800"/>
                    <a:pt x="10597" y="10575"/>
                  </a:cubicBezTo>
                  <a:cubicBezTo>
                    <a:pt x="8917" y="10350"/>
                    <a:pt x="7477" y="10069"/>
                    <a:pt x="6277" y="9788"/>
                  </a:cubicBezTo>
                  <a:cubicBezTo>
                    <a:pt x="5077" y="9506"/>
                    <a:pt x="4117" y="9225"/>
                    <a:pt x="4117" y="9225"/>
                  </a:cubicBezTo>
                  <a:cubicBezTo>
                    <a:pt x="4117" y="9225"/>
                    <a:pt x="5077" y="9506"/>
                    <a:pt x="6997" y="9984"/>
                  </a:cubicBezTo>
                  <a:cubicBezTo>
                    <a:pt x="8917" y="10463"/>
                    <a:pt x="11797" y="11138"/>
                    <a:pt x="13717" y="11700"/>
                  </a:cubicBezTo>
                  <a:cubicBezTo>
                    <a:pt x="15637" y="12263"/>
                    <a:pt x="16597" y="12713"/>
                    <a:pt x="16117" y="12825"/>
                  </a:cubicBezTo>
                  <a:cubicBezTo>
                    <a:pt x="15637" y="12938"/>
                    <a:pt x="13717" y="12713"/>
                    <a:pt x="12037" y="12488"/>
                  </a:cubicBezTo>
                  <a:cubicBezTo>
                    <a:pt x="10357" y="12263"/>
                    <a:pt x="8917" y="12038"/>
                    <a:pt x="7477" y="11813"/>
                  </a:cubicBezTo>
                  <a:cubicBezTo>
                    <a:pt x="6037" y="11588"/>
                    <a:pt x="4597" y="11363"/>
                    <a:pt x="3157" y="11138"/>
                  </a:cubicBezTo>
                  <a:cubicBezTo>
                    <a:pt x="1717" y="10913"/>
                    <a:pt x="277" y="10688"/>
                    <a:pt x="757" y="10800"/>
                  </a:cubicBezTo>
                  <a:cubicBezTo>
                    <a:pt x="1237" y="10913"/>
                    <a:pt x="3637" y="11363"/>
                    <a:pt x="6517" y="12066"/>
                  </a:cubicBezTo>
                  <a:cubicBezTo>
                    <a:pt x="9397" y="12769"/>
                    <a:pt x="12757" y="13725"/>
                    <a:pt x="14677" y="14344"/>
                  </a:cubicBezTo>
                  <a:cubicBezTo>
                    <a:pt x="16597" y="14963"/>
                    <a:pt x="17077" y="15244"/>
                    <a:pt x="16357" y="15300"/>
                  </a:cubicBezTo>
                  <a:cubicBezTo>
                    <a:pt x="15637" y="15356"/>
                    <a:pt x="13717" y="15188"/>
                    <a:pt x="11797" y="14934"/>
                  </a:cubicBezTo>
                  <a:cubicBezTo>
                    <a:pt x="9877" y="14681"/>
                    <a:pt x="7957" y="14344"/>
                    <a:pt x="7957" y="14541"/>
                  </a:cubicBezTo>
                  <a:cubicBezTo>
                    <a:pt x="7957" y="14738"/>
                    <a:pt x="9877" y="15469"/>
                    <a:pt x="10837" y="16003"/>
                  </a:cubicBezTo>
                  <a:cubicBezTo>
                    <a:pt x="11797" y="16538"/>
                    <a:pt x="11797" y="16875"/>
                    <a:pt x="10837" y="16931"/>
                  </a:cubicBezTo>
                  <a:cubicBezTo>
                    <a:pt x="9877" y="16987"/>
                    <a:pt x="7957" y="16763"/>
                    <a:pt x="6517" y="16509"/>
                  </a:cubicBezTo>
                  <a:cubicBezTo>
                    <a:pt x="5077" y="16256"/>
                    <a:pt x="4117" y="15975"/>
                    <a:pt x="3157" y="15694"/>
                  </a:cubicBezTo>
                  <a:cubicBezTo>
                    <a:pt x="2197" y="15413"/>
                    <a:pt x="1237" y="15131"/>
                    <a:pt x="997" y="15131"/>
                  </a:cubicBezTo>
                  <a:cubicBezTo>
                    <a:pt x="757" y="15131"/>
                    <a:pt x="1237" y="15413"/>
                    <a:pt x="2917" y="15947"/>
                  </a:cubicBezTo>
                  <a:cubicBezTo>
                    <a:pt x="4597" y="16481"/>
                    <a:pt x="7477" y="17269"/>
                    <a:pt x="9157" y="17831"/>
                  </a:cubicBezTo>
                  <a:cubicBezTo>
                    <a:pt x="10837" y="18394"/>
                    <a:pt x="11317" y="18731"/>
                    <a:pt x="10597" y="18788"/>
                  </a:cubicBezTo>
                  <a:cubicBezTo>
                    <a:pt x="9877" y="18844"/>
                    <a:pt x="7957" y="18619"/>
                    <a:pt x="6517" y="18366"/>
                  </a:cubicBezTo>
                  <a:cubicBezTo>
                    <a:pt x="5077" y="18113"/>
                    <a:pt x="4117" y="17831"/>
                    <a:pt x="2917" y="17550"/>
                  </a:cubicBezTo>
                  <a:cubicBezTo>
                    <a:pt x="1717" y="17269"/>
                    <a:pt x="277" y="16988"/>
                    <a:pt x="37" y="17072"/>
                  </a:cubicBezTo>
                  <a:cubicBezTo>
                    <a:pt x="-203" y="17156"/>
                    <a:pt x="757" y="17606"/>
                    <a:pt x="1957" y="18113"/>
                  </a:cubicBezTo>
                  <a:cubicBezTo>
                    <a:pt x="3157" y="18619"/>
                    <a:pt x="4597" y="19181"/>
                    <a:pt x="5317" y="19603"/>
                  </a:cubicBezTo>
                  <a:cubicBezTo>
                    <a:pt x="6037" y="20025"/>
                    <a:pt x="6037" y="20306"/>
                    <a:pt x="4837" y="20278"/>
                  </a:cubicBezTo>
                  <a:cubicBezTo>
                    <a:pt x="3637" y="20250"/>
                    <a:pt x="1237" y="19913"/>
                    <a:pt x="997" y="20081"/>
                  </a:cubicBezTo>
                  <a:cubicBezTo>
                    <a:pt x="757" y="20250"/>
                    <a:pt x="2677" y="20925"/>
                    <a:pt x="4597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4" name="Línea"/>
            <p:cNvSpPr/>
            <p:nvPr/>
          </p:nvSpPr>
          <p:spPr>
            <a:xfrm>
              <a:off x="16525366" y="7884225"/>
              <a:ext cx="75629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5" name="Línea"/>
            <p:cNvSpPr/>
            <p:nvPr/>
          </p:nvSpPr>
          <p:spPr>
            <a:xfrm>
              <a:off x="16771157" y="7922039"/>
              <a:ext cx="75629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6" name="Línea"/>
            <p:cNvSpPr/>
            <p:nvPr/>
          </p:nvSpPr>
          <p:spPr>
            <a:xfrm>
              <a:off x="16941320" y="7940946"/>
              <a:ext cx="24579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7" name="Línea"/>
            <p:cNvSpPr/>
            <p:nvPr/>
          </p:nvSpPr>
          <p:spPr>
            <a:xfrm>
              <a:off x="16600994" y="813001"/>
              <a:ext cx="94536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8" name="Línea"/>
            <p:cNvSpPr/>
            <p:nvPr/>
          </p:nvSpPr>
          <p:spPr>
            <a:xfrm>
              <a:off x="16827878" y="831908"/>
              <a:ext cx="13235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19" name="Línea"/>
            <p:cNvSpPr/>
            <p:nvPr/>
          </p:nvSpPr>
          <p:spPr>
            <a:xfrm>
              <a:off x="17054763" y="83190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0" name="Línea"/>
            <p:cNvSpPr/>
            <p:nvPr/>
          </p:nvSpPr>
          <p:spPr>
            <a:xfrm>
              <a:off x="16998041" y="434861"/>
              <a:ext cx="1890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1" name="Línea"/>
            <p:cNvSpPr/>
            <p:nvPr/>
          </p:nvSpPr>
          <p:spPr>
            <a:xfrm>
              <a:off x="17168204" y="472675"/>
              <a:ext cx="397050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143" y="5400"/>
                    <a:pt x="10286" y="10800"/>
                    <a:pt x="13886" y="14400"/>
                  </a:cubicBezTo>
                  <a:cubicBezTo>
                    <a:pt x="17486" y="18000"/>
                    <a:pt x="19543" y="198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2" name="Línea"/>
            <p:cNvSpPr/>
            <p:nvPr/>
          </p:nvSpPr>
          <p:spPr>
            <a:xfrm>
              <a:off x="17640881" y="472675"/>
              <a:ext cx="151257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3" name="Línea"/>
            <p:cNvSpPr/>
            <p:nvPr/>
          </p:nvSpPr>
          <p:spPr>
            <a:xfrm>
              <a:off x="16846785" y="7298108"/>
              <a:ext cx="94536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4" name="Línea"/>
            <p:cNvSpPr/>
            <p:nvPr/>
          </p:nvSpPr>
          <p:spPr>
            <a:xfrm>
              <a:off x="17054763" y="7317015"/>
              <a:ext cx="151257" cy="18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5" name="Línea"/>
            <p:cNvSpPr/>
            <p:nvPr/>
          </p:nvSpPr>
          <p:spPr>
            <a:xfrm>
              <a:off x="17300554" y="7298108"/>
              <a:ext cx="170165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6" name="Línea"/>
            <p:cNvSpPr/>
            <p:nvPr/>
          </p:nvSpPr>
          <p:spPr>
            <a:xfrm>
              <a:off x="17584159" y="7317015"/>
              <a:ext cx="37815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7" name="Línea"/>
            <p:cNvSpPr/>
            <p:nvPr/>
          </p:nvSpPr>
          <p:spPr>
            <a:xfrm>
              <a:off x="17508531" y="2609168"/>
              <a:ext cx="1292956" cy="189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600" fill="norm" stroke="1" extrusionOk="0">
                  <a:moveTo>
                    <a:pt x="0" y="21600"/>
                  </a:moveTo>
                  <a:cubicBezTo>
                    <a:pt x="1573" y="18720"/>
                    <a:pt x="3146" y="15840"/>
                    <a:pt x="5085" y="12600"/>
                  </a:cubicBezTo>
                  <a:cubicBezTo>
                    <a:pt x="7025" y="9360"/>
                    <a:pt x="9332" y="5760"/>
                    <a:pt x="11534" y="3600"/>
                  </a:cubicBezTo>
                  <a:cubicBezTo>
                    <a:pt x="13736" y="1440"/>
                    <a:pt x="15833" y="720"/>
                    <a:pt x="17249" y="360"/>
                  </a:cubicBezTo>
                  <a:cubicBezTo>
                    <a:pt x="18664" y="0"/>
                    <a:pt x="19398" y="0"/>
                    <a:pt x="20027" y="0"/>
                  </a:cubicBezTo>
                  <a:cubicBezTo>
                    <a:pt x="20656" y="0"/>
                    <a:pt x="21181" y="0"/>
                    <a:pt x="21390" y="360"/>
                  </a:cubicBezTo>
                  <a:cubicBezTo>
                    <a:pt x="21600" y="720"/>
                    <a:pt x="21495" y="1440"/>
                    <a:pt x="21390" y="216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8" name="Línea"/>
            <p:cNvSpPr/>
            <p:nvPr/>
          </p:nvSpPr>
          <p:spPr>
            <a:xfrm>
              <a:off x="17432903" y="3138564"/>
              <a:ext cx="1323492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4400"/>
                    <a:pt x="4114" y="7200"/>
                    <a:pt x="7149" y="3600"/>
                  </a:cubicBezTo>
                  <a:cubicBezTo>
                    <a:pt x="10183" y="0"/>
                    <a:pt x="14194" y="0"/>
                    <a:pt x="16509" y="0"/>
                  </a:cubicBezTo>
                  <a:cubicBezTo>
                    <a:pt x="18823" y="0"/>
                    <a:pt x="19440" y="0"/>
                    <a:pt x="20006" y="0"/>
                  </a:cubicBezTo>
                  <a:cubicBezTo>
                    <a:pt x="20571" y="0"/>
                    <a:pt x="21086" y="0"/>
                    <a:pt x="21343" y="0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29" name="Línea"/>
            <p:cNvSpPr/>
            <p:nvPr/>
          </p:nvSpPr>
          <p:spPr>
            <a:xfrm>
              <a:off x="18756394" y="2646982"/>
              <a:ext cx="50420" cy="37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1080"/>
                    <a:pt x="21600" y="2160"/>
                    <a:pt x="21600" y="5760"/>
                  </a:cubicBezTo>
                  <a:cubicBezTo>
                    <a:pt x="21600" y="9360"/>
                    <a:pt x="10800" y="1548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0" name="Línea"/>
            <p:cNvSpPr/>
            <p:nvPr/>
          </p:nvSpPr>
          <p:spPr>
            <a:xfrm>
              <a:off x="18832022" y="2401191"/>
              <a:ext cx="189072" cy="1134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1" name="Línea"/>
            <p:cNvSpPr/>
            <p:nvPr/>
          </p:nvSpPr>
          <p:spPr>
            <a:xfrm>
              <a:off x="18869837" y="2854959"/>
              <a:ext cx="226885" cy="226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2" name="Línea"/>
            <p:cNvSpPr/>
            <p:nvPr/>
          </p:nvSpPr>
          <p:spPr>
            <a:xfrm>
              <a:off x="19096721" y="2382284"/>
              <a:ext cx="18908" cy="365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876"/>
                  </a:moveTo>
                  <a:cubicBezTo>
                    <a:pt x="0" y="19738"/>
                    <a:pt x="0" y="21600"/>
                    <a:pt x="0" y="21600"/>
                  </a:cubicBezTo>
                  <a:cubicBezTo>
                    <a:pt x="0" y="21600"/>
                    <a:pt x="0" y="19738"/>
                    <a:pt x="3600" y="15828"/>
                  </a:cubicBezTo>
                  <a:cubicBezTo>
                    <a:pt x="7200" y="11917"/>
                    <a:pt x="14400" y="595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3" name="Línea"/>
            <p:cNvSpPr/>
            <p:nvPr/>
          </p:nvSpPr>
          <p:spPr>
            <a:xfrm>
              <a:off x="17924485" y="2363377"/>
              <a:ext cx="102098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467" y="18000"/>
                    <a:pt x="6933" y="14400"/>
                    <a:pt x="10533" y="10800"/>
                  </a:cubicBezTo>
                  <a:cubicBezTo>
                    <a:pt x="14133" y="7200"/>
                    <a:pt x="17867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4" name="Línea"/>
            <p:cNvSpPr/>
            <p:nvPr/>
          </p:nvSpPr>
          <p:spPr>
            <a:xfrm>
              <a:off x="17527438" y="2662522"/>
              <a:ext cx="1171155" cy="463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0628" fill="norm" stroke="1" extrusionOk="0">
                  <a:moveTo>
                    <a:pt x="20903" y="5199"/>
                  </a:moveTo>
                  <a:cubicBezTo>
                    <a:pt x="21019" y="6602"/>
                    <a:pt x="21135" y="8005"/>
                    <a:pt x="21135" y="9407"/>
                  </a:cubicBezTo>
                  <a:cubicBezTo>
                    <a:pt x="21135" y="10810"/>
                    <a:pt x="21019" y="12212"/>
                    <a:pt x="20961" y="12212"/>
                  </a:cubicBezTo>
                  <a:cubicBezTo>
                    <a:pt x="20903" y="12212"/>
                    <a:pt x="20903" y="10810"/>
                    <a:pt x="20903" y="9127"/>
                  </a:cubicBezTo>
                  <a:cubicBezTo>
                    <a:pt x="20903" y="7444"/>
                    <a:pt x="20903" y="5480"/>
                    <a:pt x="21019" y="3797"/>
                  </a:cubicBezTo>
                  <a:cubicBezTo>
                    <a:pt x="21135" y="2114"/>
                    <a:pt x="21368" y="711"/>
                    <a:pt x="21484" y="711"/>
                  </a:cubicBezTo>
                  <a:cubicBezTo>
                    <a:pt x="21600" y="711"/>
                    <a:pt x="21600" y="2114"/>
                    <a:pt x="21542" y="3657"/>
                  </a:cubicBezTo>
                  <a:cubicBezTo>
                    <a:pt x="21484" y="5199"/>
                    <a:pt x="21368" y="6883"/>
                    <a:pt x="21252" y="8425"/>
                  </a:cubicBezTo>
                  <a:cubicBezTo>
                    <a:pt x="21135" y="9968"/>
                    <a:pt x="21019" y="11371"/>
                    <a:pt x="20903" y="11371"/>
                  </a:cubicBezTo>
                  <a:cubicBezTo>
                    <a:pt x="20787" y="11371"/>
                    <a:pt x="20671" y="9968"/>
                    <a:pt x="20671" y="8145"/>
                  </a:cubicBezTo>
                  <a:cubicBezTo>
                    <a:pt x="20671" y="6322"/>
                    <a:pt x="20787" y="4077"/>
                    <a:pt x="20845" y="2254"/>
                  </a:cubicBezTo>
                  <a:cubicBezTo>
                    <a:pt x="20903" y="431"/>
                    <a:pt x="20903" y="-972"/>
                    <a:pt x="20729" y="1412"/>
                  </a:cubicBezTo>
                  <a:cubicBezTo>
                    <a:pt x="20555" y="3797"/>
                    <a:pt x="20206" y="9968"/>
                    <a:pt x="19858" y="13615"/>
                  </a:cubicBezTo>
                  <a:cubicBezTo>
                    <a:pt x="19510" y="17262"/>
                    <a:pt x="19161" y="18384"/>
                    <a:pt x="18987" y="18244"/>
                  </a:cubicBezTo>
                  <a:cubicBezTo>
                    <a:pt x="18813" y="18103"/>
                    <a:pt x="18813" y="16701"/>
                    <a:pt x="18871" y="14597"/>
                  </a:cubicBezTo>
                  <a:cubicBezTo>
                    <a:pt x="18929" y="12493"/>
                    <a:pt x="19045" y="9688"/>
                    <a:pt x="18987" y="9688"/>
                  </a:cubicBezTo>
                  <a:cubicBezTo>
                    <a:pt x="18929" y="9688"/>
                    <a:pt x="18697" y="12493"/>
                    <a:pt x="18465" y="14597"/>
                  </a:cubicBezTo>
                  <a:cubicBezTo>
                    <a:pt x="18232" y="16701"/>
                    <a:pt x="18000" y="18103"/>
                    <a:pt x="17884" y="17963"/>
                  </a:cubicBezTo>
                  <a:cubicBezTo>
                    <a:pt x="17768" y="17823"/>
                    <a:pt x="17768" y="16140"/>
                    <a:pt x="17768" y="14877"/>
                  </a:cubicBezTo>
                  <a:cubicBezTo>
                    <a:pt x="17768" y="13615"/>
                    <a:pt x="17768" y="12773"/>
                    <a:pt x="17652" y="13334"/>
                  </a:cubicBezTo>
                  <a:cubicBezTo>
                    <a:pt x="17535" y="13896"/>
                    <a:pt x="17303" y="15859"/>
                    <a:pt x="17013" y="17542"/>
                  </a:cubicBezTo>
                  <a:cubicBezTo>
                    <a:pt x="16723" y="19225"/>
                    <a:pt x="16374" y="20628"/>
                    <a:pt x="16200" y="20628"/>
                  </a:cubicBezTo>
                  <a:cubicBezTo>
                    <a:pt x="16026" y="20628"/>
                    <a:pt x="16026" y="19225"/>
                    <a:pt x="16026" y="17122"/>
                  </a:cubicBezTo>
                  <a:cubicBezTo>
                    <a:pt x="16026" y="15018"/>
                    <a:pt x="16026" y="12212"/>
                    <a:pt x="16084" y="10109"/>
                  </a:cubicBezTo>
                  <a:cubicBezTo>
                    <a:pt x="16142" y="8005"/>
                    <a:pt x="16258" y="6602"/>
                    <a:pt x="16316" y="6742"/>
                  </a:cubicBezTo>
                  <a:cubicBezTo>
                    <a:pt x="16374" y="6883"/>
                    <a:pt x="16374" y="8566"/>
                    <a:pt x="16316" y="10249"/>
                  </a:cubicBezTo>
                  <a:cubicBezTo>
                    <a:pt x="16258" y="11932"/>
                    <a:pt x="16142" y="13615"/>
                    <a:pt x="15910" y="15298"/>
                  </a:cubicBezTo>
                  <a:cubicBezTo>
                    <a:pt x="15677" y="16981"/>
                    <a:pt x="15329" y="18664"/>
                    <a:pt x="15155" y="18664"/>
                  </a:cubicBezTo>
                  <a:cubicBezTo>
                    <a:pt x="14981" y="18664"/>
                    <a:pt x="14981" y="16981"/>
                    <a:pt x="14981" y="14036"/>
                  </a:cubicBezTo>
                  <a:cubicBezTo>
                    <a:pt x="14981" y="11090"/>
                    <a:pt x="14981" y="6883"/>
                    <a:pt x="15039" y="4077"/>
                  </a:cubicBezTo>
                  <a:cubicBezTo>
                    <a:pt x="15097" y="1272"/>
                    <a:pt x="15213" y="-130"/>
                    <a:pt x="15271" y="10"/>
                  </a:cubicBezTo>
                  <a:cubicBezTo>
                    <a:pt x="15329" y="150"/>
                    <a:pt x="15329" y="1833"/>
                    <a:pt x="15213" y="4919"/>
                  </a:cubicBezTo>
                  <a:cubicBezTo>
                    <a:pt x="15097" y="8005"/>
                    <a:pt x="14865" y="12493"/>
                    <a:pt x="14574" y="15438"/>
                  </a:cubicBezTo>
                  <a:cubicBezTo>
                    <a:pt x="14284" y="18384"/>
                    <a:pt x="13935" y="19786"/>
                    <a:pt x="13703" y="19786"/>
                  </a:cubicBezTo>
                  <a:cubicBezTo>
                    <a:pt x="13471" y="19786"/>
                    <a:pt x="13355" y="18384"/>
                    <a:pt x="13297" y="16140"/>
                  </a:cubicBezTo>
                  <a:cubicBezTo>
                    <a:pt x="13239" y="13896"/>
                    <a:pt x="13239" y="10810"/>
                    <a:pt x="13297" y="8005"/>
                  </a:cubicBezTo>
                  <a:cubicBezTo>
                    <a:pt x="13355" y="5199"/>
                    <a:pt x="13471" y="2675"/>
                    <a:pt x="13529" y="2254"/>
                  </a:cubicBezTo>
                  <a:cubicBezTo>
                    <a:pt x="13587" y="1833"/>
                    <a:pt x="13587" y="3516"/>
                    <a:pt x="13471" y="5760"/>
                  </a:cubicBezTo>
                  <a:cubicBezTo>
                    <a:pt x="13355" y="8005"/>
                    <a:pt x="13123" y="10810"/>
                    <a:pt x="12948" y="12914"/>
                  </a:cubicBezTo>
                  <a:cubicBezTo>
                    <a:pt x="12774" y="15018"/>
                    <a:pt x="12658" y="16420"/>
                    <a:pt x="12484" y="16280"/>
                  </a:cubicBezTo>
                  <a:cubicBezTo>
                    <a:pt x="12310" y="16140"/>
                    <a:pt x="12077" y="14457"/>
                    <a:pt x="11961" y="12914"/>
                  </a:cubicBezTo>
                  <a:cubicBezTo>
                    <a:pt x="11845" y="11371"/>
                    <a:pt x="11845" y="9968"/>
                    <a:pt x="11845" y="8566"/>
                  </a:cubicBezTo>
                  <a:cubicBezTo>
                    <a:pt x="11845" y="7163"/>
                    <a:pt x="11845" y="5760"/>
                    <a:pt x="11671" y="5760"/>
                  </a:cubicBezTo>
                  <a:cubicBezTo>
                    <a:pt x="11497" y="5760"/>
                    <a:pt x="11148" y="7163"/>
                    <a:pt x="10858" y="8566"/>
                  </a:cubicBezTo>
                  <a:cubicBezTo>
                    <a:pt x="10568" y="9968"/>
                    <a:pt x="10335" y="11371"/>
                    <a:pt x="10103" y="11371"/>
                  </a:cubicBezTo>
                  <a:cubicBezTo>
                    <a:pt x="9871" y="11371"/>
                    <a:pt x="9639" y="9968"/>
                    <a:pt x="9523" y="8566"/>
                  </a:cubicBezTo>
                  <a:cubicBezTo>
                    <a:pt x="9406" y="7163"/>
                    <a:pt x="9406" y="5760"/>
                    <a:pt x="9290" y="5760"/>
                  </a:cubicBezTo>
                  <a:cubicBezTo>
                    <a:pt x="9174" y="5760"/>
                    <a:pt x="8942" y="7163"/>
                    <a:pt x="8768" y="8566"/>
                  </a:cubicBezTo>
                  <a:cubicBezTo>
                    <a:pt x="8594" y="9968"/>
                    <a:pt x="8477" y="11371"/>
                    <a:pt x="8303" y="12773"/>
                  </a:cubicBezTo>
                  <a:cubicBezTo>
                    <a:pt x="8129" y="14176"/>
                    <a:pt x="7897" y="15579"/>
                    <a:pt x="7781" y="15438"/>
                  </a:cubicBezTo>
                  <a:cubicBezTo>
                    <a:pt x="7665" y="15298"/>
                    <a:pt x="7665" y="13615"/>
                    <a:pt x="7665" y="12072"/>
                  </a:cubicBezTo>
                  <a:cubicBezTo>
                    <a:pt x="7665" y="10529"/>
                    <a:pt x="7665" y="9127"/>
                    <a:pt x="7665" y="7724"/>
                  </a:cubicBezTo>
                  <a:cubicBezTo>
                    <a:pt x="7665" y="6322"/>
                    <a:pt x="7665" y="4919"/>
                    <a:pt x="7606" y="4919"/>
                  </a:cubicBezTo>
                  <a:cubicBezTo>
                    <a:pt x="7548" y="4919"/>
                    <a:pt x="7432" y="6322"/>
                    <a:pt x="7316" y="7864"/>
                  </a:cubicBezTo>
                  <a:cubicBezTo>
                    <a:pt x="7200" y="9407"/>
                    <a:pt x="7084" y="11090"/>
                    <a:pt x="6852" y="13194"/>
                  </a:cubicBezTo>
                  <a:cubicBezTo>
                    <a:pt x="6619" y="15298"/>
                    <a:pt x="6271" y="17823"/>
                    <a:pt x="6097" y="18103"/>
                  </a:cubicBezTo>
                  <a:cubicBezTo>
                    <a:pt x="5923" y="18384"/>
                    <a:pt x="5923" y="16420"/>
                    <a:pt x="5923" y="14737"/>
                  </a:cubicBezTo>
                  <a:cubicBezTo>
                    <a:pt x="5923" y="13054"/>
                    <a:pt x="5923" y="11651"/>
                    <a:pt x="5923" y="10249"/>
                  </a:cubicBezTo>
                  <a:cubicBezTo>
                    <a:pt x="5923" y="8846"/>
                    <a:pt x="5923" y="7444"/>
                    <a:pt x="5806" y="7444"/>
                  </a:cubicBezTo>
                  <a:cubicBezTo>
                    <a:pt x="5690" y="7444"/>
                    <a:pt x="5458" y="8846"/>
                    <a:pt x="5226" y="10249"/>
                  </a:cubicBezTo>
                  <a:cubicBezTo>
                    <a:pt x="4994" y="11651"/>
                    <a:pt x="4761" y="13054"/>
                    <a:pt x="4587" y="14457"/>
                  </a:cubicBezTo>
                  <a:cubicBezTo>
                    <a:pt x="4413" y="15859"/>
                    <a:pt x="4297" y="17262"/>
                    <a:pt x="4181" y="17262"/>
                  </a:cubicBezTo>
                  <a:cubicBezTo>
                    <a:pt x="4065" y="17262"/>
                    <a:pt x="3948" y="15859"/>
                    <a:pt x="3890" y="13755"/>
                  </a:cubicBezTo>
                  <a:cubicBezTo>
                    <a:pt x="3832" y="11651"/>
                    <a:pt x="3832" y="8846"/>
                    <a:pt x="3658" y="8145"/>
                  </a:cubicBezTo>
                  <a:cubicBezTo>
                    <a:pt x="3484" y="7444"/>
                    <a:pt x="3135" y="8846"/>
                    <a:pt x="2903" y="10249"/>
                  </a:cubicBezTo>
                  <a:cubicBezTo>
                    <a:pt x="2671" y="11651"/>
                    <a:pt x="2555" y="13054"/>
                    <a:pt x="2090" y="13896"/>
                  </a:cubicBezTo>
                  <a:cubicBezTo>
                    <a:pt x="1626" y="14737"/>
                    <a:pt x="813" y="15018"/>
                    <a:pt x="0" y="1529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5" name="Línea"/>
            <p:cNvSpPr/>
            <p:nvPr/>
          </p:nvSpPr>
          <p:spPr>
            <a:xfrm>
              <a:off x="17752784" y="2439005"/>
              <a:ext cx="1117053" cy="201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5822" y="0"/>
                  </a:moveTo>
                  <a:cubicBezTo>
                    <a:pt x="4735" y="4050"/>
                    <a:pt x="3649" y="8100"/>
                    <a:pt x="2563" y="11475"/>
                  </a:cubicBezTo>
                  <a:cubicBezTo>
                    <a:pt x="1477" y="14850"/>
                    <a:pt x="391" y="17550"/>
                    <a:pt x="90" y="17888"/>
                  </a:cubicBezTo>
                  <a:cubicBezTo>
                    <a:pt x="-212" y="18225"/>
                    <a:pt x="271" y="16200"/>
                    <a:pt x="1176" y="13500"/>
                  </a:cubicBezTo>
                  <a:cubicBezTo>
                    <a:pt x="2081" y="10800"/>
                    <a:pt x="3408" y="7425"/>
                    <a:pt x="4373" y="5400"/>
                  </a:cubicBezTo>
                  <a:cubicBezTo>
                    <a:pt x="5339" y="3375"/>
                    <a:pt x="5942" y="2700"/>
                    <a:pt x="6003" y="3712"/>
                  </a:cubicBezTo>
                  <a:cubicBezTo>
                    <a:pt x="6063" y="4725"/>
                    <a:pt x="5580" y="7425"/>
                    <a:pt x="5097" y="9787"/>
                  </a:cubicBezTo>
                  <a:cubicBezTo>
                    <a:pt x="4615" y="12150"/>
                    <a:pt x="4132" y="14175"/>
                    <a:pt x="3408" y="16538"/>
                  </a:cubicBezTo>
                  <a:cubicBezTo>
                    <a:pt x="2684" y="18900"/>
                    <a:pt x="1719" y="21600"/>
                    <a:pt x="1538" y="21600"/>
                  </a:cubicBezTo>
                  <a:cubicBezTo>
                    <a:pt x="1357" y="21600"/>
                    <a:pt x="1960" y="18900"/>
                    <a:pt x="2986" y="15863"/>
                  </a:cubicBezTo>
                  <a:cubicBezTo>
                    <a:pt x="4011" y="12825"/>
                    <a:pt x="5460" y="9450"/>
                    <a:pt x="6485" y="7762"/>
                  </a:cubicBezTo>
                  <a:cubicBezTo>
                    <a:pt x="7511" y="6075"/>
                    <a:pt x="8114" y="6075"/>
                    <a:pt x="8114" y="7087"/>
                  </a:cubicBezTo>
                  <a:cubicBezTo>
                    <a:pt x="8114" y="8100"/>
                    <a:pt x="7511" y="10125"/>
                    <a:pt x="6908" y="11812"/>
                  </a:cubicBezTo>
                  <a:cubicBezTo>
                    <a:pt x="6304" y="13500"/>
                    <a:pt x="5701" y="14850"/>
                    <a:pt x="5701" y="14512"/>
                  </a:cubicBezTo>
                  <a:cubicBezTo>
                    <a:pt x="5701" y="14175"/>
                    <a:pt x="6304" y="12150"/>
                    <a:pt x="6908" y="10800"/>
                  </a:cubicBezTo>
                  <a:cubicBezTo>
                    <a:pt x="7511" y="9450"/>
                    <a:pt x="8114" y="8775"/>
                    <a:pt x="8899" y="7762"/>
                  </a:cubicBezTo>
                  <a:cubicBezTo>
                    <a:pt x="9683" y="6750"/>
                    <a:pt x="10648" y="5400"/>
                    <a:pt x="10648" y="6750"/>
                  </a:cubicBezTo>
                  <a:cubicBezTo>
                    <a:pt x="10648" y="8100"/>
                    <a:pt x="9683" y="12150"/>
                    <a:pt x="8899" y="14850"/>
                  </a:cubicBezTo>
                  <a:cubicBezTo>
                    <a:pt x="8114" y="17550"/>
                    <a:pt x="7511" y="18900"/>
                    <a:pt x="7511" y="18563"/>
                  </a:cubicBezTo>
                  <a:cubicBezTo>
                    <a:pt x="7511" y="18225"/>
                    <a:pt x="8114" y="16200"/>
                    <a:pt x="9019" y="13838"/>
                  </a:cubicBezTo>
                  <a:cubicBezTo>
                    <a:pt x="9924" y="11475"/>
                    <a:pt x="11131" y="8775"/>
                    <a:pt x="11976" y="6412"/>
                  </a:cubicBezTo>
                  <a:cubicBezTo>
                    <a:pt x="12820" y="4050"/>
                    <a:pt x="13303" y="2025"/>
                    <a:pt x="13243" y="2025"/>
                  </a:cubicBezTo>
                  <a:cubicBezTo>
                    <a:pt x="13182" y="2025"/>
                    <a:pt x="12579" y="4050"/>
                    <a:pt x="11976" y="5737"/>
                  </a:cubicBezTo>
                  <a:cubicBezTo>
                    <a:pt x="11372" y="7425"/>
                    <a:pt x="10769" y="8775"/>
                    <a:pt x="10166" y="10125"/>
                  </a:cubicBezTo>
                  <a:cubicBezTo>
                    <a:pt x="9562" y="11475"/>
                    <a:pt x="8959" y="12825"/>
                    <a:pt x="8959" y="12825"/>
                  </a:cubicBezTo>
                  <a:cubicBezTo>
                    <a:pt x="8959" y="12825"/>
                    <a:pt x="9562" y="11475"/>
                    <a:pt x="10769" y="10125"/>
                  </a:cubicBezTo>
                  <a:cubicBezTo>
                    <a:pt x="11976" y="8775"/>
                    <a:pt x="13786" y="7425"/>
                    <a:pt x="15234" y="6075"/>
                  </a:cubicBezTo>
                  <a:cubicBezTo>
                    <a:pt x="16682" y="4725"/>
                    <a:pt x="17768" y="3375"/>
                    <a:pt x="18009" y="3037"/>
                  </a:cubicBezTo>
                  <a:cubicBezTo>
                    <a:pt x="18251" y="2700"/>
                    <a:pt x="17647" y="3375"/>
                    <a:pt x="17044" y="4050"/>
                  </a:cubicBezTo>
                  <a:cubicBezTo>
                    <a:pt x="16441" y="4725"/>
                    <a:pt x="15837" y="5400"/>
                    <a:pt x="15234" y="6075"/>
                  </a:cubicBezTo>
                  <a:cubicBezTo>
                    <a:pt x="14630" y="6750"/>
                    <a:pt x="14027" y="7425"/>
                    <a:pt x="14087" y="7425"/>
                  </a:cubicBezTo>
                  <a:cubicBezTo>
                    <a:pt x="14148" y="7425"/>
                    <a:pt x="14872" y="6750"/>
                    <a:pt x="15535" y="6412"/>
                  </a:cubicBezTo>
                  <a:cubicBezTo>
                    <a:pt x="16199" y="6075"/>
                    <a:pt x="16803" y="6075"/>
                    <a:pt x="17647" y="6075"/>
                  </a:cubicBezTo>
                  <a:cubicBezTo>
                    <a:pt x="18492" y="6075"/>
                    <a:pt x="19578" y="6075"/>
                    <a:pt x="19819" y="6075"/>
                  </a:cubicBezTo>
                  <a:cubicBezTo>
                    <a:pt x="20061" y="6075"/>
                    <a:pt x="19457" y="6075"/>
                    <a:pt x="18854" y="6412"/>
                  </a:cubicBezTo>
                  <a:cubicBezTo>
                    <a:pt x="18251" y="6750"/>
                    <a:pt x="17647" y="7425"/>
                    <a:pt x="17044" y="8100"/>
                  </a:cubicBezTo>
                  <a:cubicBezTo>
                    <a:pt x="16441" y="8775"/>
                    <a:pt x="15837" y="9450"/>
                    <a:pt x="15897" y="9450"/>
                  </a:cubicBezTo>
                  <a:cubicBezTo>
                    <a:pt x="15958" y="9450"/>
                    <a:pt x="16682" y="8775"/>
                    <a:pt x="17708" y="8437"/>
                  </a:cubicBezTo>
                  <a:cubicBezTo>
                    <a:pt x="18733" y="8100"/>
                    <a:pt x="20061" y="8100"/>
                    <a:pt x="21388" y="81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6" name="Línea"/>
            <p:cNvSpPr/>
            <p:nvPr/>
          </p:nvSpPr>
          <p:spPr>
            <a:xfrm>
              <a:off x="18926557" y="2562608"/>
              <a:ext cx="130774" cy="330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0955" fill="norm" stroke="1" extrusionOk="0">
                  <a:moveTo>
                    <a:pt x="15429" y="2955"/>
                  </a:moveTo>
                  <a:cubicBezTo>
                    <a:pt x="15429" y="4955"/>
                    <a:pt x="15429" y="6955"/>
                    <a:pt x="15429" y="8955"/>
                  </a:cubicBezTo>
                  <a:cubicBezTo>
                    <a:pt x="15429" y="10955"/>
                    <a:pt x="15429" y="12955"/>
                    <a:pt x="15429" y="12955"/>
                  </a:cubicBezTo>
                  <a:cubicBezTo>
                    <a:pt x="15429" y="12955"/>
                    <a:pt x="15429" y="10955"/>
                    <a:pt x="16457" y="7955"/>
                  </a:cubicBezTo>
                  <a:cubicBezTo>
                    <a:pt x="17486" y="4955"/>
                    <a:pt x="19543" y="955"/>
                    <a:pt x="20571" y="155"/>
                  </a:cubicBezTo>
                  <a:cubicBezTo>
                    <a:pt x="21600" y="-645"/>
                    <a:pt x="21600" y="1755"/>
                    <a:pt x="20571" y="4955"/>
                  </a:cubicBezTo>
                  <a:cubicBezTo>
                    <a:pt x="19543" y="8155"/>
                    <a:pt x="17486" y="12155"/>
                    <a:pt x="15943" y="15155"/>
                  </a:cubicBezTo>
                  <a:cubicBezTo>
                    <a:pt x="14400" y="18155"/>
                    <a:pt x="13371" y="20155"/>
                    <a:pt x="11314" y="20355"/>
                  </a:cubicBezTo>
                  <a:cubicBezTo>
                    <a:pt x="9257" y="20555"/>
                    <a:pt x="6171" y="18955"/>
                    <a:pt x="4629" y="16155"/>
                  </a:cubicBezTo>
                  <a:cubicBezTo>
                    <a:pt x="3086" y="13355"/>
                    <a:pt x="3086" y="9355"/>
                    <a:pt x="3600" y="6355"/>
                  </a:cubicBezTo>
                  <a:cubicBezTo>
                    <a:pt x="4114" y="3355"/>
                    <a:pt x="5143" y="1355"/>
                    <a:pt x="5657" y="1355"/>
                  </a:cubicBezTo>
                  <a:cubicBezTo>
                    <a:pt x="6171" y="1355"/>
                    <a:pt x="6171" y="3355"/>
                    <a:pt x="5143" y="6955"/>
                  </a:cubicBezTo>
                  <a:cubicBezTo>
                    <a:pt x="4114" y="10555"/>
                    <a:pt x="2057" y="15755"/>
                    <a:pt x="0" y="2095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7" name="Línea"/>
            <p:cNvSpPr/>
            <p:nvPr/>
          </p:nvSpPr>
          <p:spPr>
            <a:xfrm>
              <a:off x="17508531" y="2665099"/>
              <a:ext cx="1058794" cy="464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fill="norm" stroke="1" extrusionOk="0">
                  <a:moveTo>
                    <a:pt x="21600" y="2628"/>
                  </a:moveTo>
                  <a:cubicBezTo>
                    <a:pt x="21600" y="5508"/>
                    <a:pt x="21600" y="8388"/>
                    <a:pt x="21471" y="10548"/>
                  </a:cubicBezTo>
                  <a:cubicBezTo>
                    <a:pt x="21343" y="12708"/>
                    <a:pt x="21086" y="14148"/>
                    <a:pt x="20893" y="14004"/>
                  </a:cubicBezTo>
                  <a:cubicBezTo>
                    <a:pt x="20700" y="13860"/>
                    <a:pt x="20571" y="12132"/>
                    <a:pt x="20507" y="10404"/>
                  </a:cubicBezTo>
                  <a:cubicBezTo>
                    <a:pt x="20443" y="8676"/>
                    <a:pt x="20443" y="6948"/>
                    <a:pt x="20443" y="5364"/>
                  </a:cubicBezTo>
                  <a:cubicBezTo>
                    <a:pt x="20443" y="3780"/>
                    <a:pt x="20443" y="2340"/>
                    <a:pt x="20314" y="2340"/>
                  </a:cubicBezTo>
                  <a:cubicBezTo>
                    <a:pt x="20186" y="2340"/>
                    <a:pt x="19929" y="3780"/>
                    <a:pt x="19607" y="6084"/>
                  </a:cubicBezTo>
                  <a:cubicBezTo>
                    <a:pt x="19286" y="8388"/>
                    <a:pt x="18900" y="11556"/>
                    <a:pt x="18514" y="13860"/>
                  </a:cubicBezTo>
                  <a:cubicBezTo>
                    <a:pt x="18129" y="16164"/>
                    <a:pt x="17743" y="17604"/>
                    <a:pt x="17550" y="17172"/>
                  </a:cubicBezTo>
                  <a:cubicBezTo>
                    <a:pt x="17357" y="16740"/>
                    <a:pt x="17357" y="14436"/>
                    <a:pt x="17421" y="11844"/>
                  </a:cubicBezTo>
                  <a:cubicBezTo>
                    <a:pt x="17486" y="9252"/>
                    <a:pt x="17614" y="6372"/>
                    <a:pt x="17743" y="4212"/>
                  </a:cubicBezTo>
                  <a:cubicBezTo>
                    <a:pt x="17871" y="2052"/>
                    <a:pt x="18000" y="612"/>
                    <a:pt x="18064" y="612"/>
                  </a:cubicBezTo>
                  <a:cubicBezTo>
                    <a:pt x="18129" y="612"/>
                    <a:pt x="18129" y="2052"/>
                    <a:pt x="17807" y="5364"/>
                  </a:cubicBezTo>
                  <a:cubicBezTo>
                    <a:pt x="17486" y="8676"/>
                    <a:pt x="16843" y="13860"/>
                    <a:pt x="16264" y="17028"/>
                  </a:cubicBezTo>
                  <a:cubicBezTo>
                    <a:pt x="15686" y="20196"/>
                    <a:pt x="15171" y="21348"/>
                    <a:pt x="14914" y="21204"/>
                  </a:cubicBezTo>
                  <a:cubicBezTo>
                    <a:pt x="14657" y="21060"/>
                    <a:pt x="14657" y="19620"/>
                    <a:pt x="14721" y="16740"/>
                  </a:cubicBezTo>
                  <a:cubicBezTo>
                    <a:pt x="14786" y="13860"/>
                    <a:pt x="14914" y="9540"/>
                    <a:pt x="15043" y="6660"/>
                  </a:cubicBezTo>
                  <a:cubicBezTo>
                    <a:pt x="15171" y="3780"/>
                    <a:pt x="15300" y="2340"/>
                    <a:pt x="15300" y="2340"/>
                  </a:cubicBezTo>
                  <a:cubicBezTo>
                    <a:pt x="15300" y="2340"/>
                    <a:pt x="15171" y="3780"/>
                    <a:pt x="14721" y="6372"/>
                  </a:cubicBezTo>
                  <a:cubicBezTo>
                    <a:pt x="14271" y="8964"/>
                    <a:pt x="13500" y="12708"/>
                    <a:pt x="12793" y="14868"/>
                  </a:cubicBezTo>
                  <a:cubicBezTo>
                    <a:pt x="12086" y="17028"/>
                    <a:pt x="11443" y="17604"/>
                    <a:pt x="11121" y="17028"/>
                  </a:cubicBezTo>
                  <a:cubicBezTo>
                    <a:pt x="10800" y="16452"/>
                    <a:pt x="10800" y="14724"/>
                    <a:pt x="10864" y="12420"/>
                  </a:cubicBezTo>
                  <a:cubicBezTo>
                    <a:pt x="10929" y="10116"/>
                    <a:pt x="11057" y="7236"/>
                    <a:pt x="11186" y="4788"/>
                  </a:cubicBezTo>
                  <a:cubicBezTo>
                    <a:pt x="11314" y="2340"/>
                    <a:pt x="11443" y="324"/>
                    <a:pt x="11507" y="36"/>
                  </a:cubicBezTo>
                  <a:cubicBezTo>
                    <a:pt x="11571" y="-252"/>
                    <a:pt x="11571" y="1188"/>
                    <a:pt x="11250" y="4212"/>
                  </a:cubicBezTo>
                  <a:cubicBezTo>
                    <a:pt x="10929" y="7236"/>
                    <a:pt x="10286" y="11844"/>
                    <a:pt x="9771" y="14868"/>
                  </a:cubicBezTo>
                  <a:cubicBezTo>
                    <a:pt x="9257" y="17892"/>
                    <a:pt x="8871" y="19332"/>
                    <a:pt x="8550" y="19332"/>
                  </a:cubicBezTo>
                  <a:cubicBezTo>
                    <a:pt x="8229" y="19332"/>
                    <a:pt x="7971" y="17892"/>
                    <a:pt x="7843" y="15588"/>
                  </a:cubicBezTo>
                  <a:cubicBezTo>
                    <a:pt x="7714" y="13284"/>
                    <a:pt x="7714" y="10116"/>
                    <a:pt x="7779" y="7668"/>
                  </a:cubicBezTo>
                  <a:cubicBezTo>
                    <a:pt x="7843" y="5220"/>
                    <a:pt x="7971" y="3492"/>
                    <a:pt x="7843" y="3348"/>
                  </a:cubicBezTo>
                  <a:cubicBezTo>
                    <a:pt x="7714" y="3204"/>
                    <a:pt x="7329" y="4644"/>
                    <a:pt x="6943" y="6804"/>
                  </a:cubicBezTo>
                  <a:cubicBezTo>
                    <a:pt x="6557" y="8964"/>
                    <a:pt x="6171" y="11844"/>
                    <a:pt x="5786" y="14004"/>
                  </a:cubicBezTo>
                  <a:cubicBezTo>
                    <a:pt x="5400" y="16164"/>
                    <a:pt x="5014" y="17604"/>
                    <a:pt x="4757" y="17604"/>
                  </a:cubicBezTo>
                  <a:cubicBezTo>
                    <a:pt x="4500" y="17604"/>
                    <a:pt x="4371" y="16164"/>
                    <a:pt x="4371" y="13716"/>
                  </a:cubicBezTo>
                  <a:cubicBezTo>
                    <a:pt x="4371" y="11268"/>
                    <a:pt x="4500" y="7812"/>
                    <a:pt x="4500" y="6804"/>
                  </a:cubicBezTo>
                  <a:cubicBezTo>
                    <a:pt x="4500" y="5796"/>
                    <a:pt x="4371" y="7236"/>
                    <a:pt x="4179" y="8676"/>
                  </a:cubicBezTo>
                  <a:cubicBezTo>
                    <a:pt x="3986" y="10116"/>
                    <a:pt x="3729" y="11556"/>
                    <a:pt x="3407" y="12852"/>
                  </a:cubicBezTo>
                  <a:cubicBezTo>
                    <a:pt x="3086" y="14148"/>
                    <a:pt x="2700" y="15300"/>
                    <a:pt x="2507" y="15156"/>
                  </a:cubicBezTo>
                  <a:cubicBezTo>
                    <a:pt x="2314" y="15012"/>
                    <a:pt x="2314" y="13572"/>
                    <a:pt x="1929" y="12276"/>
                  </a:cubicBezTo>
                  <a:cubicBezTo>
                    <a:pt x="1543" y="10980"/>
                    <a:pt x="771" y="9828"/>
                    <a:pt x="0" y="8676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8" name="Línea"/>
            <p:cNvSpPr/>
            <p:nvPr/>
          </p:nvSpPr>
          <p:spPr>
            <a:xfrm>
              <a:off x="17470718" y="3724681"/>
              <a:ext cx="5672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39" name="Línea"/>
            <p:cNvSpPr/>
            <p:nvPr/>
          </p:nvSpPr>
          <p:spPr>
            <a:xfrm>
              <a:off x="18226997" y="3308727"/>
              <a:ext cx="1" cy="3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0" name="Línea"/>
            <p:cNvSpPr/>
            <p:nvPr/>
          </p:nvSpPr>
          <p:spPr>
            <a:xfrm>
              <a:off x="17376182" y="3705774"/>
              <a:ext cx="831910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7509" y="18000"/>
                    <a:pt x="13418" y="14400"/>
                    <a:pt x="9818" y="10800"/>
                  </a:cubicBezTo>
                  <a:cubicBezTo>
                    <a:pt x="6218" y="7200"/>
                    <a:pt x="3109" y="3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1" name="Línea"/>
            <p:cNvSpPr/>
            <p:nvPr/>
          </p:nvSpPr>
          <p:spPr>
            <a:xfrm>
              <a:off x="17376182" y="3214205"/>
              <a:ext cx="737375" cy="516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9" fill="norm" stroke="1" extrusionOk="0">
                  <a:moveTo>
                    <a:pt x="3877" y="2341"/>
                  </a:moveTo>
                  <a:cubicBezTo>
                    <a:pt x="4062" y="3903"/>
                    <a:pt x="4246" y="5464"/>
                    <a:pt x="4338" y="5594"/>
                  </a:cubicBezTo>
                  <a:cubicBezTo>
                    <a:pt x="4431" y="5725"/>
                    <a:pt x="4431" y="4423"/>
                    <a:pt x="4523" y="3122"/>
                  </a:cubicBezTo>
                  <a:cubicBezTo>
                    <a:pt x="4615" y="1821"/>
                    <a:pt x="4800" y="520"/>
                    <a:pt x="5077" y="520"/>
                  </a:cubicBezTo>
                  <a:cubicBezTo>
                    <a:pt x="5354" y="520"/>
                    <a:pt x="5723" y="1821"/>
                    <a:pt x="6000" y="3643"/>
                  </a:cubicBezTo>
                  <a:cubicBezTo>
                    <a:pt x="6277" y="5464"/>
                    <a:pt x="6462" y="7806"/>
                    <a:pt x="6554" y="8327"/>
                  </a:cubicBezTo>
                  <a:cubicBezTo>
                    <a:pt x="6646" y="8847"/>
                    <a:pt x="6646" y="7546"/>
                    <a:pt x="6831" y="6245"/>
                  </a:cubicBezTo>
                  <a:cubicBezTo>
                    <a:pt x="7015" y="4944"/>
                    <a:pt x="7385" y="3643"/>
                    <a:pt x="7938" y="3382"/>
                  </a:cubicBezTo>
                  <a:cubicBezTo>
                    <a:pt x="8492" y="3122"/>
                    <a:pt x="9231" y="3903"/>
                    <a:pt x="9692" y="5594"/>
                  </a:cubicBezTo>
                  <a:cubicBezTo>
                    <a:pt x="10154" y="7286"/>
                    <a:pt x="10338" y="9888"/>
                    <a:pt x="10431" y="12361"/>
                  </a:cubicBezTo>
                  <a:cubicBezTo>
                    <a:pt x="10523" y="14833"/>
                    <a:pt x="10523" y="17175"/>
                    <a:pt x="10431" y="17566"/>
                  </a:cubicBezTo>
                  <a:cubicBezTo>
                    <a:pt x="10338" y="17956"/>
                    <a:pt x="10154" y="16394"/>
                    <a:pt x="10062" y="14052"/>
                  </a:cubicBezTo>
                  <a:cubicBezTo>
                    <a:pt x="9969" y="11710"/>
                    <a:pt x="9969" y="8587"/>
                    <a:pt x="10062" y="6245"/>
                  </a:cubicBezTo>
                  <a:cubicBezTo>
                    <a:pt x="10154" y="3903"/>
                    <a:pt x="10338" y="2341"/>
                    <a:pt x="10892" y="1300"/>
                  </a:cubicBezTo>
                  <a:cubicBezTo>
                    <a:pt x="11446" y="259"/>
                    <a:pt x="12369" y="-261"/>
                    <a:pt x="13015" y="129"/>
                  </a:cubicBezTo>
                  <a:cubicBezTo>
                    <a:pt x="13662" y="520"/>
                    <a:pt x="14031" y="1821"/>
                    <a:pt x="14215" y="4553"/>
                  </a:cubicBezTo>
                  <a:cubicBezTo>
                    <a:pt x="14400" y="7286"/>
                    <a:pt x="14400" y="11450"/>
                    <a:pt x="14308" y="14182"/>
                  </a:cubicBezTo>
                  <a:cubicBezTo>
                    <a:pt x="14215" y="16915"/>
                    <a:pt x="14031" y="18216"/>
                    <a:pt x="13754" y="18216"/>
                  </a:cubicBezTo>
                  <a:cubicBezTo>
                    <a:pt x="13477" y="18216"/>
                    <a:pt x="13108" y="16915"/>
                    <a:pt x="12923" y="14963"/>
                  </a:cubicBezTo>
                  <a:cubicBezTo>
                    <a:pt x="12738" y="13011"/>
                    <a:pt x="12738" y="10409"/>
                    <a:pt x="12923" y="8457"/>
                  </a:cubicBezTo>
                  <a:cubicBezTo>
                    <a:pt x="13108" y="6505"/>
                    <a:pt x="13477" y="5204"/>
                    <a:pt x="14031" y="4163"/>
                  </a:cubicBezTo>
                  <a:cubicBezTo>
                    <a:pt x="14585" y="3122"/>
                    <a:pt x="15323" y="2341"/>
                    <a:pt x="15969" y="2472"/>
                  </a:cubicBezTo>
                  <a:cubicBezTo>
                    <a:pt x="16615" y="2602"/>
                    <a:pt x="17169" y="3643"/>
                    <a:pt x="17631" y="5594"/>
                  </a:cubicBezTo>
                  <a:cubicBezTo>
                    <a:pt x="18092" y="7546"/>
                    <a:pt x="18462" y="10409"/>
                    <a:pt x="18554" y="12881"/>
                  </a:cubicBezTo>
                  <a:cubicBezTo>
                    <a:pt x="18646" y="15353"/>
                    <a:pt x="18462" y="17435"/>
                    <a:pt x="18185" y="17305"/>
                  </a:cubicBezTo>
                  <a:cubicBezTo>
                    <a:pt x="17908" y="17175"/>
                    <a:pt x="17538" y="14833"/>
                    <a:pt x="17354" y="12231"/>
                  </a:cubicBezTo>
                  <a:cubicBezTo>
                    <a:pt x="17169" y="9628"/>
                    <a:pt x="17169" y="6766"/>
                    <a:pt x="17262" y="4684"/>
                  </a:cubicBezTo>
                  <a:cubicBezTo>
                    <a:pt x="17354" y="2602"/>
                    <a:pt x="17538" y="1300"/>
                    <a:pt x="18000" y="1040"/>
                  </a:cubicBezTo>
                  <a:cubicBezTo>
                    <a:pt x="18462" y="780"/>
                    <a:pt x="19200" y="1561"/>
                    <a:pt x="19846" y="4033"/>
                  </a:cubicBezTo>
                  <a:cubicBezTo>
                    <a:pt x="20492" y="6505"/>
                    <a:pt x="21046" y="10669"/>
                    <a:pt x="21323" y="13402"/>
                  </a:cubicBezTo>
                  <a:cubicBezTo>
                    <a:pt x="21600" y="16134"/>
                    <a:pt x="21600" y="17435"/>
                    <a:pt x="21600" y="18737"/>
                  </a:cubicBezTo>
                  <a:cubicBezTo>
                    <a:pt x="21600" y="20038"/>
                    <a:pt x="21600" y="21339"/>
                    <a:pt x="21323" y="21339"/>
                  </a:cubicBezTo>
                  <a:cubicBezTo>
                    <a:pt x="21046" y="21339"/>
                    <a:pt x="20492" y="20038"/>
                    <a:pt x="20031" y="17435"/>
                  </a:cubicBezTo>
                  <a:cubicBezTo>
                    <a:pt x="19569" y="14833"/>
                    <a:pt x="19200" y="10929"/>
                    <a:pt x="19015" y="8327"/>
                  </a:cubicBezTo>
                  <a:cubicBezTo>
                    <a:pt x="18831" y="5725"/>
                    <a:pt x="18831" y="4423"/>
                    <a:pt x="19108" y="3252"/>
                  </a:cubicBezTo>
                  <a:cubicBezTo>
                    <a:pt x="19385" y="2081"/>
                    <a:pt x="19938" y="1040"/>
                    <a:pt x="20308" y="1170"/>
                  </a:cubicBezTo>
                  <a:cubicBezTo>
                    <a:pt x="20677" y="1300"/>
                    <a:pt x="20862" y="2602"/>
                    <a:pt x="20954" y="4553"/>
                  </a:cubicBezTo>
                  <a:cubicBezTo>
                    <a:pt x="21046" y="6505"/>
                    <a:pt x="21046" y="9108"/>
                    <a:pt x="20862" y="11059"/>
                  </a:cubicBezTo>
                  <a:cubicBezTo>
                    <a:pt x="20677" y="13011"/>
                    <a:pt x="20308" y="14312"/>
                    <a:pt x="19662" y="15223"/>
                  </a:cubicBezTo>
                  <a:cubicBezTo>
                    <a:pt x="19015" y="16134"/>
                    <a:pt x="18092" y="16655"/>
                    <a:pt x="17262" y="16525"/>
                  </a:cubicBezTo>
                  <a:cubicBezTo>
                    <a:pt x="16431" y="16394"/>
                    <a:pt x="15692" y="15614"/>
                    <a:pt x="14862" y="13792"/>
                  </a:cubicBezTo>
                  <a:cubicBezTo>
                    <a:pt x="14031" y="11970"/>
                    <a:pt x="13108" y="9108"/>
                    <a:pt x="12369" y="7156"/>
                  </a:cubicBezTo>
                  <a:cubicBezTo>
                    <a:pt x="11631" y="5204"/>
                    <a:pt x="11077" y="4163"/>
                    <a:pt x="10800" y="4293"/>
                  </a:cubicBezTo>
                  <a:cubicBezTo>
                    <a:pt x="10523" y="4423"/>
                    <a:pt x="10523" y="5725"/>
                    <a:pt x="10431" y="7676"/>
                  </a:cubicBezTo>
                  <a:cubicBezTo>
                    <a:pt x="10338" y="9628"/>
                    <a:pt x="10154" y="12231"/>
                    <a:pt x="9785" y="14182"/>
                  </a:cubicBezTo>
                  <a:cubicBezTo>
                    <a:pt x="9415" y="16134"/>
                    <a:pt x="8862" y="17435"/>
                    <a:pt x="8308" y="17566"/>
                  </a:cubicBezTo>
                  <a:cubicBezTo>
                    <a:pt x="7754" y="17696"/>
                    <a:pt x="7200" y="16655"/>
                    <a:pt x="6554" y="14443"/>
                  </a:cubicBezTo>
                  <a:cubicBezTo>
                    <a:pt x="5908" y="12231"/>
                    <a:pt x="5169" y="8847"/>
                    <a:pt x="4615" y="6505"/>
                  </a:cubicBezTo>
                  <a:cubicBezTo>
                    <a:pt x="4062" y="4163"/>
                    <a:pt x="3692" y="2862"/>
                    <a:pt x="3508" y="2992"/>
                  </a:cubicBezTo>
                  <a:cubicBezTo>
                    <a:pt x="3323" y="3122"/>
                    <a:pt x="3323" y="4684"/>
                    <a:pt x="3323" y="6375"/>
                  </a:cubicBezTo>
                  <a:cubicBezTo>
                    <a:pt x="3323" y="8067"/>
                    <a:pt x="3323" y="9888"/>
                    <a:pt x="3231" y="11450"/>
                  </a:cubicBezTo>
                  <a:cubicBezTo>
                    <a:pt x="3138" y="13011"/>
                    <a:pt x="2954" y="14312"/>
                    <a:pt x="2400" y="15093"/>
                  </a:cubicBezTo>
                  <a:cubicBezTo>
                    <a:pt x="1846" y="15874"/>
                    <a:pt x="923" y="16134"/>
                    <a:pt x="0" y="16394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2" name="Línea"/>
            <p:cNvSpPr/>
            <p:nvPr/>
          </p:nvSpPr>
          <p:spPr>
            <a:xfrm>
              <a:off x="18226997" y="3573426"/>
              <a:ext cx="283607" cy="170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3" name="Línea"/>
            <p:cNvSpPr/>
            <p:nvPr/>
          </p:nvSpPr>
          <p:spPr>
            <a:xfrm>
              <a:off x="18510603" y="3252006"/>
              <a:ext cx="18908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4" name="Línea"/>
            <p:cNvSpPr/>
            <p:nvPr/>
          </p:nvSpPr>
          <p:spPr>
            <a:xfrm>
              <a:off x="18248619" y="3270913"/>
              <a:ext cx="148542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fill="norm" stroke="1" extrusionOk="0">
                  <a:moveTo>
                    <a:pt x="21212" y="0"/>
                  </a:moveTo>
                  <a:cubicBezTo>
                    <a:pt x="21212" y="2000"/>
                    <a:pt x="21212" y="4000"/>
                    <a:pt x="19862" y="4200"/>
                  </a:cubicBezTo>
                  <a:cubicBezTo>
                    <a:pt x="18512" y="4400"/>
                    <a:pt x="15812" y="2800"/>
                    <a:pt x="14912" y="3000"/>
                  </a:cubicBezTo>
                  <a:cubicBezTo>
                    <a:pt x="14012" y="3200"/>
                    <a:pt x="14912" y="5200"/>
                    <a:pt x="15362" y="8000"/>
                  </a:cubicBezTo>
                  <a:cubicBezTo>
                    <a:pt x="15812" y="10800"/>
                    <a:pt x="15812" y="14400"/>
                    <a:pt x="14462" y="15400"/>
                  </a:cubicBezTo>
                  <a:cubicBezTo>
                    <a:pt x="13112" y="16400"/>
                    <a:pt x="10412" y="14800"/>
                    <a:pt x="8612" y="13000"/>
                  </a:cubicBezTo>
                  <a:cubicBezTo>
                    <a:pt x="6812" y="11200"/>
                    <a:pt x="5912" y="9200"/>
                    <a:pt x="5012" y="7200"/>
                  </a:cubicBezTo>
                  <a:cubicBezTo>
                    <a:pt x="4112" y="5200"/>
                    <a:pt x="3212" y="3200"/>
                    <a:pt x="3212" y="3200"/>
                  </a:cubicBezTo>
                  <a:cubicBezTo>
                    <a:pt x="3212" y="3200"/>
                    <a:pt x="4112" y="5200"/>
                    <a:pt x="5462" y="7200"/>
                  </a:cubicBezTo>
                  <a:cubicBezTo>
                    <a:pt x="6812" y="9200"/>
                    <a:pt x="8612" y="11200"/>
                    <a:pt x="7712" y="11000"/>
                  </a:cubicBezTo>
                  <a:cubicBezTo>
                    <a:pt x="6812" y="10800"/>
                    <a:pt x="3212" y="8400"/>
                    <a:pt x="1412" y="8200"/>
                  </a:cubicBezTo>
                  <a:cubicBezTo>
                    <a:pt x="-388" y="8000"/>
                    <a:pt x="-388" y="10000"/>
                    <a:pt x="962" y="12600"/>
                  </a:cubicBezTo>
                  <a:cubicBezTo>
                    <a:pt x="2312" y="15200"/>
                    <a:pt x="5012" y="18400"/>
                    <a:pt x="7712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5" name="Línea"/>
            <p:cNvSpPr/>
            <p:nvPr/>
          </p:nvSpPr>
          <p:spPr>
            <a:xfrm>
              <a:off x="17546346" y="2136492"/>
              <a:ext cx="756282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600" y="18000"/>
                    <a:pt x="7200" y="14400"/>
                    <a:pt x="10800" y="10800"/>
                  </a:cubicBezTo>
                  <a:cubicBezTo>
                    <a:pt x="14400" y="7200"/>
                    <a:pt x="18000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6" name="Línea"/>
            <p:cNvSpPr/>
            <p:nvPr/>
          </p:nvSpPr>
          <p:spPr>
            <a:xfrm>
              <a:off x="17536033" y="2179745"/>
              <a:ext cx="785500" cy="435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033" fill="norm" stroke="1" extrusionOk="0">
                  <a:moveTo>
                    <a:pt x="18945" y="650"/>
                  </a:moveTo>
                  <a:cubicBezTo>
                    <a:pt x="19809" y="346"/>
                    <a:pt x="20673" y="41"/>
                    <a:pt x="21105" y="650"/>
                  </a:cubicBezTo>
                  <a:cubicBezTo>
                    <a:pt x="21537" y="1258"/>
                    <a:pt x="21537" y="2779"/>
                    <a:pt x="21537" y="5822"/>
                  </a:cubicBezTo>
                  <a:cubicBezTo>
                    <a:pt x="21537" y="8864"/>
                    <a:pt x="21537" y="13427"/>
                    <a:pt x="21451" y="16470"/>
                  </a:cubicBezTo>
                  <a:cubicBezTo>
                    <a:pt x="21364" y="19512"/>
                    <a:pt x="21191" y="21033"/>
                    <a:pt x="20932" y="21033"/>
                  </a:cubicBezTo>
                  <a:cubicBezTo>
                    <a:pt x="20673" y="21033"/>
                    <a:pt x="20327" y="19512"/>
                    <a:pt x="19982" y="17230"/>
                  </a:cubicBezTo>
                  <a:cubicBezTo>
                    <a:pt x="19636" y="14948"/>
                    <a:pt x="19291" y="11906"/>
                    <a:pt x="19031" y="9625"/>
                  </a:cubicBezTo>
                  <a:cubicBezTo>
                    <a:pt x="18772" y="7343"/>
                    <a:pt x="18599" y="5822"/>
                    <a:pt x="18513" y="5822"/>
                  </a:cubicBezTo>
                  <a:cubicBezTo>
                    <a:pt x="18427" y="5822"/>
                    <a:pt x="18427" y="7343"/>
                    <a:pt x="18427" y="8864"/>
                  </a:cubicBezTo>
                  <a:cubicBezTo>
                    <a:pt x="18427" y="10385"/>
                    <a:pt x="18427" y="11906"/>
                    <a:pt x="18340" y="13427"/>
                  </a:cubicBezTo>
                  <a:cubicBezTo>
                    <a:pt x="18254" y="14948"/>
                    <a:pt x="18081" y="16470"/>
                    <a:pt x="17822" y="16470"/>
                  </a:cubicBezTo>
                  <a:cubicBezTo>
                    <a:pt x="17563" y="16470"/>
                    <a:pt x="17217" y="14948"/>
                    <a:pt x="16871" y="13275"/>
                  </a:cubicBezTo>
                  <a:cubicBezTo>
                    <a:pt x="16526" y="11602"/>
                    <a:pt x="16180" y="9777"/>
                    <a:pt x="15921" y="8103"/>
                  </a:cubicBezTo>
                  <a:cubicBezTo>
                    <a:pt x="15662" y="6430"/>
                    <a:pt x="15489" y="4909"/>
                    <a:pt x="15403" y="4909"/>
                  </a:cubicBezTo>
                  <a:cubicBezTo>
                    <a:pt x="15316" y="4909"/>
                    <a:pt x="15316" y="6430"/>
                    <a:pt x="15403" y="7951"/>
                  </a:cubicBezTo>
                  <a:cubicBezTo>
                    <a:pt x="15489" y="9472"/>
                    <a:pt x="15662" y="10994"/>
                    <a:pt x="15662" y="12971"/>
                  </a:cubicBezTo>
                  <a:cubicBezTo>
                    <a:pt x="15662" y="14948"/>
                    <a:pt x="15489" y="17382"/>
                    <a:pt x="15057" y="17991"/>
                  </a:cubicBezTo>
                  <a:cubicBezTo>
                    <a:pt x="14625" y="18599"/>
                    <a:pt x="13934" y="17382"/>
                    <a:pt x="13156" y="14492"/>
                  </a:cubicBezTo>
                  <a:cubicBezTo>
                    <a:pt x="12379" y="11602"/>
                    <a:pt x="11515" y="7039"/>
                    <a:pt x="10910" y="3996"/>
                  </a:cubicBezTo>
                  <a:cubicBezTo>
                    <a:pt x="10305" y="954"/>
                    <a:pt x="9959" y="-567"/>
                    <a:pt x="9959" y="194"/>
                  </a:cubicBezTo>
                  <a:cubicBezTo>
                    <a:pt x="9959" y="954"/>
                    <a:pt x="10305" y="3996"/>
                    <a:pt x="10478" y="7191"/>
                  </a:cubicBezTo>
                  <a:cubicBezTo>
                    <a:pt x="10651" y="10385"/>
                    <a:pt x="10651" y="13732"/>
                    <a:pt x="10564" y="16165"/>
                  </a:cubicBezTo>
                  <a:cubicBezTo>
                    <a:pt x="10478" y="18599"/>
                    <a:pt x="10305" y="20120"/>
                    <a:pt x="9787" y="20577"/>
                  </a:cubicBezTo>
                  <a:cubicBezTo>
                    <a:pt x="9268" y="21033"/>
                    <a:pt x="8404" y="20425"/>
                    <a:pt x="7713" y="18599"/>
                  </a:cubicBezTo>
                  <a:cubicBezTo>
                    <a:pt x="7022" y="16774"/>
                    <a:pt x="6503" y="13732"/>
                    <a:pt x="5985" y="11450"/>
                  </a:cubicBezTo>
                  <a:cubicBezTo>
                    <a:pt x="5467" y="9168"/>
                    <a:pt x="4948" y="7647"/>
                    <a:pt x="4603" y="5974"/>
                  </a:cubicBezTo>
                  <a:cubicBezTo>
                    <a:pt x="4257" y="4301"/>
                    <a:pt x="4084" y="2475"/>
                    <a:pt x="3998" y="2475"/>
                  </a:cubicBezTo>
                  <a:cubicBezTo>
                    <a:pt x="3911" y="2475"/>
                    <a:pt x="3911" y="4301"/>
                    <a:pt x="3998" y="6887"/>
                  </a:cubicBezTo>
                  <a:cubicBezTo>
                    <a:pt x="4084" y="9472"/>
                    <a:pt x="4257" y="12819"/>
                    <a:pt x="4343" y="15253"/>
                  </a:cubicBezTo>
                  <a:cubicBezTo>
                    <a:pt x="4430" y="17687"/>
                    <a:pt x="4430" y="19208"/>
                    <a:pt x="3998" y="19360"/>
                  </a:cubicBezTo>
                  <a:cubicBezTo>
                    <a:pt x="3566" y="19512"/>
                    <a:pt x="2702" y="18295"/>
                    <a:pt x="2097" y="16317"/>
                  </a:cubicBezTo>
                  <a:cubicBezTo>
                    <a:pt x="1492" y="14340"/>
                    <a:pt x="1147" y="11602"/>
                    <a:pt x="801" y="9168"/>
                  </a:cubicBezTo>
                  <a:cubicBezTo>
                    <a:pt x="455" y="6734"/>
                    <a:pt x="110" y="4605"/>
                    <a:pt x="23" y="4301"/>
                  </a:cubicBezTo>
                  <a:cubicBezTo>
                    <a:pt x="-63" y="3996"/>
                    <a:pt x="110" y="5518"/>
                    <a:pt x="196" y="8560"/>
                  </a:cubicBezTo>
                  <a:cubicBezTo>
                    <a:pt x="283" y="11602"/>
                    <a:pt x="283" y="16165"/>
                    <a:pt x="283" y="20729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7" name="Línea"/>
            <p:cNvSpPr/>
            <p:nvPr/>
          </p:nvSpPr>
          <p:spPr>
            <a:xfrm>
              <a:off x="17981206" y="1868146"/>
              <a:ext cx="555559" cy="192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307" fill="norm" stroke="1" extrusionOk="0">
                  <a:moveTo>
                    <a:pt x="0" y="4584"/>
                  </a:moveTo>
                  <a:cubicBezTo>
                    <a:pt x="4854" y="3888"/>
                    <a:pt x="9708" y="3191"/>
                    <a:pt x="12742" y="2842"/>
                  </a:cubicBezTo>
                  <a:cubicBezTo>
                    <a:pt x="15775" y="2494"/>
                    <a:pt x="16989" y="2494"/>
                    <a:pt x="18324" y="1797"/>
                  </a:cubicBezTo>
                  <a:cubicBezTo>
                    <a:pt x="19658" y="1101"/>
                    <a:pt x="21115" y="-293"/>
                    <a:pt x="21357" y="55"/>
                  </a:cubicBezTo>
                  <a:cubicBezTo>
                    <a:pt x="21600" y="404"/>
                    <a:pt x="20629" y="2494"/>
                    <a:pt x="18688" y="6326"/>
                  </a:cubicBezTo>
                  <a:cubicBezTo>
                    <a:pt x="16746" y="10159"/>
                    <a:pt x="13834" y="15733"/>
                    <a:pt x="10921" y="21307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8" name="Línea"/>
            <p:cNvSpPr/>
            <p:nvPr/>
          </p:nvSpPr>
          <p:spPr>
            <a:xfrm>
              <a:off x="18548418" y="1947422"/>
              <a:ext cx="18907" cy="548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49" name="Línea"/>
            <p:cNvSpPr/>
            <p:nvPr/>
          </p:nvSpPr>
          <p:spPr>
            <a:xfrm>
              <a:off x="18403462" y="2060864"/>
              <a:ext cx="124139" cy="359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fill="norm" stroke="1" extrusionOk="0">
                  <a:moveTo>
                    <a:pt x="15120" y="0"/>
                  </a:moveTo>
                  <a:cubicBezTo>
                    <a:pt x="17280" y="3789"/>
                    <a:pt x="19440" y="7579"/>
                    <a:pt x="20520" y="10421"/>
                  </a:cubicBezTo>
                  <a:cubicBezTo>
                    <a:pt x="21600" y="13263"/>
                    <a:pt x="21600" y="15158"/>
                    <a:pt x="19980" y="16863"/>
                  </a:cubicBezTo>
                  <a:cubicBezTo>
                    <a:pt x="18360" y="18568"/>
                    <a:pt x="15120" y="20084"/>
                    <a:pt x="12420" y="19705"/>
                  </a:cubicBezTo>
                  <a:cubicBezTo>
                    <a:pt x="9720" y="19326"/>
                    <a:pt x="7560" y="17053"/>
                    <a:pt x="5940" y="14779"/>
                  </a:cubicBezTo>
                  <a:cubicBezTo>
                    <a:pt x="4320" y="12505"/>
                    <a:pt x="3240" y="10232"/>
                    <a:pt x="2160" y="8147"/>
                  </a:cubicBezTo>
                  <a:cubicBezTo>
                    <a:pt x="1080" y="6063"/>
                    <a:pt x="0" y="4168"/>
                    <a:pt x="0" y="4358"/>
                  </a:cubicBezTo>
                  <a:cubicBezTo>
                    <a:pt x="0" y="4547"/>
                    <a:pt x="1080" y="6821"/>
                    <a:pt x="1620" y="10042"/>
                  </a:cubicBezTo>
                  <a:cubicBezTo>
                    <a:pt x="2160" y="13263"/>
                    <a:pt x="2160" y="17432"/>
                    <a:pt x="216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0" name="Línea"/>
            <p:cNvSpPr/>
            <p:nvPr/>
          </p:nvSpPr>
          <p:spPr>
            <a:xfrm>
              <a:off x="17677905" y="1960027"/>
              <a:ext cx="726539" cy="138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600" fill="norm" stroke="1" extrusionOk="0">
                  <a:moveTo>
                    <a:pt x="19962" y="21600"/>
                  </a:moveTo>
                  <a:cubicBezTo>
                    <a:pt x="20701" y="18655"/>
                    <a:pt x="21439" y="15709"/>
                    <a:pt x="21254" y="14236"/>
                  </a:cubicBezTo>
                  <a:cubicBezTo>
                    <a:pt x="21070" y="12764"/>
                    <a:pt x="19962" y="12764"/>
                    <a:pt x="17101" y="12273"/>
                  </a:cubicBezTo>
                  <a:cubicBezTo>
                    <a:pt x="14239" y="11782"/>
                    <a:pt x="9624" y="10800"/>
                    <a:pt x="6854" y="10800"/>
                  </a:cubicBezTo>
                  <a:cubicBezTo>
                    <a:pt x="4085" y="10800"/>
                    <a:pt x="3162" y="11782"/>
                    <a:pt x="3162" y="11782"/>
                  </a:cubicBezTo>
                  <a:cubicBezTo>
                    <a:pt x="3162" y="11782"/>
                    <a:pt x="4085" y="10800"/>
                    <a:pt x="6024" y="9327"/>
                  </a:cubicBezTo>
                  <a:cubicBezTo>
                    <a:pt x="7962" y="7855"/>
                    <a:pt x="10916" y="5891"/>
                    <a:pt x="12854" y="3927"/>
                  </a:cubicBezTo>
                  <a:cubicBezTo>
                    <a:pt x="14793" y="1964"/>
                    <a:pt x="15716" y="0"/>
                    <a:pt x="15716" y="0"/>
                  </a:cubicBezTo>
                  <a:cubicBezTo>
                    <a:pt x="15716" y="0"/>
                    <a:pt x="14793" y="1964"/>
                    <a:pt x="12485" y="4909"/>
                  </a:cubicBezTo>
                  <a:cubicBezTo>
                    <a:pt x="10177" y="7855"/>
                    <a:pt x="6485" y="11782"/>
                    <a:pt x="3993" y="14236"/>
                  </a:cubicBezTo>
                  <a:cubicBezTo>
                    <a:pt x="1501" y="16691"/>
                    <a:pt x="208" y="17673"/>
                    <a:pt x="24" y="18164"/>
                  </a:cubicBezTo>
                  <a:cubicBezTo>
                    <a:pt x="-161" y="18655"/>
                    <a:pt x="762" y="18655"/>
                    <a:pt x="2701" y="17182"/>
                  </a:cubicBezTo>
                  <a:cubicBezTo>
                    <a:pt x="4639" y="15709"/>
                    <a:pt x="7593" y="12764"/>
                    <a:pt x="10547" y="981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1" name="Línea"/>
            <p:cNvSpPr/>
            <p:nvPr/>
          </p:nvSpPr>
          <p:spPr>
            <a:xfrm>
              <a:off x="17451810" y="4726754"/>
              <a:ext cx="170164" cy="56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2" name="Línea"/>
            <p:cNvSpPr/>
            <p:nvPr/>
          </p:nvSpPr>
          <p:spPr>
            <a:xfrm>
              <a:off x="17565253" y="4726754"/>
              <a:ext cx="37814" cy="43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3" name="Línea"/>
            <p:cNvSpPr/>
            <p:nvPr/>
          </p:nvSpPr>
          <p:spPr>
            <a:xfrm>
              <a:off x="17338368" y="5199429"/>
              <a:ext cx="189071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4" name="Línea"/>
            <p:cNvSpPr/>
            <p:nvPr/>
          </p:nvSpPr>
          <p:spPr>
            <a:xfrm>
              <a:off x="17621973" y="4499869"/>
              <a:ext cx="264700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5" name="Línea"/>
            <p:cNvSpPr/>
            <p:nvPr/>
          </p:nvSpPr>
          <p:spPr>
            <a:xfrm>
              <a:off x="17735415" y="444314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6" name="Línea"/>
            <p:cNvSpPr/>
            <p:nvPr/>
          </p:nvSpPr>
          <p:spPr>
            <a:xfrm>
              <a:off x="17508531" y="4480962"/>
              <a:ext cx="245792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000"/>
                    <a:pt x="21600" y="8000"/>
                    <a:pt x="18000" y="11600"/>
                  </a:cubicBezTo>
                  <a:cubicBezTo>
                    <a:pt x="14400" y="15200"/>
                    <a:pt x="7200" y="18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7" name="Línea"/>
            <p:cNvSpPr/>
            <p:nvPr/>
          </p:nvSpPr>
          <p:spPr>
            <a:xfrm>
              <a:off x="17886672" y="4429307"/>
              <a:ext cx="85870" cy="448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359" fill="norm" stroke="1" extrusionOk="0">
                  <a:moveTo>
                    <a:pt x="0" y="1559"/>
                  </a:moveTo>
                  <a:cubicBezTo>
                    <a:pt x="6171" y="659"/>
                    <a:pt x="12343" y="-241"/>
                    <a:pt x="16200" y="59"/>
                  </a:cubicBezTo>
                  <a:cubicBezTo>
                    <a:pt x="20057" y="359"/>
                    <a:pt x="21600" y="1859"/>
                    <a:pt x="20829" y="5609"/>
                  </a:cubicBezTo>
                  <a:cubicBezTo>
                    <a:pt x="20057" y="9359"/>
                    <a:pt x="16971" y="15359"/>
                    <a:pt x="13886" y="21359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8" name="Línea"/>
            <p:cNvSpPr/>
            <p:nvPr/>
          </p:nvSpPr>
          <p:spPr>
            <a:xfrm>
              <a:off x="17584159" y="4896917"/>
              <a:ext cx="3214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59" name="Línea"/>
            <p:cNvSpPr/>
            <p:nvPr/>
          </p:nvSpPr>
          <p:spPr>
            <a:xfrm>
              <a:off x="17621973" y="4575497"/>
              <a:ext cx="237142" cy="415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18758" y="0"/>
                  </a:moveTo>
                  <a:cubicBezTo>
                    <a:pt x="19895" y="3273"/>
                    <a:pt x="21032" y="6545"/>
                    <a:pt x="21316" y="9000"/>
                  </a:cubicBezTo>
                  <a:cubicBezTo>
                    <a:pt x="21600" y="11455"/>
                    <a:pt x="21032" y="13091"/>
                    <a:pt x="19895" y="14891"/>
                  </a:cubicBezTo>
                  <a:cubicBezTo>
                    <a:pt x="18758" y="16691"/>
                    <a:pt x="17053" y="18655"/>
                    <a:pt x="15632" y="18818"/>
                  </a:cubicBezTo>
                  <a:cubicBezTo>
                    <a:pt x="14211" y="18982"/>
                    <a:pt x="13074" y="17345"/>
                    <a:pt x="12221" y="15709"/>
                  </a:cubicBezTo>
                  <a:cubicBezTo>
                    <a:pt x="11368" y="14073"/>
                    <a:pt x="10800" y="12436"/>
                    <a:pt x="10516" y="10800"/>
                  </a:cubicBezTo>
                  <a:cubicBezTo>
                    <a:pt x="10231" y="9164"/>
                    <a:pt x="10231" y="7527"/>
                    <a:pt x="10231" y="7527"/>
                  </a:cubicBezTo>
                  <a:cubicBezTo>
                    <a:pt x="10231" y="7527"/>
                    <a:pt x="10231" y="9164"/>
                    <a:pt x="10231" y="10964"/>
                  </a:cubicBezTo>
                  <a:cubicBezTo>
                    <a:pt x="10231" y="12764"/>
                    <a:pt x="10231" y="14727"/>
                    <a:pt x="9663" y="16527"/>
                  </a:cubicBezTo>
                  <a:cubicBezTo>
                    <a:pt x="9095" y="18327"/>
                    <a:pt x="7958" y="19964"/>
                    <a:pt x="6253" y="19800"/>
                  </a:cubicBezTo>
                  <a:cubicBezTo>
                    <a:pt x="4547" y="19636"/>
                    <a:pt x="2274" y="17673"/>
                    <a:pt x="1137" y="17673"/>
                  </a:cubicBezTo>
                  <a:cubicBezTo>
                    <a:pt x="0" y="17673"/>
                    <a:pt x="0" y="1963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0" name="Línea"/>
            <p:cNvSpPr/>
            <p:nvPr/>
          </p:nvSpPr>
          <p:spPr>
            <a:xfrm>
              <a:off x="17376182" y="4764568"/>
              <a:ext cx="113442" cy="3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3789"/>
                    <a:pt x="19200" y="7579"/>
                    <a:pt x="17400" y="10989"/>
                  </a:cubicBezTo>
                  <a:cubicBezTo>
                    <a:pt x="15600" y="14400"/>
                    <a:pt x="13200" y="17432"/>
                    <a:pt x="10800" y="17811"/>
                  </a:cubicBezTo>
                  <a:cubicBezTo>
                    <a:pt x="8400" y="18189"/>
                    <a:pt x="6000" y="15916"/>
                    <a:pt x="4200" y="13832"/>
                  </a:cubicBezTo>
                  <a:cubicBezTo>
                    <a:pt x="2400" y="11747"/>
                    <a:pt x="1200" y="9853"/>
                    <a:pt x="600" y="7958"/>
                  </a:cubicBezTo>
                  <a:cubicBezTo>
                    <a:pt x="0" y="6063"/>
                    <a:pt x="0" y="4168"/>
                    <a:pt x="0" y="6442"/>
                  </a:cubicBezTo>
                  <a:cubicBezTo>
                    <a:pt x="0" y="8716"/>
                    <a:pt x="0" y="1515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1" name="Línea"/>
            <p:cNvSpPr/>
            <p:nvPr/>
          </p:nvSpPr>
          <p:spPr>
            <a:xfrm>
              <a:off x="17508531" y="5445220"/>
              <a:ext cx="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21600"/>
                  </a:moveTo>
                  <a:cubicBezTo>
                    <a:pt x="-5400" y="14400"/>
                    <a:pt x="-5400" y="7200"/>
                    <a:pt x="162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2" name="Línea"/>
            <p:cNvSpPr/>
            <p:nvPr/>
          </p:nvSpPr>
          <p:spPr>
            <a:xfrm>
              <a:off x="17432903" y="5293964"/>
              <a:ext cx="37816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3" name="Línea"/>
            <p:cNvSpPr/>
            <p:nvPr/>
          </p:nvSpPr>
          <p:spPr>
            <a:xfrm>
              <a:off x="17376032" y="5634290"/>
              <a:ext cx="472826" cy="92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1060" fill="norm" stroke="1" extrusionOk="0">
                  <a:moveTo>
                    <a:pt x="860" y="0"/>
                  </a:moveTo>
                  <a:cubicBezTo>
                    <a:pt x="291" y="7200"/>
                    <a:pt x="-277" y="14400"/>
                    <a:pt x="149" y="18000"/>
                  </a:cubicBezTo>
                  <a:cubicBezTo>
                    <a:pt x="576" y="21600"/>
                    <a:pt x="1997" y="21600"/>
                    <a:pt x="5691" y="20160"/>
                  </a:cubicBezTo>
                  <a:cubicBezTo>
                    <a:pt x="9386" y="18720"/>
                    <a:pt x="15355" y="15840"/>
                    <a:pt x="21323" y="1296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4" name="Línea"/>
            <p:cNvSpPr/>
            <p:nvPr/>
          </p:nvSpPr>
          <p:spPr>
            <a:xfrm>
              <a:off x="17508531" y="5123801"/>
              <a:ext cx="415955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5" name="Línea"/>
            <p:cNvSpPr/>
            <p:nvPr/>
          </p:nvSpPr>
          <p:spPr>
            <a:xfrm>
              <a:off x="17432903" y="5218336"/>
              <a:ext cx="490795" cy="490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261" fill="norm" stroke="1" extrusionOk="0">
                  <a:moveTo>
                    <a:pt x="20769" y="0"/>
                  </a:moveTo>
                  <a:cubicBezTo>
                    <a:pt x="21046" y="5468"/>
                    <a:pt x="21323" y="10937"/>
                    <a:pt x="21462" y="14765"/>
                  </a:cubicBezTo>
                  <a:cubicBezTo>
                    <a:pt x="21600" y="18592"/>
                    <a:pt x="21600" y="20780"/>
                    <a:pt x="21462" y="21190"/>
                  </a:cubicBezTo>
                  <a:cubicBezTo>
                    <a:pt x="21323" y="21600"/>
                    <a:pt x="21046" y="20233"/>
                    <a:pt x="20631" y="17362"/>
                  </a:cubicBezTo>
                  <a:cubicBezTo>
                    <a:pt x="20215" y="14491"/>
                    <a:pt x="19662" y="10116"/>
                    <a:pt x="19108" y="6972"/>
                  </a:cubicBezTo>
                  <a:cubicBezTo>
                    <a:pt x="18554" y="3828"/>
                    <a:pt x="18000" y="1914"/>
                    <a:pt x="17723" y="1640"/>
                  </a:cubicBezTo>
                  <a:cubicBezTo>
                    <a:pt x="17446" y="1367"/>
                    <a:pt x="17446" y="2734"/>
                    <a:pt x="17446" y="5468"/>
                  </a:cubicBezTo>
                  <a:cubicBezTo>
                    <a:pt x="17446" y="8203"/>
                    <a:pt x="17446" y="12304"/>
                    <a:pt x="17446" y="15038"/>
                  </a:cubicBezTo>
                  <a:cubicBezTo>
                    <a:pt x="17446" y="17772"/>
                    <a:pt x="17446" y="19139"/>
                    <a:pt x="17169" y="19139"/>
                  </a:cubicBezTo>
                  <a:cubicBezTo>
                    <a:pt x="16892" y="19139"/>
                    <a:pt x="16338" y="17772"/>
                    <a:pt x="15508" y="15038"/>
                  </a:cubicBezTo>
                  <a:cubicBezTo>
                    <a:pt x="14677" y="12304"/>
                    <a:pt x="13569" y="8203"/>
                    <a:pt x="12877" y="5332"/>
                  </a:cubicBezTo>
                  <a:cubicBezTo>
                    <a:pt x="12185" y="2461"/>
                    <a:pt x="11908" y="820"/>
                    <a:pt x="11908" y="1504"/>
                  </a:cubicBezTo>
                  <a:cubicBezTo>
                    <a:pt x="11908" y="2187"/>
                    <a:pt x="12185" y="5195"/>
                    <a:pt x="12323" y="8066"/>
                  </a:cubicBezTo>
                  <a:cubicBezTo>
                    <a:pt x="12462" y="10937"/>
                    <a:pt x="12462" y="13671"/>
                    <a:pt x="12323" y="15722"/>
                  </a:cubicBezTo>
                  <a:cubicBezTo>
                    <a:pt x="12185" y="17772"/>
                    <a:pt x="11908" y="19139"/>
                    <a:pt x="11354" y="19139"/>
                  </a:cubicBezTo>
                  <a:cubicBezTo>
                    <a:pt x="10800" y="19139"/>
                    <a:pt x="9969" y="17772"/>
                    <a:pt x="9277" y="15585"/>
                  </a:cubicBezTo>
                  <a:cubicBezTo>
                    <a:pt x="8585" y="13397"/>
                    <a:pt x="8031" y="10390"/>
                    <a:pt x="7477" y="7929"/>
                  </a:cubicBezTo>
                  <a:cubicBezTo>
                    <a:pt x="6923" y="5468"/>
                    <a:pt x="6369" y="3554"/>
                    <a:pt x="6092" y="3418"/>
                  </a:cubicBezTo>
                  <a:cubicBezTo>
                    <a:pt x="5815" y="3281"/>
                    <a:pt x="5815" y="4922"/>
                    <a:pt x="5815" y="7246"/>
                  </a:cubicBezTo>
                  <a:cubicBezTo>
                    <a:pt x="5815" y="9570"/>
                    <a:pt x="5815" y="12577"/>
                    <a:pt x="5677" y="15038"/>
                  </a:cubicBezTo>
                  <a:cubicBezTo>
                    <a:pt x="5538" y="17499"/>
                    <a:pt x="5262" y="19413"/>
                    <a:pt x="4708" y="19549"/>
                  </a:cubicBezTo>
                  <a:cubicBezTo>
                    <a:pt x="4154" y="19686"/>
                    <a:pt x="3323" y="18046"/>
                    <a:pt x="2769" y="15585"/>
                  </a:cubicBezTo>
                  <a:cubicBezTo>
                    <a:pt x="2215" y="13124"/>
                    <a:pt x="1938" y="9843"/>
                    <a:pt x="1662" y="7382"/>
                  </a:cubicBezTo>
                  <a:cubicBezTo>
                    <a:pt x="1385" y="4922"/>
                    <a:pt x="1108" y="3281"/>
                    <a:pt x="969" y="3281"/>
                  </a:cubicBezTo>
                  <a:cubicBezTo>
                    <a:pt x="831" y="3281"/>
                    <a:pt x="831" y="4922"/>
                    <a:pt x="692" y="7246"/>
                  </a:cubicBezTo>
                  <a:cubicBezTo>
                    <a:pt x="554" y="9570"/>
                    <a:pt x="277" y="12577"/>
                    <a:pt x="0" y="1558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6" name="Línea"/>
            <p:cNvSpPr/>
            <p:nvPr/>
          </p:nvSpPr>
          <p:spPr>
            <a:xfrm>
              <a:off x="17962300" y="5010359"/>
              <a:ext cx="283605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800" y="4800"/>
                    <a:pt x="12000" y="9600"/>
                    <a:pt x="8400" y="13200"/>
                  </a:cubicBezTo>
                  <a:cubicBezTo>
                    <a:pt x="4800" y="16800"/>
                    <a:pt x="2400" y="19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7" name="Línea"/>
            <p:cNvSpPr/>
            <p:nvPr/>
          </p:nvSpPr>
          <p:spPr>
            <a:xfrm>
              <a:off x="17924485" y="4878010"/>
              <a:ext cx="359235" cy="75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8" name="Línea"/>
            <p:cNvSpPr/>
            <p:nvPr/>
          </p:nvSpPr>
          <p:spPr>
            <a:xfrm>
              <a:off x="17823648" y="4934731"/>
              <a:ext cx="233187" cy="14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77" fill="norm" stroke="1" extrusionOk="0">
                  <a:moveTo>
                    <a:pt x="14595" y="0"/>
                  </a:moveTo>
                  <a:cubicBezTo>
                    <a:pt x="11676" y="2700"/>
                    <a:pt x="8757" y="5400"/>
                    <a:pt x="5838" y="7650"/>
                  </a:cubicBezTo>
                  <a:cubicBezTo>
                    <a:pt x="2919" y="9900"/>
                    <a:pt x="0" y="11700"/>
                    <a:pt x="0" y="13050"/>
                  </a:cubicBezTo>
                  <a:cubicBezTo>
                    <a:pt x="0" y="14400"/>
                    <a:pt x="2919" y="15300"/>
                    <a:pt x="5838" y="15300"/>
                  </a:cubicBezTo>
                  <a:cubicBezTo>
                    <a:pt x="8757" y="15300"/>
                    <a:pt x="11676" y="14400"/>
                    <a:pt x="14886" y="13050"/>
                  </a:cubicBezTo>
                  <a:cubicBezTo>
                    <a:pt x="18097" y="11700"/>
                    <a:pt x="21600" y="9900"/>
                    <a:pt x="21600" y="10350"/>
                  </a:cubicBezTo>
                  <a:cubicBezTo>
                    <a:pt x="21600" y="10800"/>
                    <a:pt x="18097" y="13500"/>
                    <a:pt x="14886" y="16200"/>
                  </a:cubicBezTo>
                  <a:cubicBezTo>
                    <a:pt x="11676" y="18900"/>
                    <a:pt x="8757" y="21600"/>
                    <a:pt x="9632" y="20700"/>
                  </a:cubicBezTo>
                  <a:cubicBezTo>
                    <a:pt x="10508" y="19800"/>
                    <a:pt x="15178" y="15300"/>
                    <a:pt x="19849" y="108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69" name="Línea"/>
            <p:cNvSpPr/>
            <p:nvPr/>
          </p:nvSpPr>
          <p:spPr>
            <a:xfrm>
              <a:off x="18283719" y="4991451"/>
              <a:ext cx="37814" cy="397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0" name="Línea"/>
            <p:cNvSpPr/>
            <p:nvPr/>
          </p:nvSpPr>
          <p:spPr>
            <a:xfrm>
              <a:off x="17943393" y="5426313"/>
              <a:ext cx="3214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1" name="Línea"/>
            <p:cNvSpPr/>
            <p:nvPr/>
          </p:nvSpPr>
          <p:spPr>
            <a:xfrm>
              <a:off x="18029956" y="5186824"/>
              <a:ext cx="209647" cy="390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3" h="21600" fill="norm" stroke="1" extrusionOk="0">
                  <a:moveTo>
                    <a:pt x="19862" y="697"/>
                  </a:moveTo>
                  <a:cubicBezTo>
                    <a:pt x="20498" y="2439"/>
                    <a:pt x="21133" y="4181"/>
                    <a:pt x="21133" y="5923"/>
                  </a:cubicBezTo>
                  <a:cubicBezTo>
                    <a:pt x="21133" y="7665"/>
                    <a:pt x="20498" y="9406"/>
                    <a:pt x="19545" y="9232"/>
                  </a:cubicBezTo>
                  <a:cubicBezTo>
                    <a:pt x="18592" y="9058"/>
                    <a:pt x="17321" y="6968"/>
                    <a:pt x="16368" y="4703"/>
                  </a:cubicBezTo>
                  <a:cubicBezTo>
                    <a:pt x="15415" y="2439"/>
                    <a:pt x="14780" y="0"/>
                    <a:pt x="14780" y="0"/>
                  </a:cubicBezTo>
                  <a:cubicBezTo>
                    <a:pt x="14780" y="0"/>
                    <a:pt x="15415" y="2439"/>
                    <a:pt x="15733" y="4529"/>
                  </a:cubicBezTo>
                  <a:cubicBezTo>
                    <a:pt x="16051" y="6619"/>
                    <a:pt x="16051" y="8361"/>
                    <a:pt x="16051" y="10103"/>
                  </a:cubicBezTo>
                  <a:cubicBezTo>
                    <a:pt x="16051" y="11845"/>
                    <a:pt x="16051" y="13587"/>
                    <a:pt x="14780" y="13761"/>
                  </a:cubicBezTo>
                  <a:cubicBezTo>
                    <a:pt x="13510" y="13935"/>
                    <a:pt x="10968" y="12542"/>
                    <a:pt x="9380" y="10974"/>
                  </a:cubicBezTo>
                  <a:cubicBezTo>
                    <a:pt x="7792" y="9406"/>
                    <a:pt x="7157" y="7665"/>
                    <a:pt x="6839" y="7665"/>
                  </a:cubicBezTo>
                  <a:cubicBezTo>
                    <a:pt x="6521" y="7665"/>
                    <a:pt x="6521" y="9406"/>
                    <a:pt x="5251" y="9232"/>
                  </a:cubicBezTo>
                  <a:cubicBezTo>
                    <a:pt x="3980" y="9058"/>
                    <a:pt x="1439" y="6968"/>
                    <a:pt x="486" y="7142"/>
                  </a:cubicBezTo>
                  <a:cubicBezTo>
                    <a:pt x="-467" y="7316"/>
                    <a:pt x="168" y="9755"/>
                    <a:pt x="804" y="12542"/>
                  </a:cubicBezTo>
                  <a:cubicBezTo>
                    <a:pt x="1439" y="15329"/>
                    <a:pt x="2074" y="18465"/>
                    <a:pt x="271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2" name="Línea"/>
            <p:cNvSpPr/>
            <p:nvPr/>
          </p:nvSpPr>
          <p:spPr>
            <a:xfrm>
              <a:off x="17659787" y="2004143"/>
              <a:ext cx="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3" name="Línea"/>
            <p:cNvSpPr/>
            <p:nvPr/>
          </p:nvSpPr>
          <p:spPr>
            <a:xfrm>
              <a:off x="17659787" y="1871794"/>
              <a:ext cx="18908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4" name="Línea"/>
            <p:cNvSpPr/>
            <p:nvPr/>
          </p:nvSpPr>
          <p:spPr>
            <a:xfrm>
              <a:off x="17451810" y="1796166"/>
              <a:ext cx="18907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5" name="Línea"/>
            <p:cNvSpPr/>
            <p:nvPr/>
          </p:nvSpPr>
          <p:spPr>
            <a:xfrm>
              <a:off x="17508531" y="1796166"/>
              <a:ext cx="92626" cy="28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005" fill="norm" stroke="1" extrusionOk="0">
                  <a:moveTo>
                    <a:pt x="0" y="0"/>
                  </a:moveTo>
                  <a:cubicBezTo>
                    <a:pt x="4320" y="1838"/>
                    <a:pt x="8640" y="3677"/>
                    <a:pt x="10800" y="5745"/>
                  </a:cubicBezTo>
                  <a:cubicBezTo>
                    <a:pt x="12960" y="7813"/>
                    <a:pt x="12960" y="10111"/>
                    <a:pt x="12240" y="12868"/>
                  </a:cubicBezTo>
                  <a:cubicBezTo>
                    <a:pt x="11520" y="15626"/>
                    <a:pt x="10080" y="18843"/>
                    <a:pt x="8640" y="19302"/>
                  </a:cubicBezTo>
                  <a:cubicBezTo>
                    <a:pt x="7200" y="19762"/>
                    <a:pt x="5760" y="17464"/>
                    <a:pt x="5040" y="15166"/>
                  </a:cubicBezTo>
                  <a:cubicBezTo>
                    <a:pt x="4320" y="12868"/>
                    <a:pt x="4320" y="10570"/>
                    <a:pt x="5040" y="8272"/>
                  </a:cubicBezTo>
                  <a:cubicBezTo>
                    <a:pt x="5760" y="5974"/>
                    <a:pt x="7200" y="3677"/>
                    <a:pt x="10080" y="3677"/>
                  </a:cubicBezTo>
                  <a:cubicBezTo>
                    <a:pt x="12960" y="3677"/>
                    <a:pt x="17280" y="5974"/>
                    <a:pt x="19440" y="8272"/>
                  </a:cubicBezTo>
                  <a:cubicBezTo>
                    <a:pt x="21600" y="10570"/>
                    <a:pt x="21600" y="12868"/>
                    <a:pt x="20160" y="15626"/>
                  </a:cubicBezTo>
                  <a:cubicBezTo>
                    <a:pt x="18720" y="18383"/>
                    <a:pt x="15840" y="21600"/>
                    <a:pt x="12960" y="20911"/>
                  </a:cubicBezTo>
                  <a:cubicBezTo>
                    <a:pt x="10080" y="20221"/>
                    <a:pt x="7200" y="15626"/>
                    <a:pt x="5760" y="11489"/>
                  </a:cubicBezTo>
                  <a:cubicBezTo>
                    <a:pt x="4320" y="7353"/>
                    <a:pt x="4320" y="3677"/>
                    <a:pt x="432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6" name="Línea"/>
            <p:cNvSpPr/>
            <p:nvPr/>
          </p:nvSpPr>
          <p:spPr>
            <a:xfrm>
              <a:off x="17697601" y="1455840"/>
              <a:ext cx="359235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32" y="18900"/>
                    <a:pt x="6063" y="16200"/>
                    <a:pt x="9663" y="12600"/>
                  </a:cubicBezTo>
                  <a:cubicBezTo>
                    <a:pt x="13263" y="9000"/>
                    <a:pt x="17432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7" name="Línea"/>
            <p:cNvSpPr/>
            <p:nvPr/>
          </p:nvSpPr>
          <p:spPr>
            <a:xfrm>
              <a:off x="17778280" y="1512561"/>
              <a:ext cx="165114" cy="471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9" h="21251" fill="norm" stroke="1" extrusionOk="0">
                  <a:moveTo>
                    <a:pt x="20959" y="0"/>
                  </a:moveTo>
                  <a:cubicBezTo>
                    <a:pt x="20159" y="3126"/>
                    <a:pt x="19359" y="6253"/>
                    <a:pt x="18559" y="8526"/>
                  </a:cubicBezTo>
                  <a:cubicBezTo>
                    <a:pt x="17759" y="10800"/>
                    <a:pt x="16959" y="12221"/>
                    <a:pt x="15359" y="13926"/>
                  </a:cubicBezTo>
                  <a:cubicBezTo>
                    <a:pt x="13759" y="15632"/>
                    <a:pt x="11359" y="17621"/>
                    <a:pt x="10159" y="17905"/>
                  </a:cubicBezTo>
                  <a:cubicBezTo>
                    <a:pt x="8959" y="18189"/>
                    <a:pt x="8959" y="16768"/>
                    <a:pt x="9359" y="15347"/>
                  </a:cubicBezTo>
                  <a:cubicBezTo>
                    <a:pt x="9759" y="13926"/>
                    <a:pt x="10559" y="12505"/>
                    <a:pt x="11359" y="11084"/>
                  </a:cubicBezTo>
                  <a:cubicBezTo>
                    <a:pt x="12159" y="9663"/>
                    <a:pt x="12959" y="8242"/>
                    <a:pt x="14159" y="8384"/>
                  </a:cubicBezTo>
                  <a:cubicBezTo>
                    <a:pt x="15359" y="8526"/>
                    <a:pt x="16959" y="10232"/>
                    <a:pt x="17759" y="11795"/>
                  </a:cubicBezTo>
                  <a:cubicBezTo>
                    <a:pt x="18559" y="13358"/>
                    <a:pt x="18559" y="14779"/>
                    <a:pt x="18559" y="16200"/>
                  </a:cubicBezTo>
                  <a:cubicBezTo>
                    <a:pt x="18559" y="17621"/>
                    <a:pt x="18559" y="19042"/>
                    <a:pt x="17359" y="19184"/>
                  </a:cubicBezTo>
                  <a:cubicBezTo>
                    <a:pt x="16159" y="19326"/>
                    <a:pt x="13759" y="18189"/>
                    <a:pt x="12559" y="16484"/>
                  </a:cubicBezTo>
                  <a:cubicBezTo>
                    <a:pt x="11359" y="14779"/>
                    <a:pt x="11359" y="12505"/>
                    <a:pt x="10959" y="12079"/>
                  </a:cubicBezTo>
                  <a:cubicBezTo>
                    <a:pt x="10559" y="11653"/>
                    <a:pt x="9759" y="13074"/>
                    <a:pt x="8959" y="14495"/>
                  </a:cubicBezTo>
                  <a:cubicBezTo>
                    <a:pt x="8159" y="15916"/>
                    <a:pt x="7359" y="17337"/>
                    <a:pt x="6559" y="18758"/>
                  </a:cubicBezTo>
                  <a:cubicBezTo>
                    <a:pt x="5759" y="20179"/>
                    <a:pt x="4959" y="21600"/>
                    <a:pt x="3359" y="21174"/>
                  </a:cubicBezTo>
                  <a:cubicBezTo>
                    <a:pt x="1759" y="20747"/>
                    <a:pt x="-641" y="18474"/>
                    <a:pt x="159" y="17905"/>
                  </a:cubicBezTo>
                  <a:cubicBezTo>
                    <a:pt x="959" y="17337"/>
                    <a:pt x="4959" y="18474"/>
                    <a:pt x="8959" y="19611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8" name="Línea"/>
            <p:cNvSpPr/>
            <p:nvPr/>
          </p:nvSpPr>
          <p:spPr>
            <a:xfrm>
              <a:off x="18056835" y="1550375"/>
              <a:ext cx="37815" cy="491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79" name="Línea"/>
            <p:cNvSpPr/>
            <p:nvPr/>
          </p:nvSpPr>
          <p:spPr>
            <a:xfrm>
              <a:off x="18000113" y="1663817"/>
              <a:ext cx="31513" cy="192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fill="norm" stroke="1" extrusionOk="0">
                  <a:moveTo>
                    <a:pt x="12960" y="0"/>
                  </a:moveTo>
                  <a:cubicBezTo>
                    <a:pt x="17280" y="3484"/>
                    <a:pt x="21600" y="6968"/>
                    <a:pt x="21600" y="11497"/>
                  </a:cubicBezTo>
                  <a:cubicBezTo>
                    <a:pt x="21600" y="16026"/>
                    <a:pt x="17280" y="21600"/>
                    <a:pt x="12960" y="21252"/>
                  </a:cubicBezTo>
                  <a:cubicBezTo>
                    <a:pt x="8640" y="20903"/>
                    <a:pt x="4320" y="14632"/>
                    <a:pt x="0" y="8361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0" name="Línea"/>
            <p:cNvSpPr/>
            <p:nvPr/>
          </p:nvSpPr>
          <p:spPr>
            <a:xfrm>
              <a:off x="17773229" y="1550375"/>
              <a:ext cx="302513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1" name="Línea"/>
            <p:cNvSpPr/>
            <p:nvPr/>
          </p:nvSpPr>
          <p:spPr>
            <a:xfrm>
              <a:off x="17565253" y="1493654"/>
              <a:ext cx="264698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2" name="Línea"/>
            <p:cNvSpPr/>
            <p:nvPr/>
          </p:nvSpPr>
          <p:spPr>
            <a:xfrm>
              <a:off x="17586976" y="1418026"/>
              <a:ext cx="36543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4" h="21600" fill="norm" stroke="1" extrusionOk="0">
                  <a:moveTo>
                    <a:pt x="14959" y="0"/>
                  </a:moveTo>
                  <a:cubicBezTo>
                    <a:pt x="10639" y="4800"/>
                    <a:pt x="6319" y="9600"/>
                    <a:pt x="3619" y="12960"/>
                  </a:cubicBezTo>
                  <a:cubicBezTo>
                    <a:pt x="919" y="16320"/>
                    <a:pt x="-161" y="18240"/>
                    <a:pt x="19" y="18480"/>
                  </a:cubicBezTo>
                  <a:cubicBezTo>
                    <a:pt x="199" y="18720"/>
                    <a:pt x="1639" y="17280"/>
                    <a:pt x="4159" y="15360"/>
                  </a:cubicBezTo>
                  <a:cubicBezTo>
                    <a:pt x="6679" y="13440"/>
                    <a:pt x="10279" y="11040"/>
                    <a:pt x="13519" y="9120"/>
                  </a:cubicBezTo>
                  <a:cubicBezTo>
                    <a:pt x="16759" y="7200"/>
                    <a:pt x="19639" y="5760"/>
                    <a:pt x="20539" y="7920"/>
                  </a:cubicBezTo>
                  <a:cubicBezTo>
                    <a:pt x="21439" y="10080"/>
                    <a:pt x="20359" y="15840"/>
                    <a:pt x="19279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3" name="Línea"/>
            <p:cNvSpPr/>
            <p:nvPr/>
          </p:nvSpPr>
          <p:spPr>
            <a:xfrm>
              <a:off x="17735415" y="1191142"/>
              <a:ext cx="139088" cy="448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6" h="21332" fill="norm" stroke="1" extrusionOk="0">
                  <a:moveTo>
                    <a:pt x="19722" y="0"/>
                  </a:moveTo>
                  <a:cubicBezTo>
                    <a:pt x="20661" y="1500"/>
                    <a:pt x="21600" y="3000"/>
                    <a:pt x="19252" y="6000"/>
                  </a:cubicBezTo>
                  <a:cubicBezTo>
                    <a:pt x="16904" y="9000"/>
                    <a:pt x="11270" y="13500"/>
                    <a:pt x="7513" y="16650"/>
                  </a:cubicBezTo>
                  <a:cubicBezTo>
                    <a:pt x="3757" y="19800"/>
                    <a:pt x="1878" y="21600"/>
                    <a:pt x="939" y="21300"/>
                  </a:cubicBezTo>
                  <a:cubicBezTo>
                    <a:pt x="0" y="21000"/>
                    <a:pt x="0" y="18600"/>
                    <a:pt x="0" y="17400"/>
                  </a:cubicBezTo>
                  <a:cubicBezTo>
                    <a:pt x="0" y="16200"/>
                    <a:pt x="0" y="16200"/>
                    <a:pt x="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4" name="Línea"/>
            <p:cNvSpPr/>
            <p:nvPr/>
          </p:nvSpPr>
          <p:spPr>
            <a:xfrm>
              <a:off x="17552647" y="1235984"/>
              <a:ext cx="321420" cy="361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4" fill="norm" stroke="1" extrusionOk="0">
                  <a:moveTo>
                    <a:pt x="3388" y="6182"/>
                  </a:moveTo>
                  <a:cubicBezTo>
                    <a:pt x="3812" y="9843"/>
                    <a:pt x="4235" y="13504"/>
                    <a:pt x="4447" y="16250"/>
                  </a:cubicBezTo>
                  <a:cubicBezTo>
                    <a:pt x="4659" y="18995"/>
                    <a:pt x="4659" y="20826"/>
                    <a:pt x="4024" y="21009"/>
                  </a:cubicBezTo>
                  <a:cubicBezTo>
                    <a:pt x="3388" y="21192"/>
                    <a:pt x="2118" y="19728"/>
                    <a:pt x="1271" y="17531"/>
                  </a:cubicBezTo>
                  <a:cubicBezTo>
                    <a:pt x="424" y="15334"/>
                    <a:pt x="0" y="12406"/>
                    <a:pt x="0" y="11856"/>
                  </a:cubicBezTo>
                  <a:cubicBezTo>
                    <a:pt x="0" y="11307"/>
                    <a:pt x="424" y="13138"/>
                    <a:pt x="1694" y="13687"/>
                  </a:cubicBezTo>
                  <a:cubicBezTo>
                    <a:pt x="2965" y="14236"/>
                    <a:pt x="5082" y="13504"/>
                    <a:pt x="7835" y="11856"/>
                  </a:cubicBezTo>
                  <a:cubicBezTo>
                    <a:pt x="10588" y="10209"/>
                    <a:pt x="13976" y="7646"/>
                    <a:pt x="16729" y="5267"/>
                  </a:cubicBezTo>
                  <a:cubicBezTo>
                    <a:pt x="19482" y="2887"/>
                    <a:pt x="21600" y="690"/>
                    <a:pt x="21600" y="141"/>
                  </a:cubicBezTo>
                  <a:cubicBezTo>
                    <a:pt x="21600" y="-408"/>
                    <a:pt x="19482" y="690"/>
                    <a:pt x="15882" y="2704"/>
                  </a:cubicBezTo>
                  <a:cubicBezTo>
                    <a:pt x="12282" y="4717"/>
                    <a:pt x="7200" y="7646"/>
                    <a:pt x="2118" y="1057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5" name="Línea"/>
            <p:cNvSpPr/>
            <p:nvPr/>
          </p:nvSpPr>
          <p:spPr>
            <a:xfrm>
              <a:off x="17829950" y="1039885"/>
              <a:ext cx="1890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6" name="Línea"/>
            <p:cNvSpPr/>
            <p:nvPr/>
          </p:nvSpPr>
          <p:spPr>
            <a:xfrm>
              <a:off x="17546346" y="1153327"/>
              <a:ext cx="434861" cy="207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7" name="Línea"/>
            <p:cNvSpPr/>
            <p:nvPr/>
          </p:nvSpPr>
          <p:spPr>
            <a:xfrm>
              <a:off x="17187112" y="3195285"/>
              <a:ext cx="18908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8" name="Línea"/>
            <p:cNvSpPr/>
            <p:nvPr/>
          </p:nvSpPr>
          <p:spPr>
            <a:xfrm>
              <a:off x="17187112" y="3195285"/>
              <a:ext cx="5672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89" name="Línea"/>
            <p:cNvSpPr/>
            <p:nvPr/>
          </p:nvSpPr>
          <p:spPr>
            <a:xfrm>
              <a:off x="16960228" y="3176378"/>
              <a:ext cx="1890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0" name="Línea"/>
            <p:cNvSpPr/>
            <p:nvPr/>
          </p:nvSpPr>
          <p:spPr>
            <a:xfrm>
              <a:off x="16808972" y="3214192"/>
              <a:ext cx="18907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1" name="Línea"/>
            <p:cNvSpPr/>
            <p:nvPr/>
          </p:nvSpPr>
          <p:spPr>
            <a:xfrm>
              <a:off x="16619901" y="3195285"/>
              <a:ext cx="75629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2" name="Línea"/>
            <p:cNvSpPr/>
            <p:nvPr/>
          </p:nvSpPr>
          <p:spPr>
            <a:xfrm>
              <a:off x="16487553" y="3214192"/>
              <a:ext cx="18907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3" name="Línea"/>
            <p:cNvSpPr/>
            <p:nvPr/>
          </p:nvSpPr>
          <p:spPr>
            <a:xfrm>
              <a:off x="17357275" y="2722610"/>
              <a:ext cx="7562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4" name="Línea"/>
            <p:cNvSpPr/>
            <p:nvPr/>
          </p:nvSpPr>
          <p:spPr>
            <a:xfrm>
              <a:off x="17035856" y="2760424"/>
              <a:ext cx="9453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5" name="Línea"/>
            <p:cNvSpPr/>
            <p:nvPr/>
          </p:nvSpPr>
          <p:spPr>
            <a:xfrm>
              <a:off x="16808972" y="2779331"/>
              <a:ext cx="11344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6" name="Línea"/>
            <p:cNvSpPr/>
            <p:nvPr/>
          </p:nvSpPr>
          <p:spPr>
            <a:xfrm>
              <a:off x="16544273" y="2817145"/>
              <a:ext cx="113444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7" name="Línea"/>
            <p:cNvSpPr/>
            <p:nvPr/>
          </p:nvSpPr>
          <p:spPr>
            <a:xfrm>
              <a:off x="7128580" y="-1418027"/>
              <a:ext cx="359234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498" name="Línea"/>
            <p:cNvSpPr/>
            <p:nvPr/>
          </p:nvSpPr>
          <p:spPr>
            <a:xfrm>
              <a:off x="7487813" y="-147474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517" name="Dibujo"/>
          <p:cNvGrpSpPr/>
          <p:nvPr/>
        </p:nvGrpSpPr>
        <p:grpSpPr>
          <a:xfrm>
            <a:off x="11249673" y="834768"/>
            <a:ext cx="8735042" cy="9113183"/>
            <a:chOff x="-7032774" y="-151256"/>
            <a:chExt cx="8735040" cy="9113181"/>
          </a:xfrm>
        </p:grpSpPr>
        <p:sp>
          <p:nvSpPr>
            <p:cNvPr id="500" name="Línea"/>
            <p:cNvSpPr/>
            <p:nvPr/>
          </p:nvSpPr>
          <p:spPr>
            <a:xfrm>
              <a:off x="-2394254" y="1345369"/>
              <a:ext cx="235670" cy="4307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585" fill="norm" stroke="1" extrusionOk="0">
                  <a:moveTo>
                    <a:pt x="11368" y="459"/>
                  </a:moveTo>
                  <a:cubicBezTo>
                    <a:pt x="14779" y="238"/>
                    <a:pt x="18189" y="17"/>
                    <a:pt x="19895" y="1"/>
                  </a:cubicBezTo>
                  <a:cubicBezTo>
                    <a:pt x="21600" y="-15"/>
                    <a:pt x="21600" y="174"/>
                    <a:pt x="20463" y="774"/>
                  </a:cubicBezTo>
                  <a:cubicBezTo>
                    <a:pt x="19326" y="1374"/>
                    <a:pt x="17053" y="2385"/>
                    <a:pt x="15347" y="3364"/>
                  </a:cubicBezTo>
                  <a:cubicBezTo>
                    <a:pt x="13642" y="4343"/>
                    <a:pt x="12505" y="5290"/>
                    <a:pt x="11084" y="6269"/>
                  </a:cubicBezTo>
                  <a:cubicBezTo>
                    <a:pt x="9663" y="7248"/>
                    <a:pt x="7958" y="8259"/>
                    <a:pt x="6537" y="9143"/>
                  </a:cubicBezTo>
                  <a:cubicBezTo>
                    <a:pt x="5116" y="10027"/>
                    <a:pt x="3979" y="10785"/>
                    <a:pt x="3126" y="11606"/>
                  </a:cubicBezTo>
                  <a:cubicBezTo>
                    <a:pt x="2274" y="12427"/>
                    <a:pt x="1705" y="13311"/>
                    <a:pt x="1137" y="14227"/>
                  </a:cubicBezTo>
                  <a:cubicBezTo>
                    <a:pt x="568" y="15143"/>
                    <a:pt x="0" y="16090"/>
                    <a:pt x="0" y="16990"/>
                  </a:cubicBezTo>
                  <a:cubicBezTo>
                    <a:pt x="0" y="17890"/>
                    <a:pt x="568" y="18743"/>
                    <a:pt x="853" y="19501"/>
                  </a:cubicBezTo>
                  <a:cubicBezTo>
                    <a:pt x="1137" y="20259"/>
                    <a:pt x="1137" y="20922"/>
                    <a:pt x="1137" y="21585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1" name="Línea"/>
            <p:cNvSpPr/>
            <p:nvPr/>
          </p:nvSpPr>
          <p:spPr>
            <a:xfrm>
              <a:off x="-5331144" y="1266770"/>
              <a:ext cx="3025124" cy="2249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0" y="303"/>
                    <a:pt x="21420" y="605"/>
                    <a:pt x="21082" y="1029"/>
                  </a:cubicBezTo>
                  <a:cubicBezTo>
                    <a:pt x="20745" y="1452"/>
                    <a:pt x="20160" y="1997"/>
                    <a:pt x="19417" y="2813"/>
                  </a:cubicBezTo>
                  <a:cubicBezTo>
                    <a:pt x="18675" y="3630"/>
                    <a:pt x="17775" y="4719"/>
                    <a:pt x="16808" y="5808"/>
                  </a:cubicBezTo>
                  <a:cubicBezTo>
                    <a:pt x="15840" y="6897"/>
                    <a:pt x="14805" y="7987"/>
                    <a:pt x="13860" y="8985"/>
                  </a:cubicBezTo>
                  <a:cubicBezTo>
                    <a:pt x="12915" y="9983"/>
                    <a:pt x="12060" y="10891"/>
                    <a:pt x="11182" y="11708"/>
                  </a:cubicBezTo>
                  <a:cubicBezTo>
                    <a:pt x="10305" y="12524"/>
                    <a:pt x="9405" y="13250"/>
                    <a:pt x="8550" y="13946"/>
                  </a:cubicBezTo>
                  <a:cubicBezTo>
                    <a:pt x="7695" y="14642"/>
                    <a:pt x="6885" y="15308"/>
                    <a:pt x="6008" y="16034"/>
                  </a:cubicBezTo>
                  <a:cubicBezTo>
                    <a:pt x="5130" y="16760"/>
                    <a:pt x="4185" y="17546"/>
                    <a:pt x="3173" y="18484"/>
                  </a:cubicBezTo>
                  <a:cubicBezTo>
                    <a:pt x="2160" y="19422"/>
                    <a:pt x="1080" y="2051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2" name="Línea"/>
            <p:cNvSpPr/>
            <p:nvPr/>
          </p:nvSpPr>
          <p:spPr>
            <a:xfrm>
              <a:off x="-5123166" y="3308727"/>
              <a:ext cx="245792" cy="440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64"/>
                    <a:pt x="21600" y="927"/>
                    <a:pt x="21323" y="1468"/>
                  </a:cubicBezTo>
                  <a:cubicBezTo>
                    <a:pt x="21046" y="2009"/>
                    <a:pt x="20492" y="2627"/>
                    <a:pt x="19662" y="3276"/>
                  </a:cubicBezTo>
                  <a:cubicBezTo>
                    <a:pt x="18831" y="3924"/>
                    <a:pt x="17723" y="4604"/>
                    <a:pt x="17169" y="5423"/>
                  </a:cubicBezTo>
                  <a:cubicBezTo>
                    <a:pt x="16615" y="6242"/>
                    <a:pt x="16615" y="7200"/>
                    <a:pt x="16338" y="7988"/>
                  </a:cubicBezTo>
                  <a:cubicBezTo>
                    <a:pt x="16062" y="8776"/>
                    <a:pt x="15508" y="9394"/>
                    <a:pt x="14677" y="10012"/>
                  </a:cubicBezTo>
                  <a:cubicBezTo>
                    <a:pt x="13846" y="10630"/>
                    <a:pt x="12738" y="11248"/>
                    <a:pt x="11631" y="11866"/>
                  </a:cubicBezTo>
                  <a:cubicBezTo>
                    <a:pt x="10523" y="12484"/>
                    <a:pt x="9415" y="13102"/>
                    <a:pt x="8585" y="13751"/>
                  </a:cubicBezTo>
                  <a:cubicBezTo>
                    <a:pt x="7754" y="14400"/>
                    <a:pt x="7200" y="15080"/>
                    <a:pt x="6646" y="15729"/>
                  </a:cubicBezTo>
                  <a:cubicBezTo>
                    <a:pt x="6092" y="16378"/>
                    <a:pt x="5538" y="16996"/>
                    <a:pt x="4708" y="17660"/>
                  </a:cubicBezTo>
                  <a:cubicBezTo>
                    <a:pt x="3877" y="18324"/>
                    <a:pt x="2769" y="19035"/>
                    <a:pt x="1938" y="19700"/>
                  </a:cubicBezTo>
                  <a:cubicBezTo>
                    <a:pt x="1108" y="20364"/>
                    <a:pt x="554" y="2098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3" name="Línea"/>
            <p:cNvSpPr/>
            <p:nvPr/>
          </p:nvSpPr>
          <p:spPr>
            <a:xfrm>
              <a:off x="-4612677" y="2930587"/>
              <a:ext cx="170165" cy="4443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827"/>
                    <a:pt x="21600" y="1654"/>
                    <a:pt x="21600" y="2727"/>
                  </a:cubicBezTo>
                  <a:cubicBezTo>
                    <a:pt x="21600" y="3799"/>
                    <a:pt x="21600" y="5117"/>
                    <a:pt x="20800" y="6158"/>
                  </a:cubicBezTo>
                  <a:cubicBezTo>
                    <a:pt x="20000" y="7200"/>
                    <a:pt x="18400" y="7966"/>
                    <a:pt x="17200" y="8793"/>
                  </a:cubicBezTo>
                  <a:cubicBezTo>
                    <a:pt x="16000" y="9620"/>
                    <a:pt x="15200" y="10509"/>
                    <a:pt x="14400" y="11275"/>
                  </a:cubicBezTo>
                  <a:cubicBezTo>
                    <a:pt x="13600" y="12041"/>
                    <a:pt x="12800" y="12684"/>
                    <a:pt x="11200" y="13420"/>
                  </a:cubicBezTo>
                  <a:cubicBezTo>
                    <a:pt x="9600" y="14155"/>
                    <a:pt x="7200" y="14982"/>
                    <a:pt x="5600" y="15702"/>
                  </a:cubicBezTo>
                  <a:cubicBezTo>
                    <a:pt x="4000" y="16422"/>
                    <a:pt x="3200" y="17035"/>
                    <a:pt x="2400" y="17770"/>
                  </a:cubicBezTo>
                  <a:cubicBezTo>
                    <a:pt x="1600" y="18506"/>
                    <a:pt x="800" y="19363"/>
                    <a:pt x="400" y="20022"/>
                  </a:cubicBezTo>
                  <a:cubicBezTo>
                    <a:pt x="0" y="20681"/>
                    <a:pt x="0" y="2114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4" name="Línea"/>
            <p:cNvSpPr/>
            <p:nvPr/>
          </p:nvSpPr>
          <p:spPr>
            <a:xfrm>
              <a:off x="-4121094" y="2684796"/>
              <a:ext cx="112361" cy="4480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600" fill="norm" stroke="1" extrusionOk="0">
                  <a:moveTo>
                    <a:pt x="14400" y="0"/>
                  </a:moveTo>
                  <a:cubicBezTo>
                    <a:pt x="16800" y="668"/>
                    <a:pt x="19200" y="1337"/>
                    <a:pt x="20400" y="2187"/>
                  </a:cubicBezTo>
                  <a:cubicBezTo>
                    <a:pt x="21600" y="3038"/>
                    <a:pt x="21600" y="4071"/>
                    <a:pt x="21000" y="5134"/>
                  </a:cubicBezTo>
                  <a:cubicBezTo>
                    <a:pt x="20400" y="6197"/>
                    <a:pt x="19200" y="7291"/>
                    <a:pt x="18000" y="8157"/>
                  </a:cubicBezTo>
                  <a:cubicBezTo>
                    <a:pt x="16800" y="9023"/>
                    <a:pt x="15600" y="9661"/>
                    <a:pt x="13800" y="10284"/>
                  </a:cubicBezTo>
                  <a:cubicBezTo>
                    <a:pt x="12000" y="10906"/>
                    <a:pt x="9600" y="11514"/>
                    <a:pt x="7800" y="12213"/>
                  </a:cubicBezTo>
                  <a:cubicBezTo>
                    <a:pt x="6000" y="12911"/>
                    <a:pt x="4800" y="13701"/>
                    <a:pt x="3600" y="14491"/>
                  </a:cubicBezTo>
                  <a:cubicBezTo>
                    <a:pt x="2400" y="15281"/>
                    <a:pt x="1200" y="16071"/>
                    <a:pt x="600" y="17073"/>
                  </a:cubicBezTo>
                  <a:cubicBezTo>
                    <a:pt x="0" y="18076"/>
                    <a:pt x="0" y="19291"/>
                    <a:pt x="0" y="19975"/>
                  </a:cubicBezTo>
                  <a:cubicBezTo>
                    <a:pt x="0" y="20658"/>
                    <a:pt x="0" y="20810"/>
                    <a:pt x="0" y="20992"/>
                  </a:cubicBezTo>
                  <a:cubicBezTo>
                    <a:pt x="0" y="21175"/>
                    <a:pt x="0" y="21387"/>
                    <a:pt x="0" y="21494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5" name="Línea"/>
            <p:cNvSpPr/>
            <p:nvPr/>
          </p:nvSpPr>
          <p:spPr>
            <a:xfrm>
              <a:off x="-3629512" y="2439005"/>
              <a:ext cx="56722" cy="4291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00" y="1078"/>
                    <a:pt x="16800" y="2157"/>
                    <a:pt x="15600" y="3394"/>
                  </a:cubicBezTo>
                  <a:cubicBezTo>
                    <a:pt x="14400" y="4631"/>
                    <a:pt x="14400" y="6026"/>
                    <a:pt x="14400" y="7343"/>
                  </a:cubicBezTo>
                  <a:cubicBezTo>
                    <a:pt x="14400" y="8659"/>
                    <a:pt x="14400" y="9896"/>
                    <a:pt x="14400" y="11212"/>
                  </a:cubicBezTo>
                  <a:cubicBezTo>
                    <a:pt x="14400" y="12529"/>
                    <a:pt x="14400" y="13924"/>
                    <a:pt x="13200" y="14971"/>
                  </a:cubicBezTo>
                  <a:cubicBezTo>
                    <a:pt x="12000" y="16018"/>
                    <a:pt x="9600" y="16715"/>
                    <a:pt x="7200" y="17381"/>
                  </a:cubicBezTo>
                  <a:cubicBezTo>
                    <a:pt x="4800" y="18048"/>
                    <a:pt x="2400" y="18682"/>
                    <a:pt x="1200" y="19380"/>
                  </a:cubicBezTo>
                  <a:cubicBezTo>
                    <a:pt x="0" y="20078"/>
                    <a:pt x="0" y="20839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6" name="Línea"/>
            <p:cNvSpPr/>
            <p:nvPr/>
          </p:nvSpPr>
          <p:spPr>
            <a:xfrm>
              <a:off x="-3137930" y="1985236"/>
              <a:ext cx="56722" cy="4367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247"/>
                    <a:pt x="21600" y="2494"/>
                    <a:pt x="21600" y="3787"/>
                  </a:cubicBezTo>
                  <a:cubicBezTo>
                    <a:pt x="21600" y="5081"/>
                    <a:pt x="21600" y="6421"/>
                    <a:pt x="21600" y="7777"/>
                  </a:cubicBezTo>
                  <a:cubicBezTo>
                    <a:pt x="21600" y="9132"/>
                    <a:pt x="21600" y="10504"/>
                    <a:pt x="20400" y="11595"/>
                  </a:cubicBezTo>
                  <a:cubicBezTo>
                    <a:pt x="19200" y="12686"/>
                    <a:pt x="16800" y="13496"/>
                    <a:pt x="14400" y="14260"/>
                  </a:cubicBezTo>
                  <a:cubicBezTo>
                    <a:pt x="12000" y="15023"/>
                    <a:pt x="9600" y="15740"/>
                    <a:pt x="7200" y="16488"/>
                  </a:cubicBezTo>
                  <a:cubicBezTo>
                    <a:pt x="4800" y="17236"/>
                    <a:pt x="2400" y="18016"/>
                    <a:pt x="1200" y="18873"/>
                  </a:cubicBezTo>
                  <a:cubicBezTo>
                    <a:pt x="0" y="19730"/>
                    <a:pt x="0" y="206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7" name="Línea"/>
            <p:cNvSpPr/>
            <p:nvPr/>
          </p:nvSpPr>
          <p:spPr>
            <a:xfrm>
              <a:off x="-2740095" y="1644910"/>
              <a:ext cx="37027" cy="4556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21150" y="0"/>
                  </a:moveTo>
                  <a:cubicBezTo>
                    <a:pt x="21150" y="1076"/>
                    <a:pt x="21150" y="2151"/>
                    <a:pt x="21150" y="3331"/>
                  </a:cubicBezTo>
                  <a:cubicBezTo>
                    <a:pt x="21150" y="4511"/>
                    <a:pt x="21150" y="5796"/>
                    <a:pt x="19350" y="6886"/>
                  </a:cubicBezTo>
                  <a:cubicBezTo>
                    <a:pt x="17550" y="7977"/>
                    <a:pt x="13950" y="8873"/>
                    <a:pt x="10350" y="9754"/>
                  </a:cubicBezTo>
                  <a:cubicBezTo>
                    <a:pt x="6750" y="10636"/>
                    <a:pt x="3150" y="11502"/>
                    <a:pt x="1350" y="12428"/>
                  </a:cubicBezTo>
                  <a:cubicBezTo>
                    <a:pt x="-450" y="13354"/>
                    <a:pt x="-450" y="14340"/>
                    <a:pt x="1350" y="15281"/>
                  </a:cubicBezTo>
                  <a:cubicBezTo>
                    <a:pt x="3150" y="16222"/>
                    <a:pt x="6750" y="17119"/>
                    <a:pt x="10350" y="18000"/>
                  </a:cubicBezTo>
                  <a:cubicBezTo>
                    <a:pt x="13950" y="18881"/>
                    <a:pt x="17550" y="19748"/>
                    <a:pt x="19350" y="20345"/>
                  </a:cubicBezTo>
                  <a:cubicBezTo>
                    <a:pt x="21150" y="20943"/>
                    <a:pt x="21150" y="21271"/>
                    <a:pt x="2115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8" name="Línea"/>
            <p:cNvSpPr/>
            <p:nvPr/>
          </p:nvSpPr>
          <p:spPr>
            <a:xfrm>
              <a:off x="-2211486" y="1285677"/>
              <a:ext cx="2665891" cy="2665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579" y="20477"/>
                    <a:pt x="19557" y="19353"/>
                    <a:pt x="18511" y="18255"/>
                  </a:cubicBezTo>
                  <a:cubicBezTo>
                    <a:pt x="17464" y="17157"/>
                    <a:pt x="16391" y="16085"/>
                    <a:pt x="15549" y="15217"/>
                  </a:cubicBezTo>
                  <a:cubicBezTo>
                    <a:pt x="14706" y="14349"/>
                    <a:pt x="14094" y="13685"/>
                    <a:pt x="13379" y="12945"/>
                  </a:cubicBezTo>
                  <a:cubicBezTo>
                    <a:pt x="12664" y="12204"/>
                    <a:pt x="11847" y="11387"/>
                    <a:pt x="10928" y="10494"/>
                  </a:cubicBezTo>
                  <a:cubicBezTo>
                    <a:pt x="10009" y="9600"/>
                    <a:pt x="8987" y="8630"/>
                    <a:pt x="7966" y="7634"/>
                  </a:cubicBezTo>
                  <a:cubicBezTo>
                    <a:pt x="6945" y="6638"/>
                    <a:pt x="5923" y="5617"/>
                    <a:pt x="5132" y="4851"/>
                  </a:cubicBezTo>
                  <a:cubicBezTo>
                    <a:pt x="4340" y="4085"/>
                    <a:pt x="3779" y="3574"/>
                    <a:pt x="3217" y="3064"/>
                  </a:cubicBezTo>
                  <a:cubicBezTo>
                    <a:pt x="2655" y="2553"/>
                    <a:pt x="2094" y="2043"/>
                    <a:pt x="1557" y="1532"/>
                  </a:cubicBezTo>
                  <a:cubicBezTo>
                    <a:pt x="1021" y="1021"/>
                    <a:pt x="511" y="511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09" name="Línea"/>
            <p:cNvSpPr/>
            <p:nvPr/>
          </p:nvSpPr>
          <p:spPr>
            <a:xfrm>
              <a:off x="-5633656" y="1266769"/>
              <a:ext cx="3308728" cy="983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23" y="20769"/>
                    <a:pt x="1646" y="19938"/>
                    <a:pt x="2880" y="18969"/>
                  </a:cubicBezTo>
                  <a:cubicBezTo>
                    <a:pt x="4114" y="18000"/>
                    <a:pt x="5760" y="16892"/>
                    <a:pt x="7056" y="15923"/>
                  </a:cubicBezTo>
                  <a:cubicBezTo>
                    <a:pt x="8352" y="14954"/>
                    <a:pt x="9298" y="14123"/>
                    <a:pt x="10245" y="13292"/>
                  </a:cubicBezTo>
                  <a:cubicBezTo>
                    <a:pt x="11191" y="12462"/>
                    <a:pt x="12137" y="11631"/>
                    <a:pt x="13145" y="10523"/>
                  </a:cubicBezTo>
                  <a:cubicBezTo>
                    <a:pt x="14153" y="9415"/>
                    <a:pt x="15223" y="8031"/>
                    <a:pt x="15963" y="7062"/>
                  </a:cubicBezTo>
                  <a:cubicBezTo>
                    <a:pt x="16704" y="6092"/>
                    <a:pt x="17115" y="5538"/>
                    <a:pt x="17733" y="4777"/>
                  </a:cubicBezTo>
                  <a:cubicBezTo>
                    <a:pt x="18350" y="4015"/>
                    <a:pt x="19173" y="3046"/>
                    <a:pt x="19851" y="2215"/>
                  </a:cubicBezTo>
                  <a:cubicBezTo>
                    <a:pt x="20530" y="1385"/>
                    <a:pt x="21065" y="69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0" name="Línea"/>
            <p:cNvSpPr/>
            <p:nvPr/>
          </p:nvSpPr>
          <p:spPr>
            <a:xfrm>
              <a:off x="-5766005" y="4878010"/>
              <a:ext cx="302513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050" y="3600"/>
                    <a:pt x="8100" y="7200"/>
                    <a:pt x="11700" y="10800"/>
                  </a:cubicBezTo>
                  <a:cubicBezTo>
                    <a:pt x="15300" y="14400"/>
                    <a:pt x="18450" y="18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1" name="Línea"/>
            <p:cNvSpPr/>
            <p:nvPr/>
          </p:nvSpPr>
          <p:spPr>
            <a:xfrm>
              <a:off x="-2476185" y="5709918"/>
              <a:ext cx="56723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2" name="Línea"/>
            <p:cNvSpPr/>
            <p:nvPr/>
          </p:nvSpPr>
          <p:spPr>
            <a:xfrm>
              <a:off x="-2400557" y="5728825"/>
              <a:ext cx="362604" cy="141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013" fill="norm" stroke="1" extrusionOk="0">
                  <a:moveTo>
                    <a:pt x="7821" y="0"/>
                  </a:moveTo>
                  <a:cubicBezTo>
                    <a:pt x="11172" y="4696"/>
                    <a:pt x="14524" y="9391"/>
                    <a:pt x="17131" y="13148"/>
                  </a:cubicBezTo>
                  <a:cubicBezTo>
                    <a:pt x="19738" y="16904"/>
                    <a:pt x="21600" y="19722"/>
                    <a:pt x="21414" y="20661"/>
                  </a:cubicBezTo>
                  <a:cubicBezTo>
                    <a:pt x="21228" y="21600"/>
                    <a:pt x="18993" y="20661"/>
                    <a:pt x="15083" y="17843"/>
                  </a:cubicBezTo>
                  <a:cubicBezTo>
                    <a:pt x="11172" y="15026"/>
                    <a:pt x="5586" y="10330"/>
                    <a:pt x="0" y="5635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3" name="Línea"/>
            <p:cNvSpPr/>
            <p:nvPr/>
          </p:nvSpPr>
          <p:spPr>
            <a:xfrm>
              <a:off x="114077" y="2231027"/>
              <a:ext cx="1588189" cy="2060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270"/>
                    <a:pt x="0" y="20939"/>
                    <a:pt x="386" y="20312"/>
                  </a:cubicBezTo>
                  <a:cubicBezTo>
                    <a:pt x="771" y="19684"/>
                    <a:pt x="1543" y="18760"/>
                    <a:pt x="2486" y="17736"/>
                  </a:cubicBezTo>
                  <a:cubicBezTo>
                    <a:pt x="3429" y="16712"/>
                    <a:pt x="4543" y="15589"/>
                    <a:pt x="5700" y="14499"/>
                  </a:cubicBezTo>
                  <a:cubicBezTo>
                    <a:pt x="6857" y="13409"/>
                    <a:pt x="8057" y="12352"/>
                    <a:pt x="9086" y="11394"/>
                  </a:cubicBezTo>
                  <a:cubicBezTo>
                    <a:pt x="10114" y="10437"/>
                    <a:pt x="10971" y="9578"/>
                    <a:pt x="11871" y="8818"/>
                  </a:cubicBezTo>
                  <a:cubicBezTo>
                    <a:pt x="12771" y="8059"/>
                    <a:pt x="13714" y="7398"/>
                    <a:pt x="14957" y="6242"/>
                  </a:cubicBezTo>
                  <a:cubicBezTo>
                    <a:pt x="16200" y="5086"/>
                    <a:pt x="17743" y="3435"/>
                    <a:pt x="18900" y="2312"/>
                  </a:cubicBezTo>
                  <a:cubicBezTo>
                    <a:pt x="20057" y="1189"/>
                    <a:pt x="20829" y="59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4" name="Línea"/>
            <p:cNvSpPr/>
            <p:nvPr/>
          </p:nvSpPr>
          <p:spPr>
            <a:xfrm>
              <a:off x="-37179" y="7033410"/>
              <a:ext cx="1399119" cy="19285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49" y="1765"/>
                    <a:pt x="3697" y="3529"/>
                    <a:pt x="5157" y="5012"/>
                  </a:cubicBezTo>
                  <a:cubicBezTo>
                    <a:pt x="6616" y="6494"/>
                    <a:pt x="7686" y="7694"/>
                    <a:pt x="8757" y="8788"/>
                  </a:cubicBezTo>
                  <a:cubicBezTo>
                    <a:pt x="9827" y="9882"/>
                    <a:pt x="10897" y="10871"/>
                    <a:pt x="12211" y="12071"/>
                  </a:cubicBezTo>
                  <a:cubicBezTo>
                    <a:pt x="13524" y="13271"/>
                    <a:pt x="15081" y="14682"/>
                    <a:pt x="16443" y="16094"/>
                  </a:cubicBezTo>
                  <a:cubicBezTo>
                    <a:pt x="17805" y="17506"/>
                    <a:pt x="18973" y="18918"/>
                    <a:pt x="19800" y="19835"/>
                  </a:cubicBezTo>
                  <a:cubicBezTo>
                    <a:pt x="20627" y="20753"/>
                    <a:pt x="21114" y="21176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5" name="Línea"/>
            <p:cNvSpPr/>
            <p:nvPr/>
          </p:nvSpPr>
          <p:spPr>
            <a:xfrm>
              <a:off x="1645545" y="4197357"/>
              <a:ext cx="5672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16" name="Línea"/>
            <p:cNvSpPr/>
            <p:nvPr/>
          </p:nvSpPr>
          <p:spPr>
            <a:xfrm>
              <a:off x="-7032775" y="-151257"/>
              <a:ext cx="8416992" cy="1663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600" fill="norm" stroke="1" extrusionOk="0">
                  <a:moveTo>
                    <a:pt x="0" y="0"/>
                  </a:moveTo>
                  <a:cubicBezTo>
                    <a:pt x="534" y="409"/>
                    <a:pt x="1067" y="818"/>
                    <a:pt x="1504" y="1268"/>
                  </a:cubicBezTo>
                  <a:cubicBezTo>
                    <a:pt x="1940" y="1718"/>
                    <a:pt x="2280" y="2209"/>
                    <a:pt x="2676" y="2659"/>
                  </a:cubicBezTo>
                  <a:cubicBezTo>
                    <a:pt x="3072" y="3109"/>
                    <a:pt x="3525" y="3518"/>
                    <a:pt x="3937" y="3845"/>
                  </a:cubicBezTo>
                  <a:cubicBezTo>
                    <a:pt x="4349" y="4173"/>
                    <a:pt x="4721" y="4418"/>
                    <a:pt x="5157" y="4745"/>
                  </a:cubicBezTo>
                  <a:cubicBezTo>
                    <a:pt x="5594" y="5073"/>
                    <a:pt x="6095" y="5482"/>
                    <a:pt x="6516" y="5809"/>
                  </a:cubicBezTo>
                  <a:cubicBezTo>
                    <a:pt x="6936" y="6136"/>
                    <a:pt x="7275" y="6382"/>
                    <a:pt x="7728" y="6750"/>
                  </a:cubicBezTo>
                  <a:cubicBezTo>
                    <a:pt x="8181" y="7118"/>
                    <a:pt x="8747" y="7609"/>
                    <a:pt x="9224" y="7977"/>
                  </a:cubicBezTo>
                  <a:cubicBezTo>
                    <a:pt x="9701" y="8345"/>
                    <a:pt x="10089" y="8591"/>
                    <a:pt x="10469" y="8918"/>
                  </a:cubicBezTo>
                  <a:cubicBezTo>
                    <a:pt x="10849" y="9245"/>
                    <a:pt x="11220" y="9655"/>
                    <a:pt x="11633" y="9982"/>
                  </a:cubicBezTo>
                  <a:cubicBezTo>
                    <a:pt x="12045" y="10309"/>
                    <a:pt x="12498" y="10555"/>
                    <a:pt x="12999" y="10923"/>
                  </a:cubicBezTo>
                  <a:cubicBezTo>
                    <a:pt x="13500" y="11291"/>
                    <a:pt x="14050" y="11782"/>
                    <a:pt x="14551" y="12273"/>
                  </a:cubicBezTo>
                  <a:cubicBezTo>
                    <a:pt x="15052" y="12764"/>
                    <a:pt x="15505" y="13255"/>
                    <a:pt x="15957" y="13745"/>
                  </a:cubicBezTo>
                  <a:cubicBezTo>
                    <a:pt x="16410" y="14236"/>
                    <a:pt x="16863" y="14727"/>
                    <a:pt x="17307" y="15136"/>
                  </a:cubicBezTo>
                  <a:cubicBezTo>
                    <a:pt x="17752" y="15545"/>
                    <a:pt x="18189" y="15873"/>
                    <a:pt x="18585" y="16282"/>
                  </a:cubicBezTo>
                  <a:cubicBezTo>
                    <a:pt x="18981" y="16691"/>
                    <a:pt x="19337" y="17182"/>
                    <a:pt x="19636" y="17468"/>
                  </a:cubicBezTo>
                  <a:cubicBezTo>
                    <a:pt x="19935" y="17755"/>
                    <a:pt x="20177" y="17836"/>
                    <a:pt x="20460" y="18123"/>
                  </a:cubicBezTo>
                  <a:cubicBezTo>
                    <a:pt x="20743" y="18409"/>
                    <a:pt x="21066" y="18900"/>
                    <a:pt x="21277" y="19186"/>
                  </a:cubicBezTo>
                  <a:cubicBezTo>
                    <a:pt x="21487" y="19473"/>
                    <a:pt x="21584" y="19555"/>
                    <a:pt x="21592" y="19841"/>
                  </a:cubicBezTo>
                  <a:cubicBezTo>
                    <a:pt x="21600" y="20127"/>
                    <a:pt x="21519" y="20618"/>
                    <a:pt x="21430" y="20945"/>
                  </a:cubicBezTo>
                  <a:cubicBezTo>
                    <a:pt x="21341" y="21273"/>
                    <a:pt x="21244" y="21436"/>
                    <a:pt x="21147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518" name="1. Tokenization"/>
          <p:cNvSpPr txBox="1"/>
          <p:nvPr/>
        </p:nvSpPr>
        <p:spPr>
          <a:xfrm>
            <a:off x="357055" y="6769099"/>
            <a:ext cx="4060242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1. Tokenization</a:t>
            </a:r>
          </a:p>
        </p:txBody>
      </p:sp>
      <p:sp>
        <p:nvSpPr>
          <p:cNvPr id="519" name="2. Embedding"/>
          <p:cNvSpPr txBox="1"/>
          <p:nvPr/>
        </p:nvSpPr>
        <p:spPr>
          <a:xfrm>
            <a:off x="2211630" y="8160932"/>
            <a:ext cx="398952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2. Embedding</a:t>
            </a:r>
          </a:p>
        </p:txBody>
      </p:sp>
      <p:sp>
        <p:nvSpPr>
          <p:cNvPr id="520" name="3. Attention"/>
          <p:cNvSpPr txBox="1"/>
          <p:nvPr/>
        </p:nvSpPr>
        <p:spPr>
          <a:xfrm>
            <a:off x="5189037" y="9552763"/>
            <a:ext cx="322265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3. Attention</a:t>
            </a:r>
          </a:p>
        </p:txBody>
      </p:sp>
      <p:sp>
        <p:nvSpPr>
          <p:cNvPr id="521" name="4. Neural network (prediction)"/>
          <p:cNvSpPr txBox="1"/>
          <p:nvPr/>
        </p:nvSpPr>
        <p:spPr>
          <a:xfrm>
            <a:off x="8327045" y="10763143"/>
            <a:ext cx="8090917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4. Neural network (prediction)</a:t>
            </a:r>
          </a:p>
        </p:txBody>
      </p:sp>
      <p:sp>
        <p:nvSpPr>
          <p:cNvPr id="522" name="5. Probability for each word"/>
          <p:cNvSpPr txBox="1"/>
          <p:nvPr/>
        </p:nvSpPr>
        <p:spPr>
          <a:xfrm>
            <a:off x="13914417" y="12196717"/>
            <a:ext cx="737768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5. Probability for each word</a:t>
            </a:r>
          </a:p>
        </p:txBody>
      </p:sp>
      <p:sp>
        <p:nvSpPr>
          <p:cNvPr id="523" name="x 96 times"/>
          <p:cNvSpPr txBox="1"/>
          <p:nvPr/>
        </p:nvSpPr>
        <p:spPr>
          <a:xfrm rot="624998">
            <a:off x="14547851" y="664873"/>
            <a:ext cx="292638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x 96 times</a:t>
            </a:r>
          </a:p>
        </p:txBody>
      </p:sp>
      <p:sp>
        <p:nvSpPr>
          <p:cNvPr id="524" name="GPT3 - overall picture of a Transformer"/>
          <p:cNvSpPr txBox="1"/>
          <p:nvPr/>
        </p:nvSpPr>
        <p:spPr>
          <a:xfrm>
            <a:off x="242182" y="12518135"/>
            <a:ext cx="9388145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GPT3 - overall picture of a Transformer</a:t>
            </a:r>
          </a:p>
        </p:txBody>
      </p:sp>
      <p:sp>
        <p:nvSpPr>
          <p:cNvPr id="525" name="Token ID"/>
          <p:cNvSpPr txBox="1"/>
          <p:nvPr/>
        </p:nvSpPr>
        <p:spPr>
          <a:xfrm>
            <a:off x="1826935" y="1367718"/>
            <a:ext cx="2041018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Token ID</a:t>
            </a:r>
          </a:p>
        </p:txBody>
      </p:sp>
      <p:sp>
        <p:nvSpPr>
          <p:cNvPr id="526" name="Vector embedding"/>
          <p:cNvSpPr txBox="1"/>
          <p:nvPr/>
        </p:nvSpPr>
        <p:spPr>
          <a:xfrm>
            <a:off x="4610658" y="733123"/>
            <a:ext cx="4169817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Vector embedding</a:t>
            </a:r>
          </a:p>
        </p:txBody>
      </p:sp>
      <p:sp>
        <p:nvSpPr>
          <p:cNvPr id="527" name="Probabilities"/>
          <p:cNvSpPr txBox="1"/>
          <p:nvPr/>
        </p:nvSpPr>
        <p:spPr>
          <a:xfrm>
            <a:off x="21180471" y="1590490"/>
            <a:ext cx="2838451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58C3F4"/>
                </a:solidFill>
              </a:defRPr>
            </a:lvl1pPr>
          </a:lstStyle>
          <a:p>
            <a:pPr/>
            <a:r>
              <a:t>Probabilities</a:t>
            </a:r>
          </a:p>
        </p:txBody>
      </p:sp>
      <p:sp>
        <p:nvSpPr>
          <p:cNvPr id="528" name="Each word"/>
          <p:cNvSpPr txBox="1"/>
          <p:nvPr/>
        </p:nvSpPr>
        <p:spPr>
          <a:xfrm>
            <a:off x="16865134" y="9833742"/>
            <a:ext cx="2471434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58C3F4"/>
                </a:solidFill>
              </a:defRPr>
            </a:lvl1pPr>
          </a:lstStyle>
          <a:p>
            <a:pPr/>
            <a:r>
              <a:t>Each word</a:t>
            </a:r>
          </a:p>
        </p:txBody>
      </p:sp>
      <p:sp>
        <p:nvSpPr>
          <p:cNvPr id="529" name="0.65"/>
          <p:cNvSpPr txBox="1"/>
          <p:nvPr/>
        </p:nvSpPr>
        <p:spPr>
          <a:xfrm>
            <a:off x="22822701" y="4768056"/>
            <a:ext cx="92987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0.65</a:t>
            </a:r>
          </a:p>
        </p:txBody>
      </p:sp>
      <p:sp>
        <p:nvSpPr>
          <p:cNvPr id="530" name="0.1"/>
          <p:cNvSpPr txBox="1"/>
          <p:nvPr/>
        </p:nvSpPr>
        <p:spPr>
          <a:xfrm>
            <a:off x="22263819" y="5539991"/>
            <a:ext cx="69685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0.1</a:t>
            </a:r>
          </a:p>
        </p:txBody>
      </p:sp>
      <p:sp>
        <p:nvSpPr>
          <p:cNvPr id="531" name="0.2"/>
          <p:cNvSpPr txBox="1"/>
          <p:nvPr/>
        </p:nvSpPr>
        <p:spPr>
          <a:xfrm>
            <a:off x="22453913" y="3970722"/>
            <a:ext cx="69685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0.2</a:t>
            </a:r>
          </a:p>
        </p:txBody>
      </p:sp>
      <p:sp>
        <p:nvSpPr>
          <p:cNvPr id="532" name="0.03"/>
          <p:cNvSpPr txBox="1"/>
          <p:nvPr/>
        </p:nvSpPr>
        <p:spPr>
          <a:xfrm>
            <a:off x="22051474" y="7198160"/>
            <a:ext cx="929869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0.03</a:t>
            </a:r>
          </a:p>
        </p:txBody>
      </p:sp>
      <p:sp>
        <p:nvSpPr>
          <p:cNvPr id="533" name="0.01"/>
          <p:cNvSpPr txBox="1"/>
          <p:nvPr/>
        </p:nvSpPr>
        <p:spPr>
          <a:xfrm>
            <a:off x="21777430" y="6655742"/>
            <a:ext cx="92987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0.01</a:t>
            </a:r>
          </a:p>
        </p:txBody>
      </p:sp>
      <p:sp>
        <p:nvSpPr>
          <p:cNvPr id="534" name="0.01"/>
          <p:cNvSpPr txBox="1"/>
          <p:nvPr/>
        </p:nvSpPr>
        <p:spPr>
          <a:xfrm>
            <a:off x="21777430" y="3519723"/>
            <a:ext cx="929870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0.01</a:t>
            </a:r>
          </a:p>
        </p:txBody>
      </p:sp>
      <p:sp>
        <p:nvSpPr>
          <p:cNvPr id="535" name="Sentence"/>
          <p:cNvSpPr txBox="1"/>
          <p:nvPr/>
        </p:nvSpPr>
        <p:spPr>
          <a:xfrm rot="19795060">
            <a:off x="801602" y="2791775"/>
            <a:ext cx="2205953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/>
            </a:lvl1pPr>
          </a:lstStyle>
          <a:p>
            <a:pPr/>
            <a:r>
              <a:t>Sentence</a:t>
            </a:r>
          </a:p>
        </p:txBody>
      </p:sp>
      <p:sp>
        <p:nvSpPr>
          <p:cNvPr id="546" name="Línea de conexión"/>
          <p:cNvSpPr/>
          <p:nvPr/>
        </p:nvSpPr>
        <p:spPr>
          <a:xfrm>
            <a:off x="4037076" y="1766254"/>
            <a:ext cx="277436" cy="970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81" h="21600" fill="norm" stroke="1" extrusionOk="0">
                <a:moveTo>
                  <a:pt x="0" y="0"/>
                </a:moveTo>
                <a:cubicBezTo>
                  <a:pt x="19547" y="6141"/>
                  <a:pt x="21600" y="13341"/>
                  <a:pt x="6159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47" name="Línea de conexión"/>
          <p:cNvSpPr/>
          <p:nvPr/>
        </p:nvSpPr>
        <p:spPr>
          <a:xfrm>
            <a:off x="6877108" y="1405070"/>
            <a:ext cx="336782" cy="1063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429" h="21600" fill="norm" stroke="1" extrusionOk="0">
                <a:moveTo>
                  <a:pt x="6836" y="0"/>
                </a:moveTo>
                <a:cubicBezTo>
                  <a:pt x="21600" y="8163"/>
                  <a:pt x="19321" y="15363"/>
                  <a:pt x="0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48" name="Línea de conexión"/>
          <p:cNvSpPr/>
          <p:nvPr/>
        </p:nvSpPr>
        <p:spPr>
          <a:xfrm>
            <a:off x="18213838" y="7969508"/>
            <a:ext cx="1367323" cy="1660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9132" y="3410"/>
                  <a:pt x="1932" y="10610"/>
                  <a:pt x="0" y="21600"/>
                </a:cubicBezTo>
              </a:path>
            </a:pathLst>
          </a:custGeom>
          <a:ln w="25400">
            <a:solidFill>
              <a:srgbClr val="59C4F6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49" name="Línea de conexión"/>
          <p:cNvSpPr/>
          <p:nvPr/>
        </p:nvSpPr>
        <p:spPr>
          <a:xfrm>
            <a:off x="22960945" y="2262421"/>
            <a:ext cx="229693" cy="1415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885" h="21600" fill="norm" stroke="1" extrusionOk="0">
                <a:moveTo>
                  <a:pt x="10861" y="21600"/>
                </a:moveTo>
                <a:cubicBezTo>
                  <a:pt x="21600" y="12456"/>
                  <a:pt x="17980" y="5256"/>
                  <a:pt x="0" y="0"/>
                </a:cubicBezTo>
              </a:path>
            </a:pathLst>
          </a:custGeom>
          <a:ln w="25400">
            <a:solidFill>
              <a:srgbClr val="59C4F6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40" name="Línea"/>
          <p:cNvSpPr/>
          <p:nvPr/>
        </p:nvSpPr>
        <p:spPr>
          <a:xfrm flipV="1">
            <a:off x="2086186" y="5047067"/>
            <a:ext cx="1" cy="1674005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1" name="Línea"/>
          <p:cNvSpPr/>
          <p:nvPr/>
        </p:nvSpPr>
        <p:spPr>
          <a:xfrm flipV="1">
            <a:off x="5575788" y="5605961"/>
            <a:ext cx="1" cy="233734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2" name="Línea"/>
          <p:cNvSpPr/>
          <p:nvPr/>
        </p:nvSpPr>
        <p:spPr>
          <a:xfrm flipV="1">
            <a:off x="7833485" y="7231561"/>
            <a:ext cx="1" cy="233734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3" name="Línea"/>
          <p:cNvSpPr/>
          <p:nvPr/>
        </p:nvSpPr>
        <p:spPr>
          <a:xfrm flipV="1">
            <a:off x="11665672" y="9429670"/>
            <a:ext cx="1" cy="118598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4" name="Línea"/>
          <p:cNvSpPr/>
          <p:nvPr/>
        </p:nvSpPr>
        <p:spPr>
          <a:xfrm flipH="1" flipV="1">
            <a:off x="9199112" y="8430063"/>
            <a:ext cx="6319799" cy="205585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5" name="Línea"/>
          <p:cNvSpPr/>
          <p:nvPr/>
        </p:nvSpPr>
        <p:spPr>
          <a:xfrm flipV="1">
            <a:off x="20276273" y="10790295"/>
            <a:ext cx="1" cy="142556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Rectángulo redondeado"/>
          <p:cNvSpPr/>
          <p:nvPr/>
        </p:nvSpPr>
        <p:spPr>
          <a:xfrm>
            <a:off x="8495434" y="3202925"/>
            <a:ext cx="1769091" cy="987281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52" name="1. Tokenization"/>
          <p:cNvSpPr txBox="1"/>
          <p:nvPr/>
        </p:nvSpPr>
        <p:spPr>
          <a:xfrm>
            <a:off x="827187" y="811519"/>
            <a:ext cx="4060242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1. Tokenization</a:t>
            </a:r>
          </a:p>
        </p:txBody>
      </p:sp>
      <p:grpSp>
        <p:nvGrpSpPr>
          <p:cNvPr id="567" name="Dibujo"/>
          <p:cNvGrpSpPr/>
          <p:nvPr/>
        </p:nvGrpSpPr>
        <p:grpSpPr>
          <a:xfrm>
            <a:off x="1056353" y="3720459"/>
            <a:ext cx="2836053" cy="2382285"/>
            <a:chOff x="-1871159" y="207977"/>
            <a:chExt cx="2836052" cy="2382283"/>
          </a:xfrm>
        </p:grpSpPr>
        <p:sp>
          <p:nvSpPr>
            <p:cNvPr id="553" name="Línea"/>
            <p:cNvSpPr/>
            <p:nvPr/>
          </p:nvSpPr>
          <p:spPr>
            <a:xfrm>
              <a:off x="-1871160" y="529396"/>
              <a:ext cx="2287750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54" name="Línea"/>
            <p:cNvSpPr/>
            <p:nvPr/>
          </p:nvSpPr>
          <p:spPr>
            <a:xfrm>
              <a:off x="-1864858" y="1985236"/>
              <a:ext cx="12606" cy="60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55" name="Línea"/>
            <p:cNvSpPr/>
            <p:nvPr/>
          </p:nvSpPr>
          <p:spPr>
            <a:xfrm>
              <a:off x="416589" y="548303"/>
              <a:ext cx="18908" cy="661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56" name="Línea"/>
            <p:cNvSpPr/>
            <p:nvPr/>
          </p:nvSpPr>
          <p:spPr>
            <a:xfrm>
              <a:off x="-1776625" y="1210049"/>
              <a:ext cx="2117587" cy="1361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57" name="Línea"/>
            <p:cNvSpPr/>
            <p:nvPr/>
          </p:nvSpPr>
          <p:spPr>
            <a:xfrm>
              <a:off x="-1455206" y="1663817"/>
              <a:ext cx="18908" cy="699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58" name="Línea"/>
            <p:cNvSpPr/>
            <p:nvPr/>
          </p:nvSpPr>
          <p:spPr>
            <a:xfrm>
              <a:off x="-1113798" y="1436933"/>
              <a:ext cx="36734" cy="66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59" name="Línea"/>
            <p:cNvSpPr/>
            <p:nvPr/>
          </p:nvSpPr>
          <p:spPr>
            <a:xfrm>
              <a:off x="-736739" y="1247863"/>
              <a:ext cx="12606" cy="64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0" name="Línea"/>
            <p:cNvSpPr/>
            <p:nvPr/>
          </p:nvSpPr>
          <p:spPr>
            <a:xfrm>
              <a:off x="-339692" y="1020978"/>
              <a:ext cx="37815" cy="58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1" name="Línea"/>
            <p:cNvSpPr/>
            <p:nvPr/>
          </p:nvSpPr>
          <p:spPr>
            <a:xfrm>
              <a:off x="19542" y="756280"/>
              <a:ext cx="37814" cy="548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2" name="Línea"/>
            <p:cNvSpPr/>
            <p:nvPr/>
          </p:nvSpPr>
          <p:spPr>
            <a:xfrm>
              <a:off x="530031" y="207977"/>
              <a:ext cx="340327" cy="20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3" name="Línea"/>
            <p:cNvSpPr/>
            <p:nvPr/>
          </p:nvSpPr>
          <p:spPr>
            <a:xfrm>
              <a:off x="511124" y="1002071"/>
              <a:ext cx="264699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4" name="Línea"/>
            <p:cNvSpPr/>
            <p:nvPr/>
          </p:nvSpPr>
          <p:spPr>
            <a:xfrm>
              <a:off x="945985" y="245791"/>
              <a:ext cx="18908" cy="567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5" name="Línea"/>
            <p:cNvSpPr/>
            <p:nvPr/>
          </p:nvSpPr>
          <p:spPr>
            <a:xfrm>
              <a:off x="578086" y="315116"/>
              <a:ext cx="365990" cy="631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66" name="Línea"/>
            <p:cNvSpPr/>
            <p:nvPr/>
          </p:nvSpPr>
          <p:spPr>
            <a:xfrm>
              <a:off x="567845" y="689036"/>
              <a:ext cx="94536" cy="180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568" name="Token ID"/>
          <p:cNvSpPr txBox="1"/>
          <p:nvPr/>
        </p:nvSpPr>
        <p:spPr>
          <a:xfrm>
            <a:off x="1836799" y="2459606"/>
            <a:ext cx="2041018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Token ID</a:t>
            </a:r>
          </a:p>
        </p:txBody>
      </p:sp>
      <p:sp>
        <p:nvSpPr>
          <p:cNvPr id="569" name="Rectángulo redondeado"/>
          <p:cNvSpPr/>
          <p:nvPr/>
        </p:nvSpPr>
        <p:spPr>
          <a:xfrm>
            <a:off x="7881198" y="3202925"/>
            <a:ext cx="565618" cy="987281"/>
          </a:xfrm>
          <a:prstGeom prst="roundRect">
            <a:avLst>
              <a:gd name="adj" fmla="val 26182"/>
            </a:avLst>
          </a:prstGeom>
          <a:solidFill>
            <a:schemeClr val="accent1">
              <a:lumOff val="1357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0" name="Sentence"/>
          <p:cNvSpPr txBox="1"/>
          <p:nvPr/>
        </p:nvSpPr>
        <p:spPr>
          <a:xfrm rot="19795060">
            <a:off x="811467" y="3883663"/>
            <a:ext cx="2205953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/>
            </a:lvl1pPr>
          </a:lstStyle>
          <a:p>
            <a:pPr/>
            <a:r>
              <a:t>Sentence</a:t>
            </a:r>
          </a:p>
        </p:txBody>
      </p:sp>
      <p:sp>
        <p:nvSpPr>
          <p:cNvPr id="605" name="Línea de conexión"/>
          <p:cNvSpPr/>
          <p:nvPr/>
        </p:nvSpPr>
        <p:spPr>
          <a:xfrm>
            <a:off x="4046940" y="2858143"/>
            <a:ext cx="277437" cy="970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81" h="21600" fill="norm" stroke="1" extrusionOk="0">
                <a:moveTo>
                  <a:pt x="0" y="0"/>
                </a:moveTo>
                <a:cubicBezTo>
                  <a:pt x="19547" y="6141"/>
                  <a:pt x="21600" y="13341"/>
                  <a:pt x="6159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72" name="Rectángulo redondeado"/>
          <p:cNvSpPr/>
          <p:nvPr/>
        </p:nvSpPr>
        <p:spPr>
          <a:xfrm>
            <a:off x="10313144" y="3202925"/>
            <a:ext cx="988490" cy="987281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3" name="Rectángulo redondeado"/>
          <p:cNvSpPr/>
          <p:nvPr/>
        </p:nvSpPr>
        <p:spPr>
          <a:xfrm>
            <a:off x="11375652" y="3202925"/>
            <a:ext cx="1287304" cy="987281"/>
          </a:xfrm>
          <a:prstGeom prst="roundRect">
            <a:avLst>
              <a:gd name="adj" fmla="val 15000"/>
            </a:avLst>
          </a:prstGeom>
          <a:solidFill>
            <a:schemeClr val="accent6">
              <a:satOff val="15236"/>
              <a:lumOff val="1767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4" name="Rectángulo redondeado"/>
          <p:cNvSpPr/>
          <p:nvPr/>
        </p:nvSpPr>
        <p:spPr>
          <a:xfrm>
            <a:off x="12749676" y="3202925"/>
            <a:ext cx="2156857" cy="987281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5" name="Rectángulo redondeado"/>
          <p:cNvSpPr/>
          <p:nvPr/>
        </p:nvSpPr>
        <p:spPr>
          <a:xfrm>
            <a:off x="14955152" y="3202925"/>
            <a:ext cx="2940906" cy="987281"/>
          </a:xfrm>
          <a:prstGeom prst="roundRect">
            <a:avLst>
              <a:gd name="adj" fmla="val 15000"/>
            </a:avLst>
          </a:prstGeom>
          <a:solidFill>
            <a:schemeClr val="accent4">
              <a:hueOff val="-1109407"/>
              <a:satOff val="-1495"/>
              <a:lumOff val="-633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6" name="Rectángulo redondeado"/>
          <p:cNvSpPr/>
          <p:nvPr/>
        </p:nvSpPr>
        <p:spPr>
          <a:xfrm>
            <a:off x="17995478" y="3202925"/>
            <a:ext cx="1287303" cy="987281"/>
          </a:xfrm>
          <a:prstGeom prst="roundRect">
            <a:avLst>
              <a:gd name="adj" fmla="val 15000"/>
            </a:avLst>
          </a:prstGeom>
          <a:solidFill>
            <a:schemeClr val="accent6">
              <a:satOff val="15236"/>
              <a:lumOff val="1767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7" name="Rectángulo redondeado"/>
          <p:cNvSpPr/>
          <p:nvPr/>
        </p:nvSpPr>
        <p:spPr>
          <a:xfrm>
            <a:off x="19356799" y="3228325"/>
            <a:ext cx="2268113" cy="987281"/>
          </a:xfrm>
          <a:prstGeom prst="roundRect">
            <a:avLst>
              <a:gd name="adj" fmla="val 15000"/>
            </a:avLst>
          </a:prstGeom>
          <a:solidFill>
            <a:schemeClr val="accent4">
              <a:hueOff val="475731"/>
              <a:satOff val="-4338"/>
              <a:lumOff val="1018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8" name="I crossed the street through the zebra"/>
          <p:cNvSpPr txBox="1"/>
          <p:nvPr/>
        </p:nvSpPr>
        <p:spPr>
          <a:xfrm>
            <a:off x="8033803" y="3118715"/>
            <a:ext cx="1357264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I crossed the street through the </a:t>
            </a:r>
            <a:r>
              <a:rPr>
                <a:solidFill>
                  <a:srgbClr val="000000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zebra</a:t>
            </a:r>
          </a:p>
        </p:txBody>
      </p:sp>
      <p:sp>
        <p:nvSpPr>
          <p:cNvPr id="579" name="Token IDs:"/>
          <p:cNvSpPr txBox="1"/>
          <p:nvPr/>
        </p:nvSpPr>
        <p:spPr>
          <a:xfrm>
            <a:off x="3966198" y="7549682"/>
            <a:ext cx="2889810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Token IDs:</a:t>
            </a:r>
          </a:p>
        </p:txBody>
      </p:sp>
      <p:sp>
        <p:nvSpPr>
          <p:cNvPr id="580" name="14  105    30     3       875           567          4         95"/>
          <p:cNvSpPr txBox="1"/>
          <p:nvPr/>
        </p:nvSpPr>
        <p:spPr>
          <a:xfrm>
            <a:off x="7364058" y="7549682"/>
            <a:ext cx="13690093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  14  105    30     3       875           567          4         95 </a:t>
            </a:r>
          </a:p>
        </p:txBody>
      </p:sp>
      <p:sp>
        <p:nvSpPr>
          <p:cNvPr id="581" name="*This is an example, the actual ID numbers may be different"/>
          <p:cNvSpPr txBox="1"/>
          <p:nvPr/>
        </p:nvSpPr>
        <p:spPr>
          <a:xfrm>
            <a:off x="15797435" y="12893750"/>
            <a:ext cx="839660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>
                <a:solidFill>
                  <a:srgbClr val="6C6C6C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*This is an example, the actual ID numbers may be different</a:t>
            </a:r>
          </a:p>
        </p:txBody>
      </p:sp>
      <p:grpSp>
        <p:nvGrpSpPr>
          <p:cNvPr id="595" name="Dibujo"/>
          <p:cNvGrpSpPr/>
          <p:nvPr/>
        </p:nvGrpSpPr>
        <p:grpSpPr>
          <a:xfrm>
            <a:off x="7449363" y="7260293"/>
            <a:ext cx="14312613" cy="1680361"/>
            <a:chOff x="634" y="-75628"/>
            <a:chExt cx="14312611" cy="1680359"/>
          </a:xfrm>
        </p:grpSpPr>
        <p:sp>
          <p:nvSpPr>
            <p:cNvPr id="582" name="Línea"/>
            <p:cNvSpPr/>
            <p:nvPr/>
          </p:nvSpPr>
          <p:spPr>
            <a:xfrm>
              <a:off x="634" y="-1"/>
              <a:ext cx="37815" cy="13045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1670"/>
                    <a:pt x="14400" y="3339"/>
                    <a:pt x="16200" y="5478"/>
                  </a:cubicBezTo>
                  <a:cubicBezTo>
                    <a:pt x="18000" y="7617"/>
                    <a:pt x="14400" y="10226"/>
                    <a:pt x="12600" y="12835"/>
                  </a:cubicBezTo>
                  <a:cubicBezTo>
                    <a:pt x="10800" y="15443"/>
                    <a:pt x="10800" y="18052"/>
                    <a:pt x="12600" y="19513"/>
                  </a:cubicBezTo>
                  <a:cubicBezTo>
                    <a:pt x="14400" y="20974"/>
                    <a:pt x="18000" y="21287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3" name="Línea"/>
            <p:cNvSpPr/>
            <p:nvPr/>
          </p:nvSpPr>
          <p:spPr>
            <a:xfrm>
              <a:off x="114077" y="1380211"/>
              <a:ext cx="11514373" cy="1504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7" fill="norm" stroke="1" extrusionOk="0">
                  <a:moveTo>
                    <a:pt x="0" y="0"/>
                  </a:moveTo>
                  <a:cubicBezTo>
                    <a:pt x="248" y="900"/>
                    <a:pt x="497" y="1800"/>
                    <a:pt x="816" y="2700"/>
                  </a:cubicBezTo>
                  <a:cubicBezTo>
                    <a:pt x="1135" y="3600"/>
                    <a:pt x="1525" y="4500"/>
                    <a:pt x="1909" y="5400"/>
                  </a:cubicBezTo>
                  <a:cubicBezTo>
                    <a:pt x="2294" y="6300"/>
                    <a:pt x="2672" y="7200"/>
                    <a:pt x="3003" y="8100"/>
                  </a:cubicBezTo>
                  <a:cubicBezTo>
                    <a:pt x="3334" y="9000"/>
                    <a:pt x="3618" y="9900"/>
                    <a:pt x="4020" y="10350"/>
                  </a:cubicBezTo>
                  <a:cubicBezTo>
                    <a:pt x="4422" y="10800"/>
                    <a:pt x="4942" y="10800"/>
                    <a:pt x="5391" y="10350"/>
                  </a:cubicBezTo>
                  <a:cubicBezTo>
                    <a:pt x="5840" y="9900"/>
                    <a:pt x="6219" y="9000"/>
                    <a:pt x="6650" y="8550"/>
                  </a:cubicBezTo>
                  <a:cubicBezTo>
                    <a:pt x="7082" y="8100"/>
                    <a:pt x="7567" y="8100"/>
                    <a:pt x="8051" y="8100"/>
                  </a:cubicBezTo>
                  <a:cubicBezTo>
                    <a:pt x="8536" y="8100"/>
                    <a:pt x="9021" y="8100"/>
                    <a:pt x="9464" y="9450"/>
                  </a:cubicBezTo>
                  <a:cubicBezTo>
                    <a:pt x="9907" y="10800"/>
                    <a:pt x="10309" y="13500"/>
                    <a:pt x="10753" y="14850"/>
                  </a:cubicBezTo>
                  <a:cubicBezTo>
                    <a:pt x="11196" y="16200"/>
                    <a:pt x="11681" y="16200"/>
                    <a:pt x="12077" y="16650"/>
                  </a:cubicBezTo>
                  <a:cubicBezTo>
                    <a:pt x="12473" y="17100"/>
                    <a:pt x="12780" y="18000"/>
                    <a:pt x="13094" y="18900"/>
                  </a:cubicBezTo>
                  <a:cubicBezTo>
                    <a:pt x="13407" y="19800"/>
                    <a:pt x="13726" y="20700"/>
                    <a:pt x="14110" y="21150"/>
                  </a:cubicBezTo>
                  <a:cubicBezTo>
                    <a:pt x="14495" y="21600"/>
                    <a:pt x="14944" y="21600"/>
                    <a:pt x="15322" y="21150"/>
                  </a:cubicBezTo>
                  <a:cubicBezTo>
                    <a:pt x="15700" y="20700"/>
                    <a:pt x="16008" y="19800"/>
                    <a:pt x="16404" y="19350"/>
                  </a:cubicBezTo>
                  <a:cubicBezTo>
                    <a:pt x="16800" y="18900"/>
                    <a:pt x="17285" y="18900"/>
                    <a:pt x="17746" y="18900"/>
                  </a:cubicBezTo>
                  <a:cubicBezTo>
                    <a:pt x="18207" y="18900"/>
                    <a:pt x="18644" y="18900"/>
                    <a:pt x="18981" y="19350"/>
                  </a:cubicBezTo>
                  <a:cubicBezTo>
                    <a:pt x="19318" y="19800"/>
                    <a:pt x="19555" y="20700"/>
                    <a:pt x="19791" y="20250"/>
                  </a:cubicBezTo>
                  <a:cubicBezTo>
                    <a:pt x="20028" y="19800"/>
                    <a:pt x="20264" y="18000"/>
                    <a:pt x="20530" y="16650"/>
                  </a:cubicBezTo>
                  <a:cubicBezTo>
                    <a:pt x="20796" y="15300"/>
                    <a:pt x="21092" y="14400"/>
                    <a:pt x="21275" y="13950"/>
                  </a:cubicBezTo>
                  <a:cubicBezTo>
                    <a:pt x="21458" y="13500"/>
                    <a:pt x="21529" y="13500"/>
                    <a:pt x="21600" y="135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4" name="Línea"/>
            <p:cNvSpPr/>
            <p:nvPr/>
          </p:nvSpPr>
          <p:spPr>
            <a:xfrm>
              <a:off x="151891" y="-75629"/>
              <a:ext cx="11495466" cy="142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58" fill="norm" stroke="1" extrusionOk="0">
                  <a:moveTo>
                    <a:pt x="0" y="0"/>
                  </a:moveTo>
                  <a:cubicBezTo>
                    <a:pt x="249" y="1878"/>
                    <a:pt x="497" y="3757"/>
                    <a:pt x="882" y="4696"/>
                  </a:cubicBezTo>
                  <a:cubicBezTo>
                    <a:pt x="1267" y="5635"/>
                    <a:pt x="1788" y="5635"/>
                    <a:pt x="2197" y="6574"/>
                  </a:cubicBezTo>
                  <a:cubicBezTo>
                    <a:pt x="2605" y="7513"/>
                    <a:pt x="2901" y="9391"/>
                    <a:pt x="3186" y="10800"/>
                  </a:cubicBezTo>
                  <a:cubicBezTo>
                    <a:pt x="3470" y="12209"/>
                    <a:pt x="3742" y="13148"/>
                    <a:pt x="4121" y="13617"/>
                  </a:cubicBezTo>
                  <a:cubicBezTo>
                    <a:pt x="4500" y="14087"/>
                    <a:pt x="4986" y="14087"/>
                    <a:pt x="5465" y="14087"/>
                  </a:cubicBezTo>
                  <a:cubicBezTo>
                    <a:pt x="5945" y="14087"/>
                    <a:pt x="6418" y="14087"/>
                    <a:pt x="6803" y="13617"/>
                  </a:cubicBezTo>
                  <a:cubicBezTo>
                    <a:pt x="7188" y="13148"/>
                    <a:pt x="7484" y="12209"/>
                    <a:pt x="7828" y="11270"/>
                  </a:cubicBezTo>
                  <a:cubicBezTo>
                    <a:pt x="8171" y="10330"/>
                    <a:pt x="8562" y="9391"/>
                    <a:pt x="8976" y="8922"/>
                  </a:cubicBezTo>
                  <a:cubicBezTo>
                    <a:pt x="9391" y="8452"/>
                    <a:pt x="9829" y="8452"/>
                    <a:pt x="10232" y="8452"/>
                  </a:cubicBezTo>
                  <a:cubicBezTo>
                    <a:pt x="10634" y="8452"/>
                    <a:pt x="11001" y="8452"/>
                    <a:pt x="11339" y="7983"/>
                  </a:cubicBezTo>
                  <a:cubicBezTo>
                    <a:pt x="11676" y="7513"/>
                    <a:pt x="11984" y="6574"/>
                    <a:pt x="12257" y="5165"/>
                  </a:cubicBezTo>
                  <a:cubicBezTo>
                    <a:pt x="12529" y="3757"/>
                    <a:pt x="12766" y="1878"/>
                    <a:pt x="13003" y="1409"/>
                  </a:cubicBezTo>
                  <a:cubicBezTo>
                    <a:pt x="13239" y="939"/>
                    <a:pt x="13476" y="1878"/>
                    <a:pt x="13832" y="2348"/>
                  </a:cubicBezTo>
                  <a:cubicBezTo>
                    <a:pt x="14187" y="2817"/>
                    <a:pt x="14661" y="2817"/>
                    <a:pt x="15045" y="3287"/>
                  </a:cubicBezTo>
                  <a:cubicBezTo>
                    <a:pt x="15430" y="3756"/>
                    <a:pt x="15726" y="4696"/>
                    <a:pt x="16005" y="5635"/>
                  </a:cubicBezTo>
                  <a:cubicBezTo>
                    <a:pt x="16283" y="6574"/>
                    <a:pt x="16543" y="7513"/>
                    <a:pt x="16792" y="8922"/>
                  </a:cubicBezTo>
                  <a:cubicBezTo>
                    <a:pt x="17041" y="10330"/>
                    <a:pt x="17278" y="12209"/>
                    <a:pt x="17568" y="13617"/>
                  </a:cubicBezTo>
                  <a:cubicBezTo>
                    <a:pt x="17858" y="15026"/>
                    <a:pt x="18201" y="15965"/>
                    <a:pt x="18491" y="17374"/>
                  </a:cubicBezTo>
                  <a:cubicBezTo>
                    <a:pt x="18782" y="18783"/>
                    <a:pt x="19018" y="20661"/>
                    <a:pt x="19314" y="21130"/>
                  </a:cubicBezTo>
                  <a:cubicBezTo>
                    <a:pt x="19611" y="21600"/>
                    <a:pt x="19966" y="20661"/>
                    <a:pt x="20357" y="20191"/>
                  </a:cubicBezTo>
                  <a:cubicBezTo>
                    <a:pt x="20747" y="19722"/>
                    <a:pt x="21174" y="19722"/>
                    <a:pt x="21600" y="19722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5" name="Línea"/>
            <p:cNvSpPr/>
            <p:nvPr/>
          </p:nvSpPr>
          <p:spPr>
            <a:xfrm>
              <a:off x="11781616" y="132349"/>
              <a:ext cx="54812" cy="1247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3" h="21600" fill="norm" stroke="1" extrusionOk="0">
                  <a:moveTo>
                    <a:pt x="20873" y="0"/>
                  </a:moveTo>
                  <a:cubicBezTo>
                    <a:pt x="13673" y="2291"/>
                    <a:pt x="6473" y="4582"/>
                    <a:pt x="2873" y="7418"/>
                  </a:cubicBezTo>
                  <a:cubicBezTo>
                    <a:pt x="-727" y="10255"/>
                    <a:pt x="-727" y="13636"/>
                    <a:pt x="1673" y="16091"/>
                  </a:cubicBezTo>
                  <a:cubicBezTo>
                    <a:pt x="4073" y="18545"/>
                    <a:pt x="8873" y="20073"/>
                    <a:pt x="13673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6" name="Línea"/>
            <p:cNvSpPr/>
            <p:nvPr/>
          </p:nvSpPr>
          <p:spPr>
            <a:xfrm>
              <a:off x="11987683" y="18907"/>
              <a:ext cx="2155401" cy="1380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11" y="296"/>
                    <a:pt x="2021" y="592"/>
                    <a:pt x="3316" y="789"/>
                  </a:cubicBezTo>
                  <a:cubicBezTo>
                    <a:pt x="4611" y="986"/>
                    <a:pt x="6189" y="1085"/>
                    <a:pt x="8305" y="1134"/>
                  </a:cubicBezTo>
                  <a:cubicBezTo>
                    <a:pt x="10421" y="1184"/>
                    <a:pt x="13074" y="1184"/>
                    <a:pt x="15032" y="1134"/>
                  </a:cubicBezTo>
                  <a:cubicBezTo>
                    <a:pt x="16989" y="1085"/>
                    <a:pt x="18253" y="986"/>
                    <a:pt x="19042" y="888"/>
                  </a:cubicBezTo>
                  <a:cubicBezTo>
                    <a:pt x="19832" y="789"/>
                    <a:pt x="20147" y="690"/>
                    <a:pt x="20368" y="888"/>
                  </a:cubicBezTo>
                  <a:cubicBezTo>
                    <a:pt x="20589" y="1085"/>
                    <a:pt x="20716" y="1578"/>
                    <a:pt x="20779" y="3156"/>
                  </a:cubicBezTo>
                  <a:cubicBezTo>
                    <a:pt x="20842" y="4734"/>
                    <a:pt x="20842" y="7397"/>
                    <a:pt x="20874" y="9962"/>
                  </a:cubicBezTo>
                  <a:cubicBezTo>
                    <a:pt x="20905" y="12526"/>
                    <a:pt x="20968" y="14992"/>
                    <a:pt x="21095" y="16915"/>
                  </a:cubicBezTo>
                  <a:cubicBezTo>
                    <a:pt x="21221" y="18838"/>
                    <a:pt x="21411" y="20219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7" name="Línea"/>
            <p:cNvSpPr/>
            <p:nvPr/>
          </p:nvSpPr>
          <p:spPr>
            <a:xfrm>
              <a:off x="12025497" y="1474747"/>
              <a:ext cx="2117587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0"/>
                    <a:pt x="18000" y="0"/>
                    <a:pt x="16039" y="1800"/>
                  </a:cubicBezTo>
                  <a:cubicBezTo>
                    <a:pt x="14079" y="3600"/>
                    <a:pt x="11957" y="7200"/>
                    <a:pt x="9932" y="9000"/>
                  </a:cubicBezTo>
                  <a:cubicBezTo>
                    <a:pt x="7907" y="10800"/>
                    <a:pt x="5979" y="10800"/>
                    <a:pt x="4339" y="12600"/>
                  </a:cubicBezTo>
                  <a:cubicBezTo>
                    <a:pt x="2700" y="14400"/>
                    <a:pt x="1350" y="180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8" name="Línea"/>
            <p:cNvSpPr/>
            <p:nvPr/>
          </p:nvSpPr>
          <p:spPr>
            <a:xfrm>
              <a:off x="1097242" y="56721"/>
              <a:ext cx="37815" cy="1172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181"/>
                    <a:pt x="0" y="8361"/>
                    <a:pt x="3600" y="11961"/>
                  </a:cubicBezTo>
                  <a:cubicBezTo>
                    <a:pt x="7200" y="15561"/>
                    <a:pt x="14400" y="18581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89" name="Línea"/>
            <p:cNvSpPr/>
            <p:nvPr/>
          </p:nvSpPr>
          <p:spPr>
            <a:xfrm>
              <a:off x="2439640" y="113441"/>
              <a:ext cx="18907" cy="11344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2040"/>
                    <a:pt x="14400" y="4080"/>
                    <a:pt x="18000" y="7380"/>
                  </a:cubicBezTo>
                  <a:cubicBezTo>
                    <a:pt x="21600" y="10680"/>
                    <a:pt x="21600" y="15240"/>
                    <a:pt x="21600" y="17820"/>
                  </a:cubicBezTo>
                  <a:cubicBezTo>
                    <a:pt x="21600" y="20400"/>
                    <a:pt x="21600" y="21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90" name="Línea"/>
            <p:cNvSpPr/>
            <p:nvPr/>
          </p:nvSpPr>
          <p:spPr>
            <a:xfrm>
              <a:off x="3914387" y="94535"/>
              <a:ext cx="18908" cy="1172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2206"/>
                    <a:pt x="14400" y="4413"/>
                    <a:pt x="18000" y="7723"/>
                  </a:cubicBezTo>
                  <a:cubicBezTo>
                    <a:pt x="21600" y="11032"/>
                    <a:pt x="21600" y="15445"/>
                    <a:pt x="21600" y="17942"/>
                  </a:cubicBezTo>
                  <a:cubicBezTo>
                    <a:pt x="21600" y="20439"/>
                    <a:pt x="21600" y="21019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91" name="Línea"/>
            <p:cNvSpPr/>
            <p:nvPr/>
          </p:nvSpPr>
          <p:spPr>
            <a:xfrm>
              <a:off x="5181157" y="37813"/>
              <a:ext cx="37815" cy="11911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600" y="4114"/>
                    <a:pt x="7200" y="8229"/>
                    <a:pt x="10800" y="11829"/>
                  </a:cubicBezTo>
                  <a:cubicBezTo>
                    <a:pt x="14400" y="15429"/>
                    <a:pt x="18000" y="1851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92" name="Línea"/>
            <p:cNvSpPr/>
            <p:nvPr/>
          </p:nvSpPr>
          <p:spPr>
            <a:xfrm>
              <a:off x="7468906" y="18907"/>
              <a:ext cx="56721" cy="1323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400" y="2777"/>
                    <a:pt x="4800" y="5554"/>
                    <a:pt x="8400" y="7971"/>
                  </a:cubicBezTo>
                  <a:cubicBezTo>
                    <a:pt x="12000" y="10389"/>
                    <a:pt x="16800" y="12446"/>
                    <a:pt x="19200" y="14657"/>
                  </a:cubicBezTo>
                  <a:cubicBezTo>
                    <a:pt x="21600" y="16869"/>
                    <a:pt x="21600" y="1923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93" name="Línea"/>
            <p:cNvSpPr/>
            <p:nvPr/>
          </p:nvSpPr>
          <p:spPr>
            <a:xfrm>
              <a:off x="10267144" y="283605"/>
              <a:ext cx="37816" cy="1115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000" y="3661"/>
                    <a:pt x="14400" y="7322"/>
                    <a:pt x="10800" y="10922"/>
                  </a:cubicBezTo>
                  <a:cubicBezTo>
                    <a:pt x="7200" y="14522"/>
                    <a:pt x="3600" y="1806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594" name="Línea"/>
            <p:cNvSpPr/>
            <p:nvPr/>
          </p:nvSpPr>
          <p:spPr>
            <a:xfrm>
              <a:off x="11924659" y="-74547"/>
              <a:ext cx="2388588" cy="1679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6" fill="norm" stroke="1" extrusionOk="0">
                  <a:moveTo>
                    <a:pt x="19035" y="714"/>
                  </a:moveTo>
                  <a:cubicBezTo>
                    <a:pt x="18807" y="957"/>
                    <a:pt x="18579" y="1199"/>
                    <a:pt x="18038" y="1240"/>
                  </a:cubicBezTo>
                  <a:cubicBezTo>
                    <a:pt x="17497" y="1280"/>
                    <a:pt x="16642" y="1119"/>
                    <a:pt x="15644" y="997"/>
                  </a:cubicBezTo>
                  <a:cubicBezTo>
                    <a:pt x="14647" y="876"/>
                    <a:pt x="13507" y="795"/>
                    <a:pt x="12367" y="674"/>
                  </a:cubicBezTo>
                  <a:cubicBezTo>
                    <a:pt x="11227" y="552"/>
                    <a:pt x="10088" y="390"/>
                    <a:pt x="8520" y="310"/>
                  </a:cubicBezTo>
                  <a:cubicBezTo>
                    <a:pt x="6953" y="229"/>
                    <a:pt x="4958" y="229"/>
                    <a:pt x="3818" y="188"/>
                  </a:cubicBezTo>
                  <a:cubicBezTo>
                    <a:pt x="2679" y="148"/>
                    <a:pt x="2394" y="67"/>
                    <a:pt x="2109" y="26"/>
                  </a:cubicBezTo>
                  <a:cubicBezTo>
                    <a:pt x="1824" y="-14"/>
                    <a:pt x="1539" y="-14"/>
                    <a:pt x="1539" y="67"/>
                  </a:cubicBezTo>
                  <a:cubicBezTo>
                    <a:pt x="1539" y="148"/>
                    <a:pt x="1824" y="310"/>
                    <a:pt x="2565" y="512"/>
                  </a:cubicBezTo>
                  <a:cubicBezTo>
                    <a:pt x="3306" y="714"/>
                    <a:pt x="4502" y="957"/>
                    <a:pt x="5927" y="1078"/>
                  </a:cubicBezTo>
                  <a:cubicBezTo>
                    <a:pt x="7352" y="1199"/>
                    <a:pt x="9005" y="1199"/>
                    <a:pt x="10515" y="1280"/>
                  </a:cubicBezTo>
                  <a:cubicBezTo>
                    <a:pt x="12025" y="1361"/>
                    <a:pt x="13393" y="1523"/>
                    <a:pt x="14362" y="1604"/>
                  </a:cubicBezTo>
                  <a:cubicBezTo>
                    <a:pt x="15331" y="1685"/>
                    <a:pt x="15901" y="1685"/>
                    <a:pt x="16357" y="1725"/>
                  </a:cubicBezTo>
                  <a:cubicBezTo>
                    <a:pt x="16813" y="1766"/>
                    <a:pt x="17155" y="1847"/>
                    <a:pt x="17126" y="1887"/>
                  </a:cubicBezTo>
                  <a:cubicBezTo>
                    <a:pt x="17098" y="1928"/>
                    <a:pt x="16699" y="1928"/>
                    <a:pt x="15758" y="1887"/>
                  </a:cubicBezTo>
                  <a:cubicBezTo>
                    <a:pt x="14818" y="1847"/>
                    <a:pt x="13336" y="1766"/>
                    <a:pt x="11569" y="1725"/>
                  </a:cubicBezTo>
                  <a:cubicBezTo>
                    <a:pt x="9803" y="1685"/>
                    <a:pt x="7751" y="1685"/>
                    <a:pt x="6041" y="1604"/>
                  </a:cubicBezTo>
                  <a:cubicBezTo>
                    <a:pt x="4331" y="1523"/>
                    <a:pt x="2964" y="1361"/>
                    <a:pt x="2907" y="1240"/>
                  </a:cubicBezTo>
                  <a:cubicBezTo>
                    <a:pt x="2850" y="1119"/>
                    <a:pt x="4103" y="1038"/>
                    <a:pt x="5500" y="1038"/>
                  </a:cubicBezTo>
                  <a:cubicBezTo>
                    <a:pt x="6896" y="1038"/>
                    <a:pt x="8435" y="1119"/>
                    <a:pt x="9518" y="1199"/>
                  </a:cubicBezTo>
                  <a:cubicBezTo>
                    <a:pt x="10601" y="1280"/>
                    <a:pt x="11227" y="1361"/>
                    <a:pt x="11769" y="1442"/>
                  </a:cubicBezTo>
                  <a:cubicBezTo>
                    <a:pt x="12310" y="1523"/>
                    <a:pt x="12766" y="1604"/>
                    <a:pt x="12852" y="1604"/>
                  </a:cubicBezTo>
                  <a:cubicBezTo>
                    <a:pt x="12937" y="1604"/>
                    <a:pt x="12652" y="1523"/>
                    <a:pt x="11854" y="1442"/>
                  </a:cubicBezTo>
                  <a:cubicBezTo>
                    <a:pt x="11056" y="1361"/>
                    <a:pt x="9746" y="1280"/>
                    <a:pt x="8378" y="1119"/>
                  </a:cubicBezTo>
                  <a:cubicBezTo>
                    <a:pt x="7010" y="957"/>
                    <a:pt x="5585" y="714"/>
                    <a:pt x="4274" y="593"/>
                  </a:cubicBezTo>
                  <a:cubicBezTo>
                    <a:pt x="2964" y="471"/>
                    <a:pt x="1767" y="471"/>
                    <a:pt x="1026" y="471"/>
                  </a:cubicBezTo>
                  <a:cubicBezTo>
                    <a:pt x="285" y="471"/>
                    <a:pt x="0" y="471"/>
                    <a:pt x="0" y="593"/>
                  </a:cubicBezTo>
                  <a:cubicBezTo>
                    <a:pt x="0" y="714"/>
                    <a:pt x="285" y="957"/>
                    <a:pt x="1282" y="1119"/>
                  </a:cubicBezTo>
                  <a:cubicBezTo>
                    <a:pt x="2280" y="1280"/>
                    <a:pt x="3989" y="1361"/>
                    <a:pt x="5984" y="1402"/>
                  </a:cubicBezTo>
                  <a:cubicBezTo>
                    <a:pt x="7979" y="1442"/>
                    <a:pt x="10259" y="1442"/>
                    <a:pt x="12310" y="1442"/>
                  </a:cubicBezTo>
                  <a:cubicBezTo>
                    <a:pt x="14362" y="1442"/>
                    <a:pt x="16186" y="1442"/>
                    <a:pt x="17240" y="1483"/>
                  </a:cubicBezTo>
                  <a:cubicBezTo>
                    <a:pt x="18294" y="1523"/>
                    <a:pt x="18579" y="1604"/>
                    <a:pt x="18864" y="1685"/>
                  </a:cubicBezTo>
                  <a:cubicBezTo>
                    <a:pt x="19149" y="1766"/>
                    <a:pt x="19434" y="1847"/>
                    <a:pt x="19434" y="1806"/>
                  </a:cubicBezTo>
                  <a:cubicBezTo>
                    <a:pt x="19434" y="1766"/>
                    <a:pt x="19149" y="1604"/>
                    <a:pt x="18579" y="1483"/>
                  </a:cubicBezTo>
                  <a:cubicBezTo>
                    <a:pt x="18009" y="1361"/>
                    <a:pt x="17155" y="1280"/>
                    <a:pt x="16528" y="1199"/>
                  </a:cubicBezTo>
                  <a:cubicBezTo>
                    <a:pt x="15901" y="1119"/>
                    <a:pt x="15502" y="1038"/>
                    <a:pt x="15445" y="997"/>
                  </a:cubicBezTo>
                  <a:cubicBezTo>
                    <a:pt x="15388" y="957"/>
                    <a:pt x="15673" y="957"/>
                    <a:pt x="16385" y="916"/>
                  </a:cubicBezTo>
                  <a:cubicBezTo>
                    <a:pt x="17098" y="876"/>
                    <a:pt x="18237" y="795"/>
                    <a:pt x="19035" y="714"/>
                  </a:cubicBezTo>
                  <a:cubicBezTo>
                    <a:pt x="19833" y="633"/>
                    <a:pt x="20289" y="552"/>
                    <a:pt x="20574" y="755"/>
                  </a:cubicBezTo>
                  <a:cubicBezTo>
                    <a:pt x="20859" y="957"/>
                    <a:pt x="20973" y="1442"/>
                    <a:pt x="21002" y="2292"/>
                  </a:cubicBezTo>
                  <a:cubicBezTo>
                    <a:pt x="21030" y="3141"/>
                    <a:pt x="20973" y="4355"/>
                    <a:pt x="20916" y="6094"/>
                  </a:cubicBezTo>
                  <a:cubicBezTo>
                    <a:pt x="20859" y="7833"/>
                    <a:pt x="20802" y="10098"/>
                    <a:pt x="20802" y="11433"/>
                  </a:cubicBezTo>
                  <a:cubicBezTo>
                    <a:pt x="20802" y="12768"/>
                    <a:pt x="20859" y="13173"/>
                    <a:pt x="20859" y="13577"/>
                  </a:cubicBezTo>
                  <a:cubicBezTo>
                    <a:pt x="20859" y="13982"/>
                    <a:pt x="20802" y="14386"/>
                    <a:pt x="20774" y="14346"/>
                  </a:cubicBezTo>
                  <a:cubicBezTo>
                    <a:pt x="20745" y="14305"/>
                    <a:pt x="20745" y="13820"/>
                    <a:pt x="20660" y="12525"/>
                  </a:cubicBezTo>
                  <a:cubicBezTo>
                    <a:pt x="20574" y="11231"/>
                    <a:pt x="20403" y="9128"/>
                    <a:pt x="20318" y="8844"/>
                  </a:cubicBezTo>
                  <a:cubicBezTo>
                    <a:pt x="20232" y="8561"/>
                    <a:pt x="20232" y="10098"/>
                    <a:pt x="20261" y="11797"/>
                  </a:cubicBezTo>
                  <a:cubicBezTo>
                    <a:pt x="20289" y="13496"/>
                    <a:pt x="20346" y="15357"/>
                    <a:pt x="20261" y="14912"/>
                  </a:cubicBezTo>
                  <a:cubicBezTo>
                    <a:pt x="20175" y="14467"/>
                    <a:pt x="19947" y="11716"/>
                    <a:pt x="19776" y="9330"/>
                  </a:cubicBezTo>
                  <a:cubicBezTo>
                    <a:pt x="19605" y="6943"/>
                    <a:pt x="19491" y="4921"/>
                    <a:pt x="19434" y="3707"/>
                  </a:cubicBezTo>
                  <a:cubicBezTo>
                    <a:pt x="19377" y="2494"/>
                    <a:pt x="19377" y="2089"/>
                    <a:pt x="19406" y="2089"/>
                  </a:cubicBezTo>
                  <a:cubicBezTo>
                    <a:pt x="19434" y="2089"/>
                    <a:pt x="19491" y="2494"/>
                    <a:pt x="19634" y="4233"/>
                  </a:cubicBezTo>
                  <a:cubicBezTo>
                    <a:pt x="19776" y="5973"/>
                    <a:pt x="20004" y="9047"/>
                    <a:pt x="20118" y="11514"/>
                  </a:cubicBezTo>
                  <a:cubicBezTo>
                    <a:pt x="20232" y="13982"/>
                    <a:pt x="20232" y="15842"/>
                    <a:pt x="20232" y="17137"/>
                  </a:cubicBezTo>
                  <a:cubicBezTo>
                    <a:pt x="20232" y="18431"/>
                    <a:pt x="20232" y="19159"/>
                    <a:pt x="20204" y="19321"/>
                  </a:cubicBezTo>
                  <a:cubicBezTo>
                    <a:pt x="20175" y="19483"/>
                    <a:pt x="20118" y="19078"/>
                    <a:pt x="20033" y="17298"/>
                  </a:cubicBezTo>
                  <a:cubicBezTo>
                    <a:pt x="19947" y="15519"/>
                    <a:pt x="19833" y="12364"/>
                    <a:pt x="19776" y="9694"/>
                  </a:cubicBezTo>
                  <a:cubicBezTo>
                    <a:pt x="19719" y="7024"/>
                    <a:pt x="19719" y="4840"/>
                    <a:pt x="19776" y="3505"/>
                  </a:cubicBezTo>
                  <a:cubicBezTo>
                    <a:pt x="19833" y="2170"/>
                    <a:pt x="19947" y="1685"/>
                    <a:pt x="20090" y="1806"/>
                  </a:cubicBezTo>
                  <a:cubicBezTo>
                    <a:pt x="20232" y="1928"/>
                    <a:pt x="20403" y="2656"/>
                    <a:pt x="20574" y="4112"/>
                  </a:cubicBezTo>
                  <a:cubicBezTo>
                    <a:pt x="20745" y="5568"/>
                    <a:pt x="20916" y="7752"/>
                    <a:pt x="21059" y="9856"/>
                  </a:cubicBezTo>
                  <a:cubicBezTo>
                    <a:pt x="21201" y="11959"/>
                    <a:pt x="21315" y="13982"/>
                    <a:pt x="21401" y="15195"/>
                  </a:cubicBezTo>
                  <a:cubicBezTo>
                    <a:pt x="21486" y="16408"/>
                    <a:pt x="21543" y="16813"/>
                    <a:pt x="21572" y="17258"/>
                  </a:cubicBezTo>
                  <a:cubicBezTo>
                    <a:pt x="21600" y="17703"/>
                    <a:pt x="21600" y="18188"/>
                    <a:pt x="21515" y="18229"/>
                  </a:cubicBezTo>
                  <a:cubicBezTo>
                    <a:pt x="21429" y="18269"/>
                    <a:pt x="21258" y="17865"/>
                    <a:pt x="21059" y="16732"/>
                  </a:cubicBezTo>
                  <a:cubicBezTo>
                    <a:pt x="20859" y="15599"/>
                    <a:pt x="20631" y="13739"/>
                    <a:pt x="20489" y="12161"/>
                  </a:cubicBezTo>
                  <a:cubicBezTo>
                    <a:pt x="20346" y="10584"/>
                    <a:pt x="20289" y="9289"/>
                    <a:pt x="20261" y="8440"/>
                  </a:cubicBezTo>
                  <a:cubicBezTo>
                    <a:pt x="20232" y="7590"/>
                    <a:pt x="20232" y="7186"/>
                    <a:pt x="20318" y="7267"/>
                  </a:cubicBezTo>
                  <a:cubicBezTo>
                    <a:pt x="20403" y="7348"/>
                    <a:pt x="20574" y="7914"/>
                    <a:pt x="20717" y="9087"/>
                  </a:cubicBezTo>
                  <a:cubicBezTo>
                    <a:pt x="20859" y="10260"/>
                    <a:pt x="20973" y="12040"/>
                    <a:pt x="21087" y="13617"/>
                  </a:cubicBezTo>
                  <a:cubicBezTo>
                    <a:pt x="21201" y="15195"/>
                    <a:pt x="21315" y="16570"/>
                    <a:pt x="21401" y="17460"/>
                  </a:cubicBezTo>
                  <a:cubicBezTo>
                    <a:pt x="21486" y="18350"/>
                    <a:pt x="21543" y="18755"/>
                    <a:pt x="21486" y="19119"/>
                  </a:cubicBezTo>
                  <a:cubicBezTo>
                    <a:pt x="21429" y="19483"/>
                    <a:pt x="21258" y="19806"/>
                    <a:pt x="21230" y="20170"/>
                  </a:cubicBezTo>
                  <a:cubicBezTo>
                    <a:pt x="21201" y="20534"/>
                    <a:pt x="21315" y="20939"/>
                    <a:pt x="21287" y="20939"/>
                  </a:cubicBezTo>
                  <a:cubicBezTo>
                    <a:pt x="21258" y="20939"/>
                    <a:pt x="21087" y="20534"/>
                    <a:pt x="21002" y="20130"/>
                  </a:cubicBezTo>
                  <a:cubicBezTo>
                    <a:pt x="20916" y="19725"/>
                    <a:pt x="20916" y="19321"/>
                    <a:pt x="20916" y="18916"/>
                  </a:cubicBezTo>
                  <a:cubicBezTo>
                    <a:pt x="20916" y="18512"/>
                    <a:pt x="20916" y="18107"/>
                    <a:pt x="20973" y="18107"/>
                  </a:cubicBezTo>
                  <a:cubicBezTo>
                    <a:pt x="21030" y="18107"/>
                    <a:pt x="21144" y="18512"/>
                    <a:pt x="21230" y="18916"/>
                  </a:cubicBezTo>
                  <a:cubicBezTo>
                    <a:pt x="21315" y="19321"/>
                    <a:pt x="21372" y="19725"/>
                    <a:pt x="21401" y="20130"/>
                  </a:cubicBezTo>
                  <a:cubicBezTo>
                    <a:pt x="21429" y="20534"/>
                    <a:pt x="21429" y="20939"/>
                    <a:pt x="21344" y="20979"/>
                  </a:cubicBezTo>
                  <a:cubicBezTo>
                    <a:pt x="21258" y="21020"/>
                    <a:pt x="21087" y="20696"/>
                    <a:pt x="21030" y="20737"/>
                  </a:cubicBezTo>
                  <a:cubicBezTo>
                    <a:pt x="20973" y="20777"/>
                    <a:pt x="21030" y="21182"/>
                    <a:pt x="20916" y="21384"/>
                  </a:cubicBezTo>
                  <a:cubicBezTo>
                    <a:pt x="20802" y="21586"/>
                    <a:pt x="20517" y="21586"/>
                    <a:pt x="19748" y="21505"/>
                  </a:cubicBezTo>
                  <a:cubicBezTo>
                    <a:pt x="18978" y="21424"/>
                    <a:pt x="17725" y="21262"/>
                    <a:pt x="16385" y="21141"/>
                  </a:cubicBezTo>
                  <a:cubicBezTo>
                    <a:pt x="15046" y="21020"/>
                    <a:pt x="13621" y="20939"/>
                    <a:pt x="12054" y="20939"/>
                  </a:cubicBezTo>
                  <a:cubicBezTo>
                    <a:pt x="10487" y="20939"/>
                    <a:pt x="8777" y="21020"/>
                    <a:pt x="7209" y="21101"/>
                  </a:cubicBezTo>
                  <a:cubicBezTo>
                    <a:pt x="5642" y="21182"/>
                    <a:pt x="4217" y="21262"/>
                    <a:pt x="3220" y="21262"/>
                  </a:cubicBezTo>
                  <a:cubicBezTo>
                    <a:pt x="2223" y="21262"/>
                    <a:pt x="1653" y="21182"/>
                    <a:pt x="1225" y="21141"/>
                  </a:cubicBezTo>
                  <a:cubicBezTo>
                    <a:pt x="798" y="21101"/>
                    <a:pt x="513" y="21101"/>
                    <a:pt x="1225" y="21060"/>
                  </a:cubicBezTo>
                  <a:cubicBezTo>
                    <a:pt x="1938" y="21020"/>
                    <a:pt x="3647" y="20939"/>
                    <a:pt x="5386" y="20858"/>
                  </a:cubicBezTo>
                  <a:cubicBezTo>
                    <a:pt x="7124" y="20777"/>
                    <a:pt x="8891" y="20696"/>
                    <a:pt x="10344" y="20696"/>
                  </a:cubicBezTo>
                  <a:cubicBezTo>
                    <a:pt x="11797" y="20696"/>
                    <a:pt x="12937" y="20777"/>
                    <a:pt x="14134" y="20737"/>
                  </a:cubicBezTo>
                  <a:cubicBezTo>
                    <a:pt x="15331" y="20696"/>
                    <a:pt x="16585" y="20534"/>
                    <a:pt x="17497" y="20453"/>
                  </a:cubicBezTo>
                  <a:cubicBezTo>
                    <a:pt x="18408" y="20373"/>
                    <a:pt x="18978" y="20373"/>
                    <a:pt x="19406" y="20373"/>
                  </a:cubicBezTo>
                  <a:cubicBezTo>
                    <a:pt x="19833" y="20373"/>
                    <a:pt x="20118" y="20373"/>
                    <a:pt x="20033" y="20413"/>
                  </a:cubicBezTo>
                  <a:cubicBezTo>
                    <a:pt x="19947" y="20453"/>
                    <a:pt x="19491" y="20534"/>
                    <a:pt x="18465" y="20615"/>
                  </a:cubicBezTo>
                  <a:cubicBezTo>
                    <a:pt x="17440" y="20696"/>
                    <a:pt x="15844" y="20777"/>
                    <a:pt x="14248" y="20858"/>
                  </a:cubicBezTo>
                  <a:cubicBezTo>
                    <a:pt x="12652" y="20939"/>
                    <a:pt x="11056" y="21020"/>
                    <a:pt x="9660" y="21141"/>
                  </a:cubicBezTo>
                  <a:cubicBezTo>
                    <a:pt x="8264" y="21262"/>
                    <a:pt x="7067" y="21424"/>
                    <a:pt x="5842" y="21384"/>
                  </a:cubicBezTo>
                  <a:cubicBezTo>
                    <a:pt x="4616" y="21343"/>
                    <a:pt x="3363" y="21101"/>
                    <a:pt x="2593" y="20979"/>
                  </a:cubicBezTo>
                  <a:cubicBezTo>
                    <a:pt x="1824" y="20858"/>
                    <a:pt x="1539" y="20858"/>
                    <a:pt x="1567" y="20817"/>
                  </a:cubicBezTo>
                  <a:cubicBezTo>
                    <a:pt x="1596" y="20777"/>
                    <a:pt x="1938" y="20696"/>
                    <a:pt x="2935" y="20696"/>
                  </a:cubicBezTo>
                  <a:cubicBezTo>
                    <a:pt x="3932" y="20696"/>
                    <a:pt x="5585" y="20777"/>
                    <a:pt x="7295" y="20817"/>
                  </a:cubicBezTo>
                  <a:cubicBezTo>
                    <a:pt x="9005" y="20858"/>
                    <a:pt x="10772" y="20858"/>
                    <a:pt x="12082" y="20737"/>
                  </a:cubicBezTo>
                  <a:cubicBezTo>
                    <a:pt x="13393" y="20615"/>
                    <a:pt x="14248" y="20373"/>
                    <a:pt x="15245" y="20292"/>
                  </a:cubicBezTo>
                  <a:cubicBezTo>
                    <a:pt x="16243" y="20211"/>
                    <a:pt x="17383" y="20292"/>
                    <a:pt x="18465" y="20292"/>
                  </a:cubicBezTo>
                  <a:cubicBezTo>
                    <a:pt x="19548" y="20292"/>
                    <a:pt x="20574" y="20211"/>
                    <a:pt x="21600" y="2013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596" name="Línea"/>
          <p:cNvSpPr/>
          <p:nvPr/>
        </p:nvSpPr>
        <p:spPr>
          <a:xfrm flipV="1">
            <a:off x="8138606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7" name="Línea"/>
          <p:cNvSpPr/>
          <p:nvPr/>
        </p:nvSpPr>
        <p:spPr>
          <a:xfrm flipV="1">
            <a:off x="9195785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8" name="Línea"/>
          <p:cNvSpPr/>
          <p:nvPr/>
        </p:nvSpPr>
        <p:spPr>
          <a:xfrm flipV="1">
            <a:off x="10807388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99" name="Línea"/>
          <p:cNvSpPr/>
          <p:nvPr/>
        </p:nvSpPr>
        <p:spPr>
          <a:xfrm flipV="1">
            <a:off x="12019304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0" name="Línea"/>
          <p:cNvSpPr/>
          <p:nvPr/>
        </p:nvSpPr>
        <p:spPr>
          <a:xfrm flipV="1">
            <a:off x="13652309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1" name="Línea"/>
          <p:cNvSpPr/>
          <p:nvPr/>
        </p:nvSpPr>
        <p:spPr>
          <a:xfrm flipV="1">
            <a:off x="16425604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2" name="Línea"/>
          <p:cNvSpPr/>
          <p:nvPr/>
        </p:nvSpPr>
        <p:spPr>
          <a:xfrm flipV="1">
            <a:off x="18590220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3" name="Línea"/>
          <p:cNvSpPr/>
          <p:nvPr/>
        </p:nvSpPr>
        <p:spPr>
          <a:xfrm flipV="1">
            <a:off x="20490855" y="4744659"/>
            <a:ext cx="1" cy="1947006"/>
          </a:xfrm>
          <a:prstGeom prst="line">
            <a:avLst/>
          </a:prstGeom>
          <a:ln w="25400">
            <a:solidFill>
              <a:srgbClr val="FFFFFF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04" name="Total number of tokens: 50k"/>
          <p:cNvSpPr txBox="1"/>
          <p:nvPr/>
        </p:nvSpPr>
        <p:spPr>
          <a:xfrm>
            <a:off x="3921904" y="10688693"/>
            <a:ext cx="750204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Total number of tokens: 50k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2. Embedding"/>
          <p:cNvSpPr txBox="1"/>
          <p:nvPr/>
        </p:nvSpPr>
        <p:spPr>
          <a:xfrm>
            <a:off x="617036" y="675199"/>
            <a:ext cx="398952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2. Embedding</a:t>
            </a:r>
          </a:p>
        </p:txBody>
      </p:sp>
      <p:sp>
        <p:nvSpPr>
          <p:cNvPr id="608" name="(Learned)"/>
          <p:cNvSpPr txBox="1"/>
          <p:nvPr/>
        </p:nvSpPr>
        <p:spPr>
          <a:xfrm>
            <a:off x="1186979" y="1621798"/>
            <a:ext cx="2399184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300">
                <a:solidFill>
                  <a:srgbClr val="C35FF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(Learned)</a:t>
            </a:r>
          </a:p>
        </p:txBody>
      </p:sp>
      <p:grpSp>
        <p:nvGrpSpPr>
          <p:cNvPr id="635" name="Dibujo"/>
          <p:cNvGrpSpPr/>
          <p:nvPr/>
        </p:nvGrpSpPr>
        <p:grpSpPr>
          <a:xfrm>
            <a:off x="4623846" y="2139056"/>
            <a:ext cx="5556501" cy="4759442"/>
            <a:chOff x="1910243" y="-826781"/>
            <a:chExt cx="5556499" cy="4759441"/>
          </a:xfrm>
        </p:grpSpPr>
        <p:sp>
          <p:nvSpPr>
            <p:cNvPr id="609" name="Línea"/>
            <p:cNvSpPr/>
            <p:nvPr/>
          </p:nvSpPr>
          <p:spPr>
            <a:xfrm>
              <a:off x="1910243" y="491582"/>
              <a:ext cx="2287750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0" name="Línea"/>
            <p:cNvSpPr/>
            <p:nvPr/>
          </p:nvSpPr>
          <p:spPr>
            <a:xfrm>
              <a:off x="1916546" y="1947422"/>
              <a:ext cx="12605" cy="605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1" name="Línea"/>
            <p:cNvSpPr/>
            <p:nvPr/>
          </p:nvSpPr>
          <p:spPr>
            <a:xfrm>
              <a:off x="4197992" y="510489"/>
              <a:ext cx="18908" cy="661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2" name="Línea"/>
            <p:cNvSpPr/>
            <p:nvPr/>
          </p:nvSpPr>
          <p:spPr>
            <a:xfrm>
              <a:off x="2004778" y="1172235"/>
              <a:ext cx="2117587" cy="1361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3" name="Línea"/>
            <p:cNvSpPr/>
            <p:nvPr/>
          </p:nvSpPr>
          <p:spPr>
            <a:xfrm>
              <a:off x="2326197" y="1626003"/>
              <a:ext cx="18908" cy="699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4" name="Línea"/>
            <p:cNvSpPr/>
            <p:nvPr/>
          </p:nvSpPr>
          <p:spPr>
            <a:xfrm>
              <a:off x="2667605" y="1399119"/>
              <a:ext cx="36734" cy="66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5" name="Línea"/>
            <p:cNvSpPr/>
            <p:nvPr/>
          </p:nvSpPr>
          <p:spPr>
            <a:xfrm>
              <a:off x="3044664" y="1210049"/>
              <a:ext cx="12606" cy="64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6" name="Línea"/>
            <p:cNvSpPr/>
            <p:nvPr/>
          </p:nvSpPr>
          <p:spPr>
            <a:xfrm>
              <a:off x="3441712" y="983164"/>
              <a:ext cx="37814" cy="58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7" name="Línea"/>
            <p:cNvSpPr/>
            <p:nvPr/>
          </p:nvSpPr>
          <p:spPr>
            <a:xfrm>
              <a:off x="3800945" y="718466"/>
              <a:ext cx="37815" cy="548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8" name="Línea"/>
            <p:cNvSpPr/>
            <p:nvPr/>
          </p:nvSpPr>
          <p:spPr>
            <a:xfrm>
              <a:off x="4311434" y="170163"/>
              <a:ext cx="340328" cy="20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19" name="Línea"/>
            <p:cNvSpPr/>
            <p:nvPr/>
          </p:nvSpPr>
          <p:spPr>
            <a:xfrm>
              <a:off x="4292527" y="964257"/>
              <a:ext cx="264699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0" name="Línea"/>
            <p:cNvSpPr/>
            <p:nvPr/>
          </p:nvSpPr>
          <p:spPr>
            <a:xfrm>
              <a:off x="4727388" y="207977"/>
              <a:ext cx="18908" cy="567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1" name="Línea"/>
            <p:cNvSpPr/>
            <p:nvPr/>
          </p:nvSpPr>
          <p:spPr>
            <a:xfrm>
              <a:off x="4359489" y="277302"/>
              <a:ext cx="365990" cy="631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2" name="Línea"/>
            <p:cNvSpPr/>
            <p:nvPr/>
          </p:nvSpPr>
          <p:spPr>
            <a:xfrm>
              <a:off x="4349248" y="651222"/>
              <a:ext cx="94536" cy="180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3" name="Línea"/>
            <p:cNvSpPr/>
            <p:nvPr/>
          </p:nvSpPr>
          <p:spPr>
            <a:xfrm>
              <a:off x="4538318" y="1380212"/>
              <a:ext cx="74842" cy="2420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4" name="Línea"/>
            <p:cNvSpPr/>
            <p:nvPr/>
          </p:nvSpPr>
          <p:spPr>
            <a:xfrm>
              <a:off x="4689574" y="-189071"/>
              <a:ext cx="1890703" cy="1455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5" name="Línea"/>
            <p:cNvSpPr/>
            <p:nvPr/>
          </p:nvSpPr>
          <p:spPr>
            <a:xfrm>
              <a:off x="6485741" y="-151257"/>
              <a:ext cx="189071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6" name="Línea"/>
            <p:cNvSpPr/>
            <p:nvPr/>
          </p:nvSpPr>
          <p:spPr>
            <a:xfrm>
              <a:off x="4821923" y="2590260"/>
              <a:ext cx="1569284" cy="1342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7" name="Línea"/>
            <p:cNvSpPr/>
            <p:nvPr/>
          </p:nvSpPr>
          <p:spPr>
            <a:xfrm>
              <a:off x="5029901" y="1134420"/>
              <a:ext cx="18908" cy="2590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8" name="Línea"/>
            <p:cNvSpPr/>
            <p:nvPr/>
          </p:nvSpPr>
          <p:spPr>
            <a:xfrm>
              <a:off x="5332413" y="718466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29" name="Línea"/>
            <p:cNvSpPr/>
            <p:nvPr/>
          </p:nvSpPr>
          <p:spPr>
            <a:xfrm>
              <a:off x="5672739" y="510489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0" name="Línea"/>
            <p:cNvSpPr/>
            <p:nvPr/>
          </p:nvSpPr>
          <p:spPr>
            <a:xfrm>
              <a:off x="6088694" y="207977"/>
              <a:ext cx="75628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1" name="Línea"/>
            <p:cNvSpPr/>
            <p:nvPr/>
          </p:nvSpPr>
          <p:spPr>
            <a:xfrm>
              <a:off x="6580275" y="-529397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2" name="Línea"/>
            <p:cNvSpPr/>
            <p:nvPr/>
          </p:nvSpPr>
          <p:spPr>
            <a:xfrm>
              <a:off x="6410112" y="-548304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3" name="Línea"/>
            <p:cNvSpPr/>
            <p:nvPr/>
          </p:nvSpPr>
          <p:spPr>
            <a:xfrm>
              <a:off x="6901695" y="-826782"/>
              <a:ext cx="565049" cy="3057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4" name="Línea"/>
            <p:cNvSpPr/>
            <p:nvPr/>
          </p:nvSpPr>
          <p:spPr>
            <a:xfrm>
              <a:off x="7099952" y="-605025"/>
              <a:ext cx="236593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658" name="Dibujo"/>
          <p:cNvGrpSpPr/>
          <p:nvPr/>
        </p:nvGrpSpPr>
        <p:grpSpPr>
          <a:xfrm>
            <a:off x="13102562" y="4597212"/>
            <a:ext cx="9226624" cy="4686133"/>
            <a:chOff x="-1303948" y="1609903"/>
            <a:chExt cx="9226622" cy="4686132"/>
          </a:xfrm>
        </p:grpSpPr>
        <p:sp>
          <p:nvSpPr>
            <p:cNvPr id="636" name="Línea"/>
            <p:cNvSpPr/>
            <p:nvPr/>
          </p:nvSpPr>
          <p:spPr>
            <a:xfrm>
              <a:off x="3063572" y="2193213"/>
              <a:ext cx="189070" cy="4102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160" y="896"/>
                    <a:pt x="18720" y="1792"/>
                    <a:pt x="17640" y="2754"/>
                  </a:cubicBezTo>
                  <a:cubicBezTo>
                    <a:pt x="16560" y="3716"/>
                    <a:pt x="15840" y="4745"/>
                    <a:pt x="15480" y="5773"/>
                  </a:cubicBezTo>
                  <a:cubicBezTo>
                    <a:pt x="15120" y="6802"/>
                    <a:pt x="15120" y="7830"/>
                    <a:pt x="14760" y="8776"/>
                  </a:cubicBezTo>
                  <a:cubicBezTo>
                    <a:pt x="14400" y="9722"/>
                    <a:pt x="13680" y="10584"/>
                    <a:pt x="12960" y="11497"/>
                  </a:cubicBezTo>
                  <a:cubicBezTo>
                    <a:pt x="12240" y="12409"/>
                    <a:pt x="11520" y="13371"/>
                    <a:pt x="11160" y="14367"/>
                  </a:cubicBezTo>
                  <a:cubicBezTo>
                    <a:pt x="10800" y="15362"/>
                    <a:pt x="10800" y="16391"/>
                    <a:pt x="10080" y="17071"/>
                  </a:cubicBezTo>
                  <a:cubicBezTo>
                    <a:pt x="9360" y="17751"/>
                    <a:pt x="7920" y="18083"/>
                    <a:pt x="6480" y="18581"/>
                  </a:cubicBezTo>
                  <a:cubicBezTo>
                    <a:pt x="5040" y="19078"/>
                    <a:pt x="3600" y="19742"/>
                    <a:pt x="2520" y="20273"/>
                  </a:cubicBezTo>
                  <a:cubicBezTo>
                    <a:pt x="1440" y="20804"/>
                    <a:pt x="720" y="2120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7" name="Línea"/>
            <p:cNvSpPr/>
            <p:nvPr/>
          </p:nvSpPr>
          <p:spPr>
            <a:xfrm>
              <a:off x="-1303949" y="4292680"/>
              <a:ext cx="9226623" cy="150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7" fill="norm" stroke="1" extrusionOk="0">
                  <a:moveTo>
                    <a:pt x="21600" y="21488"/>
                  </a:moveTo>
                  <a:cubicBezTo>
                    <a:pt x="21187" y="17888"/>
                    <a:pt x="20774" y="14288"/>
                    <a:pt x="20375" y="11588"/>
                  </a:cubicBezTo>
                  <a:cubicBezTo>
                    <a:pt x="19977" y="8888"/>
                    <a:pt x="19593" y="7088"/>
                    <a:pt x="19151" y="5738"/>
                  </a:cubicBezTo>
                  <a:cubicBezTo>
                    <a:pt x="18708" y="4388"/>
                    <a:pt x="18207" y="3488"/>
                    <a:pt x="17690" y="3038"/>
                  </a:cubicBezTo>
                  <a:cubicBezTo>
                    <a:pt x="17174" y="2588"/>
                    <a:pt x="16643" y="2588"/>
                    <a:pt x="16141" y="3038"/>
                  </a:cubicBezTo>
                  <a:cubicBezTo>
                    <a:pt x="15639" y="3488"/>
                    <a:pt x="15167" y="4388"/>
                    <a:pt x="14658" y="4838"/>
                  </a:cubicBezTo>
                  <a:cubicBezTo>
                    <a:pt x="14149" y="5288"/>
                    <a:pt x="13603" y="5288"/>
                    <a:pt x="13087" y="4838"/>
                  </a:cubicBezTo>
                  <a:cubicBezTo>
                    <a:pt x="12570" y="4388"/>
                    <a:pt x="12084" y="3488"/>
                    <a:pt x="11656" y="2588"/>
                  </a:cubicBezTo>
                  <a:cubicBezTo>
                    <a:pt x="11228" y="1688"/>
                    <a:pt x="10859" y="788"/>
                    <a:pt x="10431" y="338"/>
                  </a:cubicBezTo>
                  <a:cubicBezTo>
                    <a:pt x="10003" y="-112"/>
                    <a:pt x="9516" y="-112"/>
                    <a:pt x="9081" y="338"/>
                  </a:cubicBezTo>
                  <a:cubicBezTo>
                    <a:pt x="8646" y="788"/>
                    <a:pt x="8262" y="1688"/>
                    <a:pt x="7886" y="2588"/>
                  </a:cubicBezTo>
                  <a:cubicBezTo>
                    <a:pt x="7510" y="3488"/>
                    <a:pt x="7141" y="4388"/>
                    <a:pt x="6647" y="4838"/>
                  </a:cubicBezTo>
                  <a:cubicBezTo>
                    <a:pt x="6152" y="5288"/>
                    <a:pt x="5533" y="5288"/>
                    <a:pt x="4906" y="5288"/>
                  </a:cubicBezTo>
                  <a:cubicBezTo>
                    <a:pt x="4279" y="5288"/>
                    <a:pt x="3644" y="5288"/>
                    <a:pt x="3143" y="5738"/>
                  </a:cubicBezTo>
                  <a:cubicBezTo>
                    <a:pt x="2641" y="6188"/>
                    <a:pt x="2272" y="7088"/>
                    <a:pt x="1852" y="7538"/>
                  </a:cubicBezTo>
                  <a:cubicBezTo>
                    <a:pt x="1431" y="7988"/>
                    <a:pt x="959" y="7988"/>
                    <a:pt x="642" y="8438"/>
                  </a:cubicBezTo>
                  <a:cubicBezTo>
                    <a:pt x="325" y="8888"/>
                    <a:pt x="162" y="9788"/>
                    <a:pt x="0" y="10688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8" name="Línea"/>
            <p:cNvSpPr/>
            <p:nvPr/>
          </p:nvSpPr>
          <p:spPr>
            <a:xfrm>
              <a:off x="3347176" y="3195285"/>
              <a:ext cx="1909610" cy="10020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927" y="20513"/>
                    <a:pt x="1853" y="19426"/>
                    <a:pt x="3101" y="18136"/>
                  </a:cubicBezTo>
                  <a:cubicBezTo>
                    <a:pt x="4349" y="16845"/>
                    <a:pt x="5917" y="15351"/>
                    <a:pt x="7485" y="13925"/>
                  </a:cubicBezTo>
                  <a:cubicBezTo>
                    <a:pt x="9053" y="12498"/>
                    <a:pt x="10622" y="11140"/>
                    <a:pt x="12119" y="9713"/>
                  </a:cubicBezTo>
                  <a:cubicBezTo>
                    <a:pt x="13616" y="8287"/>
                    <a:pt x="15042" y="6792"/>
                    <a:pt x="16218" y="5502"/>
                  </a:cubicBezTo>
                  <a:cubicBezTo>
                    <a:pt x="17394" y="4211"/>
                    <a:pt x="18321" y="3125"/>
                    <a:pt x="18962" y="2445"/>
                  </a:cubicBezTo>
                  <a:cubicBezTo>
                    <a:pt x="19604" y="1766"/>
                    <a:pt x="19960" y="1494"/>
                    <a:pt x="20281" y="1155"/>
                  </a:cubicBezTo>
                  <a:cubicBezTo>
                    <a:pt x="20602" y="815"/>
                    <a:pt x="20887" y="408"/>
                    <a:pt x="21101" y="204"/>
                  </a:cubicBezTo>
                  <a:cubicBezTo>
                    <a:pt x="21315" y="0"/>
                    <a:pt x="21457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39" name="Línea"/>
            <p:cNvSpPr/>
            <p:nvPr/>
          </p:nvSpPr>
          <p:spPr>
            <a:xfrm>
              <a:off x="5004691" y="3138564"/>
              <a:ext cx="239746" cy="3214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69" h="21600" fill="norm" stroke="1" extrusionOk="0">
                  <a:moveTo>
                    <a:pt x="20492" y="0"/>
                  </a:moveTo>
                  <a:cubicBezTo>
                    <a:pt x="18277" y="1271"/>
                    <a:pt x="16062" y="2541"/>
                    <a:pt x="13569" y="3176"/>
                  </a:cubicBezTo>
                  <a:cubicBezTo>
                    <a:pt x="11077" y="3812"/>
                    <a:pt x="8308" y="3812"/>
                    <a:pt x="5538" y="4024"/>
                  </a:cubicBezTo>
                  <a:cubicBezTo>
                    <a:pt x="2769" y="4235"/>
                    <a:pt x="0" y="4659"/>
                    <a:pt x="0" y="4447"/>
                  </a:cubicBezTo>
                  <a:cubicBezTo>
                    <a:pt x="0" y="4235"/>
                    <a:pt x="2769" y="3388"/>
                    <a:pt x="5538" y="2753"/>
                  </a:cubicBezTo>
                  <a:cubicBezTo>
                    <a:pt x="8308" y="2118"/>
                    <a:pt x="11077" y="1694"/>
                    <a:pt x="13846" y="1482"/>
                  </a:cubicBezTo>
                  <a:cubicBezTo>
                    <a:pt x="16615" y="1271"/>
                    <a:pt x="19385" y="1271"/>
                    <a:pt x="20492" y="2329"/>
                  </a:cubicBezTo>
                  <a:cubicBezTo>
                    <a:pt x="21600" y="3388"/>
                    <a:pt x="21046" y="5506"/>
                    <a:pt x="19385" y="8894"/>
                  </a:cubicBezTo>
                  <a:cubicBezTo>
                    <a:pt x="17723" y="12282"/>
                    <a:pt x="14954" y="16941"/>
                    <a:pt x="12185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0" name="Línea"/>
            <p:cNvSpPr/>
            <p:nvPr/>
          </p:nvSpPr>
          <p:spPr>
            <a:xfrm>
              <a:off x="5438152" y="2846293"/>
              <a:ext cx="154333" cy="14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44" h="19789" fill="norm" stroke="1" extrusionOk="0">
                  <a:moveTo>
                    <a:pt x="8492" y="8964"/>
                  </a:moveTo>
                  <a:cubicBezTo>
                    <a:pt x="6000" y="12420"/>
                    <a:pt x="3508" y="15876"/>
                    <a:pt x="1846" y="15444"/>
                  </a:cubicBezTo>
                  <a:cubicBezTo>
                    <a:pt x="185" y="15012"/>
                    <a:pt x="-646" y="10692"/>
                    <a:pt x="600" y="7236"/>
                  </a:cubicBezTo>
                  <a:cubicBezTo>
                    <a:pt x="1846" y="3780"/>
                    <a:pt x="5169" y="1188"/>
                    <a:pt x="8908" y="324"/>
                  </a:cubicBezTo>
                  <a:cubicBezTo>
                    <a:pt x="12646" y="-540"/>
                    <a:pt x="16800" y="324"/>
                    <a:pt x="18877" y="2916"/>
                  </a:cubicBezTo>
                  <a:cubicBezTo>
                    <a:pt x="20954" y="5508"/>
                    <a:pt x="20954" y="9828"/>
                    <a:pt x="18046" y="13716"/>
                  </a:cubicBezTo>
                  <a:cubicBezTo>
                    <a:pt x="15139" y="17604"/>
                    <a:pt x="9323" y="21060"/>
                    <a:pt x="6831" y="19332"/>
                  </a:cubicBezTo>
                  <a:cubicBezTo>
                    <a:pt x="4339" y="17604"/>
                    <a:pt x="5169" y="10692"/>
                    <a:pt x="7662" y="7668"/>
                  </a:cubicBezTo>
                  <a:cubicBezTo>
                    <a:pt x="10154" y="4644"/>
                    <a:pt x="14308" y="5508"/>
                    <a:pt x="18462" y="6372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1" name="Línea"/>
            <p:cNvSpPr/>
            <p:nvPr/>
          </p:nvSpPr>
          <p:spPr>
            <a:xfrm>
              <a:off x="3170711" y="3913752"/>
              <a:ext cx="2728913" cy="296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99" y="20681"/>
                  </a:moveTo>
                  <a:cubicBezTo>
                    <a:pt x="249" y="21140"/>
                    <a:pt x="0" y="21600"/>
                    <a:pt x="0" y="21600"/>
                  </a:cubicBezTo>
                  <a:cubicBezTo>
                    <a:pt x="0" y="21600"/>
                    <a:pt x="249" y="21140"/>
                    <a:pt x="948" y="20221"/>
                  </a:cubicBezTo>
                  <a:cubicBezTo>
                    <a:pt x="1646" y="19302"/>
                    <a:pt x="2794" y="17923"/>
                    <a:pt x="3866" y="16545"/>
                  </a:cubicBezTo>
                  <a:cubicBezTo>
                    <a:pt x="4939" y="15166"/>
                    <a:pt x="5936" y="13787"/>
                    <a:pt x="7034" y="12409"/>
                  </a:cubicBezTo>
                  <a:cubicBezTo>
                    <a:pt x="8131" y="11030"/>
                    <a:pt x="9328" y="9651"/>
                    <a:pt x="10551" y="8962"/>
                  </a:cubicBezTo>
                  <a:cubicBezTo>
                    <a:pt x="11773" y="8272"/>
                    <a:pt x="13020" y="8272"/>
                    <a:pt x="14142" y="7583"/>
                  </a:cubicBezTo>
                  <a:cubicBezTo>
                    <a:pt x="15265" y="6894"/>
                    <a:pt x="16262" y="5515"/>
                    <a:pt x="17285" y="4366"/>
                  </a:cubicBezTo>
                  <a:cubicBezTo>
                    <a:pt x="18308" y="3217"/>
                    <a:pt x="19355" y="2298"/>
                    <a:pt x="20079" y="1609"/>
                  </a:cubicBezTo>
                  <a:cubicBezTo>
                    <a:pt x="20802" y="919"/>
                    <a:pt x="21201" y="46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2" name="Línea"/>
            <p:cNvSpPr/>
            <p:nvPr/>
          </p:nvSpPr>
          <p:spPr>
            <a:xfrm>
              <a:off x="5855507" y="3790082"/>
              <a:ext cx="185329" cy="218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0" h="21367" fill="norm" stroke="1" extrusionOk="0">
                  <a:moveTo>
                    <a:pt x="17419" y="4704"/>
                  </a:moveTo>
                  <a:cubicBezTo>
                    <a:pt x="13936" y="5938"/>
                    <a:pt x="10452" y="7173"/>
                    <a:pt x="6968" y="6864"/>
                  </a:cubicBezTo>
                  <a:cubicBezTo>
                    <a:pt x="3484" y="6556"/>
                    <a:pt x="0" y="4704"/>
                    <a:pt x="0" y="3161"/>
                  </a:cubicBezTo>
                  <a:cubicBezTo>
                    <a:pt x="0" y="1618"/>
                    <a:pt x="3484" y="384"/>
                    <a:pt x="8013" y="76"/>
                  </a:cubicBezTo>
                  <a:cubicBezTo>
                    <a:pt x="12542" y="-233"/>
                    <a:pt x="18116" y="384"/>
                    <a:pt x="19858" y="2236"/>
                  </a:cubicBezTo>
                  <a:cubicBezTo>
                    <a:pt x="21600" y="4087"/>
                    <a:pt x="19510" y="7173"/>
                    <a:pt x="16374" y="10567"/>
                  </a:cubicBezTo>
                  <a:cubicBezTo>
                    <a:pt x="13239" y="13961"/>
                    <a:pt x="9058" y="17664"/>
                    <a:pt x="4877" y="21367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3" name="Línea"/>
            <p:cNvSpPr/>
            <p:nvPr/>
          </p:nvSpPr>
          <p:spPr>
            <a:xfrm>
              <a:off x="6429020" y="3671473"/>
              <a:ext cx="177658" cy="170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6" h="20843" fill="norm" stroke="1" extrusionOk="0">
                  <a:moveTo>
                    <a:pt x="2234" y="11141"/>
                  </a:moveTo>
                  <a:cubicBezTo>
                    <a:pt x="2979" y="7284"/>
                    <a:pt x="3724" y="3427"/>
                    <a:pt x="5959" y="1499"/>
                  </a:cubicBezTo>
                  <a:cubicBezTo>
                    <a:pt x="8193" y="-430"/>
                    <a:pt x="11917" y="-430"/>
                    <a:pt x="14897" y="1113"/>
                  </a:cubicBezTo>
                  <a:cubicBezTo>
                    <a:pt x="17876" y="2656"/>
                    <a:pt x="20110" y="5741"/>
                    <a:pt x="19365" y="8056"/>
                  </a:cubicBezTo>
                  <a:cubicBezTo>
                    <a:pt x="18621" y="10370"/>
                    <a:pt x="14896" y="11913"/>
                    <a:pt x="11172" y="13070"/>
                  </a:cubicBezTo>
                  <a:cubicBezTo>
                    <a:pt x="7448" y="14227"/>
                    <a:pt x="3724" y="14999"/>
                    <a:pt x="2234" y="13456"/>
                  </a:cubicBezTo>
                  <a:cubicBezTo>
                    <a:pt x="745" y="11913"/>
                    <a:pt x="1490" y="8056"/>
                    <a:pt x="3724" y="5356"/>
                  </a:cubicBezTo>
                  <a:cubicBezTo>
                    <a:pt x="5959" y="2656"/>
                    <a:pt x="9683" y="1113"/>
                    <a:pt x="13034" y="1499"/>
                  </a:cubicBezTo>
                  <a:cubicBezTo>
                    <a:pt x="16386" y="1884"/>
                    <a:pt x="19365" y="4199"/>
                    <a:pt x="20483" y="7284"/>
                  </a:cubicBezTo>
                  <a:cubicBezTo>
                    <a:pt x="21600" y="10370"/>
                    <a:pt x="20855" y="14227"/>
                    <a:pt x="18621" y="16927"/>
                  </a:cubicBezTo>
                  <a:cubicBezTo>
                    <a:pt x="16386" y="19627"/>
                    <a:pt x="12662" y="21170"/>
                    <a:pt x="9310" y="20784"/>
                  </a:cubicBezTo>
                  <a:cubicBezTo>
                    <a:pt x="5959" y="20399"/>
                    <a:pt x="2979" y="18084"/>
                    <a:pt x="0" y="1577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4" name="Línea"/>
            <p:cNvSpPr/>
            <p:nvPr/>
          </p:nvSpPr>
          <p:spPr>
            <a:xfrm>
              <a:off x="3233735" y="2880168"/>
              <a:ext cx="3525519" cy="13739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8" h="21600" fill="norm" stroke="1" extrusionOk="0">
                  <a:moveTo>
                    <a:pt x="0" y="21600"/>
                  </a:moveTo>
                  <a:cubicBezTo>
                    <a:pt x="308" y="21006"/>
                    <a:pt x="616" y="20411"/>
                    <a:pt x="1155" y="19817"/>
                  </a:cubicBezTo>
                  <a:cubicBezTo>
                    <a:pt x="1694" y="19222"/>
                    <a:pt x="2464" y="18628"/>
                    <a:pt x="3234" y="18033"/>
                  </a:cubicBezTo>
                  <a:cubicBezTo>
                    <a:pt x="4004" y="17439"/>
                    <a:pt x="4774" y="16844"/>
                    <a:pt x="5564" y="16250"/>
                  </a:cubicBezTo>
                  <a:cubicBezTo>
                    <a:pt x="6353" y="15655"/>
                    <a:pt x="7161" y="15061"/>
                    <a:pt x="8143" y="14268"/>
                  </a:cubicBezTo>
                  <a:cubicBezTo>
                    <a:pt x="9125" y="13475"/>
                    <a:pt x="10280" y="12484"/>
                    <a:pt x="11243" y="11642"/>
                  </a:cubicBezTo>
                  <a:cubicBezTo>
                    <a:pt x="12205" y="10800"/>
                    <a:pt x="12975" y="10106"/>
                    <a:pt x="13861" y="9165"/>
                  </a:cubicBezTo>
                  <a:cubicBezTo>
                    <a:pt x="14747" y="8224"/>
                    <a:pt x="15748" y="7035"/>
                    <a:pt x="16633" y="6094"/>
                  </a:cubicBezTo>
                  <a:cubicBezTo>
                    <a:pt x="17519" y="5152"/>
                    <a:pt x="18289" y="4459"/>
                    <a:pt x="18866" y="3963"/>
                  </a:cubicBezTo>
                  <a:cubicBezTo>
                    <a:pt x="19444" y="3468"/>
                    <a:pt x="19829" y="3171"/>
                    <a:pt x="20156" y="2873"/>
                  </a:cubicBezTo>
                  <a:cubicBezTo>
                    <a:pt x="20483" y="2576"/>
                    <a:pt x="20753" y="2279"/>
                    <a:pt x="20849" y="1883"/>
                  </a:cubicBezTo>
                  <a:cubicBezTo>
                    <a:pt x="20945" y="1486"/>
                    <a:pt x="20868" y="991"/>
                    <a:pt x="20734" y="694"/>
                  </a:cubicBezTo>
                  <a:cubicBezTo>
                    <a:pt x="20599" y="396"/>
                    <a:pt x="20406" y="297"/>
                    <a:pt x="20214" y="198"/>
                  </a:cubicBezTo>
                  <a:cubicBezTo>
                    <a:pt x="20021" y="99"/>
                    <a:pt x="19829" y="0"/>
                    <a:pt x="19829" y="0"/>
                  </a:cubicBezTo>
                  <a:cubicBezTo>
                    <a:pt x="19829" y="0"/>
                    <a:pt x="20021" y="99"/>
                    <a:pt x="20214" y="248"/>
                  </a:cubicBezTo>
                  <a:cubicBezTo>
                    <a:pt x="20406" y="396"/>
                    <a:pt x="20599" y="594"/>
                    <a:pt x="20849" y="743"/>
                  </a:cubicBezTo>
                  <a:cubicBezTo>
                    <a:pt x="21099" y="892"/>
                    <a:pt x="21407" y="991"/>
                    <a:pt x="21504" y="1239"/>
                  </a:cubicBezTo>
                  <a:cubicBezTo>
                    <a:pt x="21600" y="1486"/>
                    <a:pt x="21484" y="1883"/>
                    <a:pt x="21292" y="2527"/>
                  </a:cubicBezTo>
                  <a:cubicBezTo>
                    <a:pt x="21099" y="3171"/>
                    <a:pt x="20830" y="4062"/>
                    <a:pt x="20560" y="4954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5" name="Línea"/>
            <p:cNvSpPr/>
            <p:nvPr/>
          </p:nvSpPr>
          <p:spPr>
            <a:xfrm>
              <a:off x="7027486" y="2694985"/>
              <a:ext cx="237798" cy="1993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75" h="20709" fill="norm" stroke="1" extrusionOk="0">
                  <a:moveTo>
                    <a:pt x="7042" y="6796"/>
                  </a:moveTo>
                  <a:cubicBezTo>
                    <a:pt x="9742" y="6796"/>
                    <a:pt x="12442" y="6796"/>
                    <a:pt x="12982" y="8105"/>
                  </a:cubicBezTo>
                  <a:cubicBezTo>
                    <a:pt x="13522" y="9414"/>
                    <a:pt x="11902" y="12032"/>
                    <a:pt x="9742" y="13996"/>
                  </a:cubicBezTo>
                  <a:cubicBezTo>
                    <a:pt x="7582" y="15960"/>
                    <a:pt x="4882" y="17269"/>
                    <a:pt x="2992" y="16287"/>
                  </a:cubicBezTo>
                  <a:cubicBezTo>
                    <a:pt x="1102" y="15305"/>
                    <a:pt x="22" y="12032"/>
                    <a:pt x="292" y="9087"/>
                  </a:cubicBezTo>
                  <a:cubicBezTo>
                    <a:pt x="562" y="6141"/>
                    <a:pt x="2182" y="3523"/>
                    <a:pt x="4612" y="1887"/>
                  </a:cubicBezTo>
                  <a:cubicBezTo>
                    <a:pt x="7042" y="251"/>
                    <a:pt x="10282" y="-404"/>
                    <a:pt x="12982" y="251"/>
                  </a:cubicBezTo>
                  <a:cubicBezTo>
                    <a:pt x="15682" y="905"/>
                    <a:pt x="17842" y="2869"/>
                    <a:pt x="19192" y="5487"/>
                  </a:cubicBezTo>
                  <a:cubicBezTo>
                    <a:pt x="20542" y="8105"/>
                    <a:pt x="21082" y="11378"/>
                    <a:pt x="18922" y="14323"/>
                  </a:cubicBezTo>
                  <a:cubicBezTo>
                    <a:pt x="16762" y="17269"/>
                    <a:pt x="11902" y="19887"/>
                    <a:pt x="8122" y="20541"/>
                  </a:cubicBezTo>
                  <a:cubicBezTo>
                    <a:pt x="4342" y="21196"/>
                    <a:pt x="1642" y="19887"/>
                    <a:pt x="562" y="17269"/>
                  </a:cubicBezTo>
                  <a:cubicBezTo>
                    <a:pt x="-518" y="14651"/>
                    <a:pt x="22" y="10723"/>
                    <a:pt x="1642" y="7778"/>
                  </a:cubicBezTo>
                  <a:cubicBezTo>
                    <a:pt x="3262" y="4832"/>
                    <a:pt x="5962" y="2869"/>
                    <a:pt x="8932" y="1887"/>
                  </a:cubicBezTo>
                  <a:cubicBezTo>
                    <a:pt x="11902" y="905"/>
                    <a:pt x="15142" y="905"/>
                    <a:pt x="17032" y="2869"/>
                  </a:cubicBezTo>
                  <a:cubicBezTo>
                    <a:pt x="18922" y="4832"/>
                    <a:pt x="19462" y="8760"/>
                    <a:pt x="18652" y="11705"/>
                  </a:cubicBezTo>
                  <a:cubicBezTo>
                    <a:pt x="17842" y="14651"/>
                    <a:pt x="15682" y="16614"/>
                    <a:pt x="13522" y="18578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6" name="Línea"/>
            <p:cNvSpPr/>
            <p:nvPr/>
          </p:nvSpPr>
          <p:spPr>
            <a:xfrm>
              <a:off x="3195920" y="2155399"/>
              <a:ext cx="2552448" cy="2060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333" y="20213"/>
                    <a:pt x="2667" y="18826"/>
                    <a:pt x="3840" y="17736"/>
                  </a:cubicBezTo>
                  <a:cubicBezTo>
                    <a:pt x="5013" y="16646"/>
                    <a:pt x="6027" y="15853"/>
                    <a:pt x="6987" y="14994"/>
                  </a:cubicBezTo>
                  <a:cubicBezTo>
                    <a:pt x="7947" y="14136"/>
                    <a:pt x="8853" y="13211"/>
                    <a:pt x="9813" y="12187"/>
                  </a:cubicBezTo>
                  <a:cubicBezTo>
                    <a:pt x="10773" y="11163"/>
                    <a:pt x="11787" y="10040"/>
                    <a:pt x="12747" y="9050"/>
                  </a:cubicBezTo>
                  <a:cubicBezTo>
                    <a:pt x="13707" y="8059"/>
                    <a:pt x="14613" y="7200"/>
                    <a:pt x="15520" y="6275"/>
                  </a:cubicBezTo>
                  <a:cubicBezTo>
                    <a:pt x="16427" y="5350"/>
                    <a:pt x="17333" y="4360"/>
                    <a:pt x="18107" y="3534"/>
                  </a:cubicBezTo>
                  <a:cubicBezTo>
                    <a:pt x="18880" y="2708"/>
                    <a:pt x="19520" y="2048"/>
                    <a:pt x="20080" y="1486"/>
                  </a:cubicBezTo>
                  <a:cubicBezTo>
                    <a:pt x="20640" y="925"/>
                    <a:pt x="21120" y="46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7" name="Línea"/>
            <p:cNvSpPr/>
            <p:nvPr/>
          </p:nvSpPr>
          <p:spPr>
            <a:xfrm>
              <a:off x="5530671" y="2062453"/>
              <a:ext cx="262069" cy="244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8" h="21460" fill="norm" stroke="1" extrusionOk="0">
                  <a:moveTo>
                    <a:pt x="20365" y="4845"/>
                  </a:moveTo>
                  <a:cubicBezTo>
                    <a:pt x="15342" y="5398"/>
                    <a:pt x="10319" y="5952"/>
                    <a:pt x="6551" y="6229"/>
                  </a:cubicBezTo>
                  <a:cubicBezTo>
                    <a:pt x="2784" y="6506"/>
                    <a:pt x="272" y="6506"/>
                    <a:pt x="21" y="5675"/>
                  </a:cubicBezTo>
                  <a:cubicBezTo>
                    <a:pt x="-230" y="4845"/>
                    <a:pt x="1779" y="3183"/>
                    <a:pt x="4542" y="2075"/>
                  </a:cubicBezTo>
                  <a:cubicBezTo>
                    <a:pt x="7305" y="968"/>
                    <a:pt x="10821" y="414"/>
                    <a:pt x="13835" y="137"/>
                  </a:cubicBezTo>
                  <a:cubicBezTo>
                    <a:pt x="16849" y="-140"/>
                    <a:pt x="19361" y="-140"/>
                    <a:pt x="20365" y="1522"/>
                  </a:cubicBezTo>
                  <a:cubicBezTo>
                    <a:pt x="21370" y="3183"/>
                    <a:pt x="20868" y="6506"/>
                    <a:pt x="19361" y="10106"/>
                  </a:cubicBezTo>
                  <a:cubicBezTo>
                    <a:pt x="17854" y="13706"/>
                    <a:pt x="15342" y="17583"/>
                    <a:pt x="12831" y="2146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8" name="Línea"/>
            <p:cNvSpPr/>
            <p:nvPr/>
          </p:nvSpPr>
          <p:spPr>
            <a:xfrm>
              <a:off x="6107601" y="1609903"/>
              <a:ext cx="235384" cy="230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30" h="20830" fill="norm" stroke="1" extrusionOk="0">
                  <a:moveTo>
                    <a:pt x="3410" y="6568"/>
                  </a:moveTo>
                  <a:cubicBezTo>
                    <a:pt x="3410" y="9410"/>
                    <a:pt x="3410" y="12252"/>
                    <a:pt x="2558" y="12536"/>
                  </a:cubicBezTo>
                  <a:cubicBezTo>
                    <a:pt x="1705" y="12821"/>
                    <a:pt x="0" y="10547"/>
                    <a:pt x="0" y="8273"/>
                  </a:cubicBezTo>
                  <a:cubicBezTo>
                    <a:pt x="0" y="6000"/>
                    <a:pt x="1705" y="3726"/>
                    <a:pt x="3979" y="2305"/>
                  </a:cubicBezTo>
                  <a:cubicBezTo>
                    <a:pt x="6253" y="884"/>
                    <a:pt x="9095" y="315"/>
                    <a:pt x="11368" y="1168"/>
                  </a:cubicBezTo>
                  <a:cubicBezTo>
                    <a:pt x="13642" y="2021"/>
                    <a:pt x="15347" y="4294"/>
                    <a:pt x="16200" y="6852"/>
                  </a:cubicBezTo>
                  <a:cubicBezTo>
                    <a:pt x="17053" y="9410"/>
                    <a:pt x="17053" y="12252"/>
                    <a:pt x="15916" y="14526"/>
                  </a:cubicBezTo>
                  <a:cubicBezTo>
                    <a:pt x="14779" y="16800"/>
                    <a:pt x="12505" y="18505"/>
                    <a:pt x="9947" y="19642"/>
                  </a:cubicBezTo>
                  <a:cubicBezTo>
                    <a:pt x="7389" y="20779"/>
                    <a:pt x="4547" y="21347"/>
                    <a:pt x="2842" y="20210"/>
                  </a:cubicBezTo>
                  <a:cubicBezTo>
                    <a:pt x="1137" y="19073"/>
                    <a:pt x="568" y="16231"/>
                    <a:pt x="284" y="13389"/>
                  </a:cubicBezTo>
                  <a:cubicBezTo>
                    <a:pt x="0" y="10547"/>
                    <a:pt x="0" y="7705"/>
                    <a:pt x="853" y="5147"/>
                  </a:cubicBezTo>
                  <a:cubicBezTo>
                    <a:pt x="1705" y="2589"/>
                    <a:pt x="3411" y="315"/>
                    <a:pt x="6821" y="31"/>
                  </a:cubicBezTo>
                  <a:cubicBezTo>
                    <a:pt x="10232" y="-253"/>
                    <a:pt x="15347" y="1452"/>
                    <a:pt x="18189" y="3726"/>
                  </a:cubicBezTo>
                  <a:cubicBezTo>
                    <a:pt x="21032" y="6000"/>
                    <a:pt x="21600" y="8842"/>
                    <a:pt x="21032" y="11400"/>
                  </a:cubicBezTo>
                  <a:cubicBezTo>
                    <a:pt x="20463" y="13958"/>
                    <a:pt x="18758" y="16231"/>
                    <a:pt x="16484" y="17368"/>
                  </a:cubicBezTo>
                  <a:cubicBezTo>
                    <a:pt x="14210" y="18505"/>
                    <a:pt x="11368" y="18505"/>
                    <a:pt x="9095" y="17368"/>
                  </a:cubicBezTo>
                  <a:cubicBezTo>
                    <a:pt x="6821" y="16231"/>
                    <a:pt x="5116" y="13958"/>
                    <a:pt x="4832" y="11400"/>
                  </a:cubicBezTo>
                  <a:cubicBezTo>
                    <a:pt x="4547" y="8842"/>
                    <a:pt x="5684" y="6000"/>
                    <a:pt x="7389" y="5431"/>
                  </a:cubicBezTo>
                  <a:cubicBezTo>
                    <a:pt x="9095" y="4863"/>
                    <a:pt x="11368" y="6568"/>
                    <a:pt x="13642" y="8273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49" name="Línea"/>
            <p:cNvSpPr/>
            <p:nvPr/>
          </p:nvSpPr>
          <p:spPr>
            <a:xfrm>
              <a:off x="1437568" y="2968401"/>
              <a:ext cx="1720538" cy="1285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176" y="20435"/>
                    <a:pt x="18752" y="19271"/>
                    <a:pt x="17367" y="18000"/>
                  </a:cubicBezTo>
                  <a:cubicBezTo>
                    <a:pt x="15982" y="16729"/>
                    <a:pt x="14637" y="15353"/>
                    <a:pt x="13015" y="13659"/>
                  </a:cubicBezTo>
                  <a:cubicBezTo>
                    <a:pt x="11393" y="11965"/>
                    <a:pt x="9495" y="9953"/>
                    <a:pt x="7556" y="7888"/>
                  </a:cubicBezTo>
                  <a:cubicBezTo>
                    <a:pt x="5618" y="5824"/>
                    <a:pt x="3640" y="3706"/>
                    <a:pt x="2374" y="2382"/>
                  </a:cubicBezTo>
                  <a:cubicBezTo>
                    <a:pt x="1108" y="1059"/>
                    <a:pt x="554" y="529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0" name="Línea"/>
            <p:cNvSpPr/>
            <p:nvPr/>
          </p:nvSpPr>
          <p:spPr>
            <a:xfrm>
              <a:off x="1279441" y="2863651"/>
              <a:ext cx="271570" cy="171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3" h="20954" fill="norm" stroke="1" extrusionOk="0">
                  <a:moveTo>
                    <a:pt x="535" y="1250"/>
                  </a:moveTo>
                  <a:cubicBezTo>
                    <a:pt x="2008" y="5107"/>
                    <a:pt x="3480" y="8964"/>
                    <a:pt x="4217" y="12821"/>
                  </a:cubicBezTo>
                  <a:cubicBezTo>
                    <a:pt x="4953" y="16678"/>
                    <a:pt x="4953" y="20536"/>
                    <a:pt x="4217" y="20921"/>
                  </a:cubicBezTo>
                  <a:cubicBezTo>
                    <a:pt x="3480" y="21307"/>
                    <a:pt x="2008" y="18221"/>
                    <a:pt x="1026" y="14364"/>
                  </a:cubicBezTo>
                  <a:cubicBezTo>
                    <a:pt x="44" y="10507"/>
                    <a:pt x="-447" y="5878"/>
                    <a:pt x="535" y="3178"/>
                  </a:cubicBezTo>
                  <a:cubicBezTo>
                    <a:pt x="1517" y="478"/>
                    <a:pt x="3971" y="-293"/>
                    <a:pt x="7653" y="93"/>
                  </a:cubicBezTo>
                  <a:cubicBezTo>
                    <a:pt x="11335" y="478"/>
                    <a:pt x="16244" y="2021"/>
                    <a:pt x="21153" y="3564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1" name="Línea"/>
            <p:cNvSpPr/>
            <p:nvPr/>
          </p:nvSpPr>
          <p:spPr>
            <a:xfrm>
              <a:off x="862863" y="2364777"/>
              <a:ext cx="239527" cy="222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23" h="21199" fill="norm" stroke="1" extrusionOk="0">
                  <a:moveTo>
                    <a:pt x="11982" y="8867"/>
                  </a:moveTo>
                  <a:cubicBezTo>
                    <a:pt x="13602" y="11267"/>
                    <a:pt x="15222" y="13667"/>
                    <a:pt x="14682" y="15467"/>
                  </a:cubicBezTo>
                  <a:cubicBezTo>
                    <a:pt x="14142" y="17267"/>
                    <a:pt x="11442" y="18467"/>
                    <a:pt x="8742" y="17867"/>
                  </a:cubicBezTo>
                  <a:cubicBezTo>
                    <a:pt x="6042" y="17267"/>
                    <a:pt x="3342" y="14867"/>
                    <a:pt x="1722" y="11867"/>
                  </a:cubicBezTo>
                  <a:cubicBezTo>
                    <a:pt x="102" y="8867"/>
                    <a:pt x="-438" y="5267"/>
                    <a:pt x="642" y="3167"/>
                  </a:cubicBezTo>
                  <a:cubicBezTo>
                    <a:pt x="1722" y="1067"/>
                    <a:pt x="4422" y="467"/>
                    <a:pt x="7122" y="167"/>
                  </a:cubicBezTo>
                  <a:cubicBezTo>
                    <a:pt x="9822" y="-133"/>
                    <a:pt x="12522" y="-133"/>
                    <a:pt x="14682" y="1067"/>
                  </a:cubicBezTo>
                  <a:cubicBezTo>
                    <a:pt x="16842" y="2267"/>
                    <a:pt x="18462" y="4667"/>
                    <a:pt x="19542" y="7367"/>
                  </a:cubicBezTo>
                  <a:cubicBezTo>
                    <a:pt x="20622" y="10067"/>
                    <a:pt x="21162" y="13067"/>
                    <a:pt x="19272" y="15767"/>
                  </a:cubicBezTo>
                  <a:cubicBezTo>
                    <a:pt x="17382" y="18467"/>
                    <a:pt x="13062" y="20867"/>
                    <a:pt x="9552" y="21167"/>
                  </a:cubicBezTo>
                  <a:cubicBezTo>
                    <a:pt x="6042" y="21467"/>
                    <a:pt x="3342" y="19667"/>
                    <a:pt x="1722" y="17267"/>
                  </a:cubicBezTo>
                  <a:cubicBezTo>
                    <a:pt x="102" y="14867"/>
                    <a:pt x="-438" y="11867"/>
                    <a:pt x="372" y="9467"/>
                  </a:cubicBezTo>
                  <a:cubicBezTo>
                    <a:pt x="1182" y="7067"/>
                    <a:pt x="3342" y="5267"/>
                    <a:pt x="5772" y="4667"/>
                  </a:cubicBezTo>
                  <a:cubicBezTo>
                    <a:pt x="8202" y="4067"/>
                    <a:pt x="10902" y="4667"/>
                    <a:pt x="12792" y="6467"/>
                  </a:cubicBezTo>
                  <a:cubicBezTo>
                    <a:pt x="14682" y="8267"/>
                    <a:pt x="15762" y="11267"/>
                    <a:pt x="14682" y="13667"/>
                  </a:cubicBezTo>
                  <a:cubicBezTo>
                    <a:pt x="13602" y="16067"/>
                    <a:pt x="10362" y="17867"/>
                    <a:pt x="8742" y="17267"/>
                  </a:cubicBezTo>
                  <a:cubicBezTo>
                    <a:pt x="7122" y="16667"/>
                    <a:pt x="7122" y="13667"/>
                    <a:pt x="7122" y="10667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2" name="Línea"/>
            <p:cNvSpPr/>
            <p:nvPr/>
          </p:nvSpPr>
          <p:spPr>
            <a:xfrm>
              <a:off x="416589" y="3081843"/>
              <a:ext cx="2609169" cy="11533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930" y="20066"/>
                    <a:pt x="18261" y="18531"/>
                    <a:pt x="16774" y="17233"/>
                  </a:cubicBezTo>
                  <a:cubicBezTo>
                    <a:pt x="15287" y="15934"/>
                    <a:pt x="13983" y="14872"/>
                    <a:pt x="12887" y="13869"/>
                  </a:cubicBezTo>
                  <a:cubicBezTo>
                    <a:pt x="11791" y="12866"/>
                    <a:pt x="10904" y="11921"/>
                    <a:pt x="10017" y="11036"/>
                  </a:cubicBezTo>
                  <a:cubicBezTo>
                    <a:pt x="9130" y="10151"/>
                    <a:pt x="8243" y="9325"/>
                    <a:pt x="7357" y="8380"/>
                  </a:cubicBezTo>
                  <a:cubicBezTo>
                    <a:pt x="6470" y="7436"/>
                    <a:pt x="5583" y="6374"/>
                    <a:pt x="4774" y="5430"/>
                  </a:cubicBezTo>
                  <a:cubicBezTo>
                    <a:pt x="3965" y="4485"/>
                    <a:pt x="3235" y="3659"/>
                    <a:pt x="2452" y="2774"/>
                  </a:cubicBezTo>
                  <a:cubicBezTo>
                    <a:pt x="1670" y="1889"/>
                    <a:pt x="835" y="944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3" name="Línea"/>
            <p:cNvSpPr/>
            <p:nvPr/>
          </p:nvSpPr>
          <p:spPr>
            <a:xfrm>
              <a:off x="285744" y="2955796"/>
              <a:ext cx="319916" cy="249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9" h="21353" fill="norm" stroke="1" extrusionOk="0">
                  <a:moveTo>
                    <a:pt x="1170" y="7560"/>
                  </a:moveTo>
                  <a:cubicBezTo>
                    <a:pt x="2017" y="10260"/>
                    <a:pt x="2864" y="12960"/>
                    <a:pt x="3499" y="15660"/>
                  </a:cubicBezTo>
                  <a:cubicBezTo>
                    <a:pt x="4134" y="18360"/>
                    <a:pt x="4558" y="21060"/>
                    <a:pt x="4134" y="21330"/>
                  </a:cubicBezTo>
                  <a:cubicBezTo>
                    <a:pt x="3711" y="21600"/>
                    <a:pt x="2440" y="19440"/>
                    <a:pt x="1593" y="17010"/>
                  </a:cubicBezTo>
                  <a:cubicBezTo>
                    <a:pt x="746" y="14580"/>
                    <a:pt x="323" y="11880"/>
                    <a:pt x="111" y="9180"/>
                  </a:cubicBezTo>
                  <a:cubicBezTo>
                    <a:pt x="-101" y="6480"/>
                    <a:pt x="-101" y="3780"/>
                    <a:pt x="958" y="2160"/>
                  </a:cubicBezTo>
                  <a:cubicBezTo>
                    <a:pt x="2017" y="540"/>
                    <a:pt x="4134" y="0"/>
                    <a:pt x="7734" y="0"/>
                  </a:cubicBezTo>
                  <a:cubicBezTo>
                    <a:pt x="11334" y="0"/>
                    <a:pt x="16417" y="540"/>
                    <a:pt x="21499" y="108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4" name="Línea"/>
            <p:cNvSpPr/>
            <p:nvPr/>
          </p:nvSpPr>
          <p:spPr>
            <a:xfrm>
              <a:off x="-204535" y="2684796"/>
              <a:ext cx="270356" cy="186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9" h="21330" fill="norm" stroke="1" extrusionOk="0">
                  <a:moveTo>
                    <a:pt x="11563" y="4320"/>
                  </a:moveTo>
                  <a:cubicBezTo>
                    <a:pt x="13036" y="7200"/>
                    <a:pt x="14508" y="10080"/>
                    <a:pt x="14017" y="12240"/>
                  </a:cubicBezTo>
                  <a:cubicBezTo>
                    <a:pt x="13526" y="14400"/>
                    <a:pt x="11072" y="15840"/>
                    <a:pt x="9599" y="14760"/>
                  </a:cubicBezTo>
                  <a:cubicBezTo>
                    <a:pt x="8126" y="13680"/>
                    <a:pt x="7636" y="10080"/>
                    <a:pt x="8617" y="7560"/>
                  </a:cubicBezTo>
                  <a:cubicBezTo>
                    <a:pt x="9599" y="5040"/>
                    <a:pt x="12054" y="3600"/>
                    <a:pt x="14017" y="4320"/>
                  </a:cubicBezTo>
                  <a:cubicBezTo>
                    <a:pt x="15981" y="5040"/>
                    <a:pt x="17454" y="7920"/>
                    <a:pt x="18190" y="11160"/>
                  </a:cubicBezTo>
                  <a:cubicBezTo>
                    <a:pt x="18926" y="14400"/>
                    <a:pt x="18926" y="18000"/>
                    <a:pt x="17699" y="19800"/>
                  </a:cubicBezTo>
                  <a:cubicBezTo>
                    <a:pt x="16472" y="21600"/>
                    <a:pt x="14017" y="21600"/>
                    <a:pt x="11563" y="20880"/>
                  </a:cubicBezTo>
                  <a:cubicBezTo>
                    <a:pt x="9108" y="20160"/>
                    <a:pt x="6654" y="18720"/>
                    <a:pt x="4445" y="16920"/>
                  </a:cubicBezTo>
                  <a:cubicBezTo>
                    <a:pt x="2236" y="15120"/>
                    <a:pt x="272" y="12960"/>
                    <a:pt x="26" y="10080"/>
                  </a:cubicBezTo>
                  <a:cubicBezTo>
                    <a:pt x="-219" y="7200"/>
                    <a:pt x="1254" y="3600"/>
                    <a:pt x="3217" y="1800"/>
                  </a:cubicBezTo>
                  <a:cubicBezTo>
                    <a:pt x="5181" y="0"/>
                    <a:pt x="7636" y="0"/>
                    <a:pt x="10090" y="0"/>
                  </a:cubicBezTo>
                  <a:cubicBezTo>
                    <a:pt x="12545" y="0"/>
                    <a:pt x="14999" y="0"/>
                    <a:pt x="16963" y="1440"/>
                  </a:cubicBezTo>
                  <a:cubicBezTo>
                    <a:pt x="18926" y="2880"/>
                    <a:pt x="20399" y="5760"/>
                    <a:pt x="20890" y="9000"/>
                  </a:cubicBezTo>
                  <a:cubicBezTo>
                    <a:pt x="21381" y="12240"/>
                    <a:pt x="20890" y="15840"/>
                    <a:pt x="18190" y="18000"/>
                  </a:cubicBezTo>
                  <a:cubicBezTo>
                    <a:pt x="15490" y="20160"/>
                    <a:pt x="10581" y="20880"/>
                    <a:pt x="7145" y="19800"/>
                  </a:cubicBezTo>
                  <a:cubicBezTo>
                    <a:pt x="3708" y="18720"/>
                    <a:pt x="1745" y="15840"/>
                    <a:pt x="1499" y="12960"/>
                  </a:cubicBezTo>
                  <a:cubicBezTo>
                    <a:pt x="1254" y="10080"/>
                    <a:pt x="2726" y="7200"/>
                    <a:pt x="4690" y="5760"/>
                  </a:cubicBezTo>
                  <a:cubicBezTo>
                    <a:pt x="6654" y="4320"/>
                    <a:pt x="9108" y="4320"/>
                    <a:pt x="10581" y="6120"/>
                  </a:cubicBezTo>
                  <a:cubicBezTo>
                    <a:pt x="12054" y="7920"/>
                    <a:pt x="12545" y="11520"/>
                    <a:pt x="12790" y="13320"/>
                  </a:cubicBezTo>
                  <a:cubicBezTo>
                    <a:pt x="13036" y="15120"/>
                    <a:pt x="13036" y="15120"/>
                    <a:pt x="13036" y="1512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5" name="Línea"/>
            <p:cNvSpPr/>
            <p:nvPr/>
          </p:nvSpPr>
          <p:spPr>
            <a:xfrm>
              <a:off x="76262" y="3573426"/>
              <a:ext cx="3025124" cy="680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925" y="21400"/>
                    <a:pt x="20250" y="21200"/>
                    <a:pt x="19215" y="20300"/>
                  </a:cubicBezTo>
                  <a:cubicBezTo>
                    <a:pt x="18180" y="19400"/>
                    <a:pt x="16785" y="17800"/>
                    <a:pt x="15480" y="16500"/>
                  </a:cubicBezTo>
                  <a:cubicBezTo>
                    <a:pt x="14175" y="15200"/>
                    <a:pt x="12960" y="14200"/>
                    <a:pt x="11700" y="13000"/>
                  </a:cubicBezTo>
                  <a:cubicBezTo>
                    <a:pt x="10440" y="11800"/>
                    <a:pt x="9135" y="10400"/>
                    <a:pt x="7762" y="9000"/>
                  </a:cubicBezTo>
                  <a:cubicBezTo>
                    <a:pt x="6390" y="7600"/>
                    <a:pt x="4950" y="6200"/>
                    <a:pt x="3780" y="5000"/>
                  </a:cubicBezTo>
                  <a:cubicBezTo>
                    <a:pt x="2610" y="3800"/>
                    <a:pt x="1710" y="2800"/>
                    <a:pt x="1125" y="2100"/>
                  </a:cubicBezTo>
                  <a:cubicBezTo>
                    <a:pt x="540" y="1400"/>
                    <a:pt x="270" y="1000"/>
                    <a:pt x="135" y="700"/>
                  </a:cubicBezTo>
                  <a:cubicBezTo>
                    <a:pt x="0" y="400"/>
                    <a:pt x="0" y="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6" name="Línea"/>
            <p:cNvSpPr/>
            <p:nvPr/>
          </p:nvSpPr>
          <p:spPr>
            <a:xfrm>
              <a:off x="-49784" y="3497798"/>
              <a:ext cx="296211" cy="346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677" y="5891"/>
                  </a:moveTo>
                  <a:cubicBezTo>
                    <a:pt x="5974" y="9818"/>
                    <a:pt x="8272" y="13745"/>
                    <a:pt x="10340" y="16691"/>
                  </a:cubicBezTo>
                  <a:cubicBezTo>
                    <a:pt x="12409" y="19636"/>
                    <a:pt x="14247" y="21600"/>
                    <a:pt x="14017" y="21600"/>
                  </a:cubicBezTo>
                  <a:cubicBezTo>
                    <a:pt x="13787" y="21600"/>
                    <a:pt x="11489" y="19636"/>
                    <a:pt x="9421" y="17869"/>
                  </a:cubicBezTo>
                  <a:cubicBezTo>
                    <a:pt x="7353" y="16102"/>
                    <a:pt x="5515" y="14531"/>
                    <a:pt x="3677" y="12960"/>
                  </a:cubicBezTo>
                  <a:cubicBezTo>
                    <a:pt x="1838" y="11389"/>
                    <a:pt x="0" y="9818"/>
                    <a:pt x="0" y="8444"/>
                  </a:cubicBezTo>
                  <a:cubicBezTo>
                    <a:pt x="0" y="7069"/>
                    <a:pt x="1838" y="5891"/>
                    <a:pt x="5745" y="4516"/>
                  </a:cubicBezTo>
                  <a:cubicBezTo>
                    <a:pt x="9651" y="3142"/>
                    <a:pt x="15626" y="1571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57" name="Línea"/>
            <p:cNvSpPr/>
            <p:nvPr/>
          </p:nvSpPr>
          <p:spPr>
            <a:xfrm>
              <a:off x="-680018" y="3535612"/>
              <a:ext cx="261892" cy="183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1" h="21020" fill="norm" stroke="1" extrusionOk="0">
                  <a:moveTo>
                    <a:pt x="16971" y="0"/>
                  </a:moveTo>
                  <a:cubicBezTo>
                    <a:pt x="19029" y="2160"/>
                    <a:pt x="21086" y="4320"/>
                    <a:pt x="21343" y="7200"/>
                  </a:cubicBezTo>
                  <a:cubicBezTo>
                    <a:pt x="21600" y="10080"/>
                    <a:pt x="20057" y="13680"/>
                    <a:pt x="18000" y="15840"/>
                  </a:cubicBezTo>
                  <a:cubicBezTo>
                    <a:pt x="15943" y="18000"/>
                    <a:pt x="13371" y="18720"/>
                    <a:pt x="10800" y="18720"/>
                  </a:cubicBezTo>
                  <a:cubicBezTo>
                    <a:pt x="8229" y="18720"/>
                    <a:pt x="5657" y="18000"/>
                    <a:pt x="3600" y="16200"/>
                  </a:cubicBezTo>
                  <a:cubicBezTo>
                    <a:pt x="1543" y="14400"/>
                    <a:pt x="0" y="11520"/>
                    <a:pt x="0" y="8640"/>
                  </a:cubicBezTo>
                  <a:cubicBezTo>
                    <a:pt x="0" y="5760"/>
                    <a:pt x="1543" y="2880"/>
                    <a:pt x="3600" y="1440"/>
                  </a:cubicBezTo>
                  <a:cubicBezTo>
                    <a:pt x="5657" y="0"/>
                    <a:pt x="8229" y="0"/>
                    <a:pt x="10800" y="1080"/>
                  </a:cubicBezTo>
                  <a:cubicBezTo>
                    <a:pt x="13371" y="2160"/>
                    <a:pt x="15943" y="4320"/>
                    <a:pt x="17743" y="7200"/>
                  </a:cubicBezTo>
                  <a:cubicBezTo>
                    <a:pt x="19543" y="10080"/>
                    <a:pt x="20571" y="13680"/>
                    <a:pt x="20057" y="16560"/>
                  </a:cubicBezTo>
                  <a:cubicBezTo>
                    <a:pt x="19543" y="19440"/>
                    <a:pt x="17486" y="21600"/>
                    <a:pt x="14657" y="20880"/>
                  </a:cubicBezTo>
                  <a:cubicBezTo>
                    <a:pt x="11829" y="20160"/>
                    <a:pt x="8229" y="16560"/>
                    <a:pt x="6171" y="12960"/>
                  </a:cubicBezTo>
                  <a:cubicBezTo>
                    <a:pt x="4114" y="9360"/>
                    <a:pt x="3600" y="5760"/>
                    <a:pt x="4371" y="5040"/>
                  </a:cubicBezTo>
                  <a:cubicBezTo>
                    <a:pt x="5143" y="4320"/>
                    <a:pt x="7200" y="6480"/>
                    <a:pt x="7457" y="8640"/>
                  </a:cubicBezTo>
                  <a:cubicBezTo>
                    <a:pt x="7714" y="10800"/>
                    <a:pt x="6171" y="12960"/>
                    <a:pt x="4629" y="1512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659" name="Token ID"/>
          <p:cNvSpPr txBox="1"/>
          <p:nvPr/>
        </p:nvSpPr>
        <p:spPr>
          <a:xfrm>
            <a:off x="5459066" y="1676516"/>
            <a:ext cx="2041018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Token ID</a:t>
            </a:r>
          </a:p>
        </p:txBody>
      </p:sp>
      <p:sp>
        <p:nvSpPr>
          <p:cNvPr id="660" name="Vector embedding"/>
          <p:cNvSpPr txBox="1"/>
          <p:nvPr/>
        </p:nvSpPr>
        <p:spPr>
          <a:xfrm>
            <a:off x="8242789" y="1041921"/>
            <a:ext cx="4169817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Vector embedding</a:t>
            </a:r>
          </a:p>
        </p:txBody>
      </p:sp>
      <p:sp>
        <p:nvSpPr>
          <p:cNvPr id="673" name="Línea de conexión"/>
          <p:cNvSpPr/>
          <p:nvPr/>
        </p:nvSpPr>
        <p:spPr>
          <a:xfrm>
            <a:off x="7669207" y="2075052"/>
            <a:ext cx="277436" cy="970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81" h="21600" fill="norm" stroke="1" extrusionOk="0">
                <a:moveTo>
                  <a:pt x="0" y="0"/>
                </a:moveTo>
                <a:cubicBezTo>
                  <a:pt x="19547" y="6141"/>
                  <a:pt x="21600" y="13341"/>
                  <a:pt x="6159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74" name="Línea de conexión"/>
          <p:cNvSpPr/>
          <p:nvPr/>
        </p:nvSpPr>
        <p:spPr>
          <a:xfrm>
            <a:off x="10509239" y="1713868"/>
            <a:ext cx="336782" cy="1063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429" h="21600" fill="norm" stroke="1" extrusionOk="0">
                <a:moveTo>
                  <a:pt x="6836" y="0"/>
                </a:moveTo>
                <a:cubicBezTo>
                  <a:pt x="21600" y="8163"/>
                  <a:pt x="19321" y="15363"/>
                  <a:pt x="0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63" name="street"/>
          <p:cNvSpPr txBox="1"/>
          <p:nvPr/>
        </p:nvSpPr>
        <p:spPr>
          <a:xfrm>
            <a:off x="14767562" y="4657302"/>
            <a:ext cx="1170014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pPr/>
            <a:r>
              <a:t>street</a:t>
            </a:r>
          </a:p>
        </p:txBody>
      </p:sp>
      <p:sp>
        <p:nvSpPr>
          <p:cNvPr id="664" name="city"/>
          <p:cNvSpPr txBox="1"/>
          <p:nvPr/>
        </p:nvSpPr>
        <p:spPr>
          <a:xfrm>
            <a:off x="13322113" y="5354245"/>
            <a:ext cx="773965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pPr/>
            <a:r>
              <a:t>city</a:t>
            </a:r>
          </a:p>
        </p:txBody>
      </p:sp>
      <p:sp>
        <p:nvSpPr>
          <p:cNvPr id="665" name="building"/>
          <p:cNvSpPr txBox="1"/>
          <p:nvPr/>
        </p:nvSpPr>
        <p:spPr>
          <a:xfrm>
            <a:off x="11912231" y="6301969"/>
            <a:ext cx="1597076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pPr/>
            <a:r>
              <a:t>building</a:t>
            </a:r>
          </a:p>
        </p:txBody>
      </p:sp>
      <p:sp>
        <p:nvSpPr>
          <p:cNvPr id="666" name="horse"/>
          <p:cNvSpPr txBox="1"/>
          <p:nvPr/>
        </p:nvSpPr>
        <p:spPr>
          <a:xfrm>
            <a:off x="20121286" y="5182951"/>
            <a:ext cx="1162051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pPr/>
            <a:r>
              <a:t>horse</a:t>
            </a:r>
          </a:p>
        </p:txBody>
      </p:sp>
      <p:sp>
        <p:nvSpPr>
          <p:cNvPr id="667" name="lion"/>
          <p:cNvSpPr txBox="1"/>
          <p:nvPr/>
        </p:nvSpPr>
        <p:spPr>
          <a:xfrm>
            <a:off x="21865028" y="5354245"/>
            <a:ext cx="773964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pPr/>
            <a:r>
              <a:t>lion</a:t>
            </a:r>
          </a:p>
        </p:txBody>
      </p:sp>
      <p:sp>
        <p:nvSpPr>
          <p:cNvPr id="668" name="dog"/>
          <p:cNvSpPr txBox="1"/>
          <p:nvPr/>
        </p:nvSpPr>
        <p:spPr>
          <a:xfrm>
            <a:off x="21160195" y="6390869"/>
            <a:ext cx="843954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/>
            </a:lvl1pPr>
          </a:lstStyle>
          <a:p>
            <a:pPr/>
            <a:r>
              <a:t>dog</a:t>
            </a:r>
          </a:p>
        </p:txBody>
      </p:sp>
      <p:sp>
        <p:nvSpPr>
          <p:cNvPr id="669" name="zebra"/>
          <p:cNvSpPr txBox="1"/>
          <p:nvPr/>
        </p:nvSpPr>
        <p:spPr>
          <a:xfrm>
            <a:off x="20824111" y="3924232"/>
            <a:ext cx="1153669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F7D254"/>
                </a:solidFill>
              </a:defRPr>
            </a:lvl1pPr>
          </a:lstStyle>
          <a:p>
            <a:pPr/>
            <a:r>
              <a:t>zebra</a:t>
            </a:r>
          </a:p>
        </p:txBody>
      </p:sp>
      <p:sp>
        <p:nvSpPr>
          <p:cNvPr id="670" name="Words are clustered by meaning"/>
          <p:cNvSpPr txBox="1"/>
          <p:nvPr/>
        </p:nvSpPr>
        <p:spPr>
          <a:xfrm>
            <a:off x="14622446" y="2142238"/>
            <a:ext cx="6186854" cy="1694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Words are clustered by meaning</a:t>
            </a:r>
          </a:p>
        </p:txBody>
      </p:sp>
      <p:sp>
        <p:nvSpPr>
          <p:cNvPr id="671" name="*Visualization in 2D: actual space has 12.288 dimensions!"/>
          <p:cNvSpPr txBox="1"/>
          <p:nvPr/>
        </p:nvSpPr>
        <p:spPr>
          <a:xfrm>
            <a:off x="12955126" y="9592654"/>
            <a:ext cx="9521496" cy="1428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i="1" sz="40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*Visualization in 2D: actual space has 12.288 dimensions!</a:t>
            </a:r>
          </a:p>
        </p:txBody>
      </p:sp>
      <p:sp>
        <p:nvSpPr>
          <p:cNvPr id="675" name="Línea de conexión"/>
          <p:cNvSpPr/>
          <p:nvPr/>
        </p:nvSpPr>
        <p:spPr>
          <a:xfrm>
            <a:off x="10573911" y="3678053"/>
            <a:ext cx="8654660" cy="1860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277" fill="norm" stroke="1" extrusionOk="0">
                <a:moveTo>
                  <a:pt x="0" y="778"/>
                </a:moveTo>
                <a:cubicBezTo>
                  <a:pt x="7999" y="-2323"/>
                  <a:pt x="15199" y="3843"/>
                  <a:pt x="21600" y="19277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2. Embedding"/>
          <p:cNvSpPr txBox="1"/>
          <p:nvPr/>
        </p:nvSpPr>
        <p:spPr>
          <a:xfrm>
            <a:off x="617036" y="675199"/>
            <a:ext cx="398952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2. Embedding</a:t>
            </a:r>
          </a:p>
        </p:txBody>
      </p:sp>
      <p:sp>
        <p:nvSpPr>
          <p:cNvPr id="678" name="(Learned)"/>
          <p:cNvSpPr txBox="1"/>
          <p:nvPr/>
        </p:nvSpPr>
        <p:spPr>
          <a:xfrm>
            <a:off x="1186979" y="1621798"/>
            <a:ext cx="2399184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300">
                <a:solidFill>
                  <a:srgbClr val="C35FF5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(Learned)</a:t>
            </a:r>
          </a:p>
        </p:txBody>
      </p:sp>
      <p:grpSp>
        <p:nvGrpSpPr>
          <p:cNvPr id="742" name="Dibujo"/>
          <p:cNvGrpSpPr/>
          <p:nvPr/>
        </p:nvGrpSpPr>
        <p:grpSpPr>
          <a:xfrm>
            <a:off x="4298194" y="2139056"/>
            <a:ext cx="5882153" cy="10018156"/>
            <a:chOff x="1584592" y="-826781"/>
            <a:chExt cx="5882151" cy="10018154"/>
          </a:xfrm>
        </p:grpSpPr>
        <p:sp>
          <p:nvSpPr>
            <p:cNvPr id="679" name="Línea"/>
            <p:cNvSpPr/>
            <p:nvPr/>
          </p:nvSpPr>
          <p:spPr>
            <a:xfrm>
              <a:off x="1910243" y="491582"/>
              <a:ext cx="2287750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0" name="Línea"/>
            <p:cNvSpPr/>
            <p:nvPr/>
          </p:nvSpPr>
          <p:spPr>
            <a:xfrm>
              <a:off x="1916546" y="1947422"/>
              <a:ext cx="12605" cy="6050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1" name="Línea"/>
            <p:cNvSpPr/>
            <p:nvPr/>
          </p:nvSpPr>
          <p:spPr>
            <a:xfrm>
              <a:off x="4197992" y="510489"/>
              <a:ext cx="18908" cy="661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2" name="Línea"/>
            <p:cNvSpPr/>
            <p:nvPr/>
          </p:nvSpPr>
          <p:spPr>
            <a:xfrm>
              <a:off x="2004778" y="1172235"/>
              <a:ext cx="2117587" cy="1361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3" name="Línea"/>
            <p:cNvSpPr/>
            <p:nvPr/>
          </p:nvSpPr>
          <p:spPr>
            <a:xfrm>
              <a:off x="2326197" y="1626003"/>
              <a:ext cx="18908" cy="699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4" name="Línea"/>
            <p:cNvSpPr/>
            <p:nvPr/>
          </p:nvSpPr>
          <p:spPr>
            <a:xfrm>
              <a:off x="2667605" y="1399119"/>
              <a:ext cx="36734" cy="66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5" name="Línea"/>
            <p:cNvSpPr/>
            <p:nvPr/>
          </p:nvSpPr>
          <p:spPr>
            <a:xfrm>
              <a:off x="3044664" y="1210049"/>
              <a:ext cx="12606" cy="64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6" name="Línea"/>
            <p:cNvSpPr/>
            <p:nvPr/>
          </p:nvSpPr>
          <p:spPr>
            <a:xfrm>
              <a:off x="3441712" y="983164"/>
              <a:ext cx="37814" cy="58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7" name="Línea"/>
            <p:cNvSpPr/>
            <p:nvPr/>
          </p:nvSpPr>
          <p:spPr>
            <a:xfrm>
              <a:off x="3800945" y="718466"/>
              <a:ext cx="37815" cy="548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8" name="Línea"/>
            <p:cNvSpPr/>
            <p:nvPr/>
          </p:nvSpPr>
          <p:spPr>
            <a:xfrm>
              <a:off x="4311434" y="170163"/>
              <a:ext cx="340328" cy="20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89" name="Línea"/>
            <p:cNvSpPr/>
            <p:nvPr/>
          </p:nvSpPr>
          <p:spPr>
            <a:xfrm>
              <a:off x="4292527" y="964257"/>
              <a:ext cx="264699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0" name="Línea"/>
            <p:cNvSpPr/>
            <p:nvPr/>
          </p:nvSpPr>
          <p:spPr>
            <a:xfrm>
              <a:off x="4727388" y="207977"/>
              <a:ext cx="18908" cy="567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1" name="Línea"/>
            <p:cNvSpPr/>
            <p:nvPr/>
          </p:nvSpPr>
          <p:spPr>
            <a:xfrm>
              <a:off x="4359489" y="277302"/>
              <a:ext cx="365990" cy="631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2" name="Línea"/>
            <p:cNvSpPr/>
            <p:nvPr/>
          </p:nvSpPr>
          <p:spPr>
            <a:xfrm>
              <a:off x="4349248" y="651222"/>
              <a:ext cx="94536" cy="180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3" name="Línea"/>
            <p:cNvSpPr/>
            <p:nvPr/>
          </p:nvSpPr>
          <p:spPr>
            <a:xfrm>
              <a:off x="4538318" y="1380212"/>
              <a:ext cx="74842" cy="2420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4" name="Línea"/>
            <p:cNvSpPr/>
            <p:nvPr/>
          </p:nvSpPr>
          <p:spPr>
            <a:xfrm>
              <a:off x="4689574" y="-189071"/>
              <a:ext cx="1890703" cy="1455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5" name="Línea"/>
            <p:cNvSpPr/>
            <p:nvPr/>
          </p:nvSpPr>
          <p:spPr>
            <a:xfrm>
              <a:off x="6485741" y="-151257"/>
              <a:ext cx="189071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6" name="Línea"/>
            <p:cNvSpPr/>
            <p:nvPr/>
          </p:nvSpPr>
          <p:spPr>
            <a:xfrm>
              <a:off x="4821923" y="2590260"/>
              <a:ext cx="1569284" cy="1342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7" name="Línea"/>
            <p:cNvSpPr/>
            <p:nvPr/>
          </p:nvSpPr>
          <p:spPr>
            <a:xfrm>
              <a:off x="5029901" y="1134420"/>
              <a:ext cx="18908" cy="25902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8" name="Línea"/>
            <p:cNvSpPr/>
            <p:nvPr/>
          </p:nvSpPr>
          <p:spPr>
            <a:xfrm>
              <a:off x="5332413" y="718466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699" name="Línea"/>
            <p:cNvSpPr/>
            <p:nvPr/>
          </p:nvSpPr>
          <p:spPr>
            <a:xfrm>
              <a:off x="5672739" y="510489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0" name="Línea"/>
            <p:cNvSpPr/>
            <p:nvPr/>
          </p:nvSpPr>
          <p:spPr>
            <a:xfrm>
              <a:off x="6088694" y="207977"/>
              <a:ext cx="75628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1" name="Línea"/>
            <p:cNvSpPr/>
            <p:nvPr/>
          </p:nvSpPr>
          <p:spPr>
            <a:xfrm>
              <a:off x="6580275" y="-529397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2" name="Línea"/>
            <p:cNvSpPr/>
            <p:nvPr/>
          </p:nvSpPr>
          <p:spPr>
            <a:xfrm>
              <a:off x="6410112" y="-548304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3" name="Línea"/>
            <p:cNvSpPr/>
            <p:nvPr/>
          </p:nvSpPr>
          <p:spPr>
            <a:xfrm>
              <a:off x="6901695" y="-826782"/>
              <a:ext cx="565049" cy="3057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4" name="Línea"/>
            <p:cNvSpPr/>
            <p:nvPr/>
          </p:nvSpPr>
          <p:spPr>
            <a:xfrm>
              <a:off x="7099952" y="-605025"/>
              <a:ext cx="236593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5" name="Línea"/>
            <p:cNvSpPr/>
            <p:nvPr/>
          </p:nvSpPr>
          <p:spPr>
            <a:xfrm>
              <a:off x="1584592" y="5958273"/>
              <a:ext cx="334024" cy="3138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709" y="954"/>
                    <a:pt x="11819" y="1908"/>
                    <a:pt x="8355" y="2993"/>
                  </a:cubicBezTo>
                  <a:cubicBezTo>
                    <a:pt x="4891" y="4077"/>
                    <a:pt x="2853" y="5292"/>
                    <a:pt x="1630" y="6484"/>
                  </a:cubicBezTo>
                  <a:cubicBezTo>
                    <a:pt x="408" y="7677"/>
                    <a:pt x="0" y="8848"/>
                    <a:pt x="0" y="10236"/>
                  </a:cubicBezTo>
                  <a:cubicBezTo>
                    <a:pt x="0" y="11624"/>
                    <a:pt x="408" y="13229"/>
                    <a:pt x="1019" y="14465"/>
                  </a:cubicBezTo>
                  <a:cubicBezTo>
                    <a:pt x="1630" y="15701"/>
                    <a:pt x="2445" y="16569"/>
                    <a:pt x="3872" y="17349"/>
                  </a:cubicBezTo>
                  <a:cubicBezTo>
                    <a:pt x="5298" y="18130"/>
                    <a:pt x="7336" y="18824"/>
                    <a:pt x="9985" y="19518"/>
                  </a:cubicBezTo>
                  <a:cubicBezTo>
                    <a:pt x="12634" y="20212"/>
                    <a:pt x="15894" y="20906"/>
                    <a:pt x="19155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6" name="Línea"/>
            <p:cNvSpPr/>
            <p:nvPr/>
          </p:nvSpPr>
          <p:spPr>
            <a:xfrm>
              <a:off x="6078159" y="5863738"/>
              <a:ext cx="632508" cy="33276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3" h="21600" fill="norm" stroke="1" extrusionOk="0">
                  <a:moveTo>
                    <a:pt x="10907" y="0"/>
                  </a:moveTo>
                  <a:cubicBezTo>
                    <a:pt x="12832" y="777"/>
                    <a:pt x="14756" y="1555"/>
                    <a:pt x="16467" y="2495"/>
                  </a:cubicBezTo>
                  <a:cubicBezTo>
                    <a:pt x="18178" y="3436"/>
                    <a:pt x="19675" y="4541"/>
                    <a:pt x="20531" y="5645"/>
                  </a:cubicBezTo>
                  <a:cubicBezTo>
                    <a:pt x="21386" y="6750"/>
                    <a:pt x="21600" y="7855"/>
                    <a:pt x="21386" y="9020"/>
                  </a:cubicBezTo>
                  <a:cubicBezTo>
                    <a:pt x="21172" y="10186"/>
                    <a:pt x="20531" y="11414"/>
                    <a:pt x="19568" y="12539"/>
                  </a:cubicBezTo>
                  <a:cubicBezTo>
                    <a:pt x="18606" y="13664"/>
                    <a:pt x="17323" y="14686"/>
                    <a:pt x="15719" y="15730"/>
                  </a:cubicBezTo>
                  <a:cubicBezTo>
                    <a:pt x="14115" y="16773"/>
                    <a:pt x="12190" y="17836"/>
                    <a:pt x="10265" y="18655"/>
                  </a:cubicBezTo>
                  <a:cubicBezTo>
                    <a:pt x="8341" y="19473"/>
                    <a:pt x="6416" y="20045"/>
                    <a:pt x="4705" y="20495"/>
                  </a:cubicBezTo>
                  <a:cubicBezTo>
                    <a:pt x="2994" y="20945"/>
                    <a:pt x="1497" y="2127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7" name="Línea"/>
            <p:cNvSpPr/>
            <p:nvPr/>
          </p:nvSpPr>
          <p:spPr>
            <a:xfrm>
              <a:off x="2202221" y="5958273"/>
              <a:ext cx="56722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8" name="Línea"/>
            <p:cNvSpPr/>
            <p:nvPr/>
          </p:nvSpPr>
          <p:spPr>
            <a:xfrm>
              <a:off x="2126593" y="6109529"/>
              <a:ext cx="151257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09" name="Línea"/>
            <p:cNvSpPr/>
            <p:nvPr/>
          </p:nvSpPr>
          <p:spPr>
            <a:xfrm>
              <a:off x="2504733" y="5976379"/>
              <a:ext cx="132350" cy="2465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129" fill="norm" stroke="1" extrusionOk="0">
                  <a:moveTo>
                    <a:pt x="0" y="13029"/>
                  </a:moveTo>
                  <a:cubicBezTo>
                    <a:pt x="4114" y="11409"/>
                    <a:pt x="8229" y="9789"/>
                    <a:pt x="11829" y="7089"/>
                  </a:cubicBezTo>
                  <a:cubicBezTo>
                    <a:pt x="15429" y="4389"/>
                    <a:pt x="18514" y="609"/>
                    <a:pt x="20057" y="69"/>
                  </a:cubicBezTo>
                  <a:cubicBezTo>
                    <a:pt x="21600" y="-471"/>
                    <a:pt x="21600" y="2229"/>
                    <a:pt x="21600" y="6279"/>
                  </a:cubicBezTo>
                  <a:cubicBezTo>
                    <a:pt x="21600" y="10329"/>
                    <a:pt x="21600" y="15729"/>
                    <a:pt x="21600" y="21129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0" name="Línea"/>
            <p:cNvSpPr/>
            <p:nvPr/>
          </p:nvSpPr>
          <p:spPr>
            <a:xfrm>
              <a:off x="1994244" y="6809089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1" name="Línea"/>
            <p:cNvSpPr/>
            <p:nvPr/>
          </p:nvSpPr>
          <p:spPr>
            <a:xfrm>
              <a:off x="2290332" y="6657832"/>
              <a:ext cx="218032" cy="3038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57" h="20826" fill="norm" stroke="1" extrusionOk="0">
                  <a:moveTo>
                    <a:pt x="9612" y="1296"/>
                  </a:moveTo>
                  <a:cubicBezTo>
                    <a:pt x="12612" y="1728"/>
                    <a:pt x="15612" y="2160"/>
                    <a:pt x="17712" y="3456"/>
                  </a:cubicBezTo>
                  <a:cubicBezTo>
                    <a:pt x="19812" y="4752"/>
                    <a:pt x="21012" y="6912"/>
                    <a:pt x="20712" y="9936"/>
                  </a:cubicBezTo>
                  <a:cubicBezTo>
                    <a:pt x="20412" y="12960"/>
                    <a:pt x="18612" y="16848"/>
                    <a:pt x="16212" y="19008"/>
                  </a:cubicBezTo>
                  <a:cubicBezTo>
                    <a:pt x="13812" y="21168"/>
                    <a:pt x="10812" y="21600"/>
                    <a:pt x="7812" y="19224"/>
                  </a:cubicBezTo>
                  <a:cubicBezTo>
                    <a:pt x="4812" y="16848"/>
                    <a:pt x="1812" y="11664"/>
                    <a:pt x="612" y="7992"/>
                  </a:cubicBezTo>
                  <a:cubicBezTo>
                    <a:pt x="-588" y="4320"/>
                    <a:pt x="12" y="2160"/>
                    <a:pt x="2112" y="1080"/>
                  </a:cubicBezTo>
                  <a:cubicBezTo>
                    <a:pt x="4212" y="0"/>
                    <a:pt x="7812" y="0"/>
                    <a:pt x="11412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2" name="Línea"/>
            <p:cNvSpPr/>
            <p:nvPr/>
          </p:nvSpPr>
          <p:spPr>
            <a:xfrm>
              <a:off x="2655354" y="6922530"/>
              <a:ext cx="1271" cy="1"/>
            </a:xfrm>
            <a:prstGeom prst="ellipse">
              <a:avLst/>
            </a:pr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3" name="Línea"/>
            <p:cNvSpPr/>
            <p:nvPr/>
          </p:nvSpPr>
          <p:spPr>
            <a:xfrm>
              <a:off x="2750524" y="6654192"/>
              <a:ext cx="234209" cy="3061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4" h="21414" fill="norm" stroke="1" extrusionOk="0">
                  <a:moveTo>
                    <a:pt x="0" y="1577"/>
                  </a:moveTo>
                  <a:cubicBezTo>
                    <a:pt x="2842" y="696"/>
                    <a:pt x="5684" y="-186"/>
                    <a:pt x="8242" y="34"/>
                  </a:cubicBezTo>
                  <a:cubicBezTo>
                    <a:pt x="10800" y="255"/>
                    <a:pt x="13074" y="1577"/>
                    <a:pt x="13074" y="2900"/>
                  </a:cubicBezTo>
                  <a:cubicBezTo>
                    <a:pt x="13074" y="4222"/>
                    <a:pt x="10800" y="5545"/>
                    <a:pt x="10800" y="6867"/>
                  </a:cubicBezTo>
                  <a:cubicBezTo>
                    <a:pt x="10800" y="8190"/>
                    <a:pt x="13074" y="9512"/>
                    <a:pt x="15347" y="10834"/>
                  </a:cubicBezTo>
                  <a:cubicBezTo>
                    <a:pt x="17621" y="12157"/>
                    <a:pt x="19895" y="13479"/>
                    <a:pt x="20747" y="15243"/>
                  </a:cubicBezTo>
                  <a:cubicBezTo>
                    <a:pt x="21600" y="17006"/>
                    <a:pt x="21032" y="19210"/>
                    <a:pt x="18758" y="20312"/>
                  </a:cubicBezTo>
                  <a:cubicBezTo>
                    <a:pt x="16484" y="21414"/>
                    <a:pt x="12505" y="21414"/>
                    <a:pt x="8526" y="21414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4" name="Línea"/>
            <p:cNvSpPr/>
            <p:nvPr/>
          </p:nvSpPr>
          <p:spPr>
            <a:xfrm>
              <a:off x="3450084" y="5977180"/>
              <a:ext cx="1" cy="245792"/>
            </a:xfrm>
            <a:prstGeom prst="ellipse">
              <a:avLst/>
            </a:pr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5" name="Línea"/>
            <p:cNvSpPr/>
            <p:nvPr/>
          </p:nvSpPr>
          <p:spPr>
            <a:xfrm>
              <a:off x="3279921" y="6090622"/>
              <a:ext cx="20797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6" name="Línea"/>
            <p:cNvSpPr/>
            <p:nvPr/>
          </p:nvSpPr>
          <p:spPr>
            <a:xfrm>
              <a:off x="3733689" y="6014994"/>
              <a:ext cx="90597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00" h="21600" fill="norm" stroke="1" extrusionOk="0">
                  <a:moveTo>
                    <a:pt x="0" y="0"/>
                  </a:moveTo>
                  <a:cubicBezTo>
                    <a:pt x="7200" y="3600"/>
                    <a:pt x="14400" y="7200"/>
                    <a:pt x="18000" y="10350"/>
                  </a:cubicBezTo>
                  <a:cubicBezTo>
                    <a:pt x="21600" y="13500"/>
                    <a:pt x="21600" y="16200"/>
                    <a:pt x="18000" y="18000"/>
                  </a:cubicBezTo>
                  <a:cubicBezTo>
                    <a:pt x="14400" y="19800"/>
                    <a:pt x="7200" y="207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7" name="Línea"/>
            <p:cNvSpPr/>
            <p:nvPr/>
          </p:nvSpPr>
          <p:spPr>
            <a:xfrm>
              <a:off x="3790410" y="5977180"/>
              <a:ext cx="20797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8" name="Línea"/>
            <p:cNvSpPr/>
            <p:nvPr/>
          </p:nvSpPr>
          <p:spPr>
            <a:xfrm>
              <a:off x="2485826" y="7640997"/>
              <a:ext cx="5672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19" name="Línea"/>
            <p:cNvSpPr/>
            <p:nvPr/>
          </p:nvSpPr>
          <p:spPr>
            <a:xfrm>
              <a:off x="2542547" y="7924603"/>
              <a:ext cx="37815" cy="94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0" name="Línea"/>
            <p:cNvSpPr/>
            <p:nvPr/>
          </p:nvSpPr>
          <p:spPr>
            <a:xfrm>
              <a:off x="2561454" y="8359464"/>
              <a:ext cx="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1" name="Línea"/>
            <p:cNvSpPr/>
            <p:nvPr/>
          </p:nvSpPr>
          <p:spPr>
            <a:xfrm>
              <a:off x="5038273" y="8813232"/>
              <a:ext cx="18907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2" name="Línea"/>
            <p:cNvSpPr/>
            <p:nvPr/>
          </p:nvSpPr>
          <p:spPr>
            <a:xfrm>
              <a:off x="5510948" y="8513964"/>
              <a:ext cx="232861" cy="3720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02" h="21254" fill="norm" stroke="1" extrusionOk="0">
                  <a:moveTo>
                    <a:pt x="0" y="7375"/>
                  </a:moveTo>
                  <a:cubicBezTo>
                    <a:pt x="5116" y="9535"/>
                    <a:pt x="10232" y="11695"/>
                    <a:pt x="13358" y="13675"/>
                  </a:cubicBezTo>
                  <a:cubicBezTo>
                    <a:pt x="16484" y="15655"/>
                    <a:pt x="17621" y="17455"/>
                    <a:pt x="17053" y="18895"/>
                  </a:cubicBezTo>
                  <a:cubicBezTo>
                    <a:pt x="16484" y="20335"/>
                    <a:pt x="14211" y="21415"/>
                    <a:pt x="11653" y="21235"/>
                  </a:cubicBezTo>
                  <a:cubicBezTo>
                    <a:pt x="9095" y="21055"/>
                    <a:pt x="6253" y="19615"/>
                    <a:pt x="5116" y="17995"/>
                  </a:cubicBezTo>
                  <a:cubicBezTo>
                    <a:pt x="3979" y="16375"/>
                    <a:pt x="4547" y="14575"/>
                    <a:pt x="6253" y="13135"/>
                  </a:cubicBezTo>
                  <a:cubicBezTo>
                    <a:pt x="7958" y="11695"/>
                    <a:pt x="10800" y="10615"/>
                    <a:pt x="13358" y="9535"/>
                  </a:cubicBezTo>
                  <a:cubicBezTo>
                    <a:pt x="15916" y="8455"/>
                    <a:pt x="18189" y="7375"/>
                    <a:pt x="19611" y="5755"/>
                  </a:cubicBezTo>
                  <a:cubicBezTo>
                    <a:pt x="21032" y="4135"/>
                    <a:pt x="21600" y="1975"/>
                    <a:pt x="20179" y="895"/>
                  </a:cubicBezTo>
                  <a:cubicBezTo>
                    <a:pt x="18758" y="-185"/>
                    <a:pt x="15347" y="-185"/>
                    <a:pt x="11653" y="355"/>
                  </a:cubicBezTo>
                  <a:cubicBezTo>
                    <a:pt x="7958" y="895"/>
                    <a:pt x="3979" y="1975"/>
                    <a:pt x="0" y="3055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3" name="Línea"/>
            <p:cNvSpPr/>
            <p:nvPr/>
          </p:nvSpPr>
          <p:spPr>
            <a:xfrm>
              <a:off x="3525712" y="6714553"/>
              <a:ext cx="1" cy="245792"/>
            </a:xfrm>
            <a:prstGeom prst="ellipse">
              <a:avLst/>
            </a:pr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4" name="Línea"/>
            <p:cNvSpPr/>
            <p:nvPr/>
          </p:nvSpPr>
          <p:spPr>
            <a:xfrm>
              <a:off x="3450084" y="6846903"/>
              <a:ext cx="132350" cy="18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5" name="Línea"/>
            <p:cNvSpPr/>
            <p:nvPr/>
          </p:nvSpPr>
          <p:spPr>
            <a:xfrm>
              <a:off x="3714782" y="6638925"/>
              <a:ext cx="94536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6" name="Línea"/>
            <p:cNvSpPr/>
            <p:nvPr/>
          </p:nvSpPr>
          <p:spPr>
            <a:xfrm>
              <a:off x="3866038" y="6601111"/>
              <a:ext cx="56722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800" y="5564"/>
                    <a:pt x="9600" y="11127"/>
                    <a:pt x="13200" y="14727"/>
                  </a:cubicBezTo>
                  <a:cubicBezTo>
                    <a:pt x="16800" y="18327"/>
                    <a:pt x="19200" y="1996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7" name="Línea"/>
            <p:cNvSpPr/>
            <p:nvPr/>
          </p:nvSpPr>
          <p:spPr>
            <a:xfrm>
              <a:off x="3298828" y="7565369"/>
              <a:ext cx="18907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8" name="Línea"/>
            <p:cNvSpPr/>
            <p:nvPr/>
          </p:nvSpPr>
          <p:spPr>
            <a:xfrm>
              <a:off x="3698038" y="7470834"/>
              <a:ext cx="108565" cy="2218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1" h="21116" fill="norm" stroke="1" extrusionOk="0">
                  <a:moveTo>
                    <a:pt x="10388" y="1800"/>
                  </a:moveTo>
                  <a:cubicBezTo>
                    <a:pt x="13988" y="4200"/>
                    <a:pt x="17588" y="6600"/>
                    <a:pt x="19388" y="9300"/>
                  </a:cubicBezTo>
                  <a:cubicBezTo>
                    <a:pt x="21188" y="12000"/>
                    <a:pt x="21188" y="15000"/>
                    <a:pt x="18788" y="17400"/>
                  </a:cubicBezTo>
                  <a:cubicBezTo>
                    <a:pt x="16388" y="19800"/>
                    <a:pt x="11588" y="21600"/>
                    <a:pt x="7988" y="21000"/>
                  </a:cubicBezTo>
                  <a:cubicBezTo>
                    <a:pt x="4388" y="20400"/>
                    <a:pt x="1988" y="17400"/>
                    <a:pt x="788" y="14400"/>
                  </a:cubicBezTo>
                  <a:cubicBezTo>
                    <a:pt x="-412" y="11400"/>
                    <a:pt x="-412" y="8400"/>
                    <a:pt x="1988" y="6000"/>
                  </a:cubicBezTo>
                  <a:cubicBezTo>
                    <a:pt x="4388" y="3600"/>
                    <a:pt x="9188" y="1800"/>
                    <a:pt x="12188" y="900"/>
                  </a:cubicBezTo>
                  <a:cubicBezTo>
                    <a:pt x="15188" y="0"/>
                    <a:pt x="16388" y="0"/>
                    <a:pt x="17588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29" name="Línea"/>
            <p:cNvSpPr/>
            <p:nvPr/>
          </p:nvSpPr>
          <p:spPr>
            <a:xfrm>
              <a:off x="3922759" y="7735532"/>
              <a:ext cx="37815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0" name="Línea"/>
            <p:cNvSpPr/>
            <p:nvPr/>
          </p:nvSpPr>
          <p:spPr>
            <a:xfrm>
              <a:off x="4111830" y="7451927"/>
              <a:ext cx="128848" cy="2806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73" h="20910" fill="norm" stroke="1" extrusionOk="0">
                  <a:moveTo>
                    <a:pt x="0" y="0"/>
                  </a:moveTo>
                  <a:cubicBezTo>
                    <a:pt x="5891" y="3757"/>
                    <a:pt x="11782" y="7513"/>
                    <a:pt x="15709" y="11270"/>
                  </a:cubicBezTo>
                  <a:cubicBezTo>
                    <a:pt x="19636" y="15026"/>
                    <a:pt x="21600" y="18783"/>
                    <a:pt x="18655" y="20191"/>
                  </a:cubicBezTo>
                  <a:cubicBezTo>
                    <a:pt x="15709" y="21600"/>
                    <a:pt x="7855" y="20661"/>
                    <a:pt x="0" y="19722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1" name="Línea"/>
            <p:cNvSpPr/>
            <p:nvPr/>
          </p:nvSpPr>
          <p:spPr>
            <a:xfrm>
              <a:off x="4111830" y="7376299"/>
              <a:ext cx="20797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2" name="Línea"/>
            <p:cNvSpPr/>
            <p:nvPr/>
          </p:nvSpPr>
          <p:spPr>
            <a:xfrm>
              <a:off x="3733689" y="8094765"/>
              <a:ext cx="18908" cy="37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3" name="Línea"/>
            <p:cNvSpPr/>
            <p:nvPr/>
          </p:nvSpPr>
          <p:spPr>
            <a:xfrm>
              <a:off x="3752596" y="8302742"/>
              <a:ext cx="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4" name="Línea"/>
            <p:cNvSpPr/>
            <p:nvPr/>
          </p:nvSpPr>
          <p:spPr>
            <a:xfrm>
              <a:off x="3714782" y="8586347"/>
              <a:ext cx="37815" cy="37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5" name="Línea"/>
            <p:cNvSpPr/>
            <p:nvPr/>
          </p:nvSpPr>
          <p:spPr>
            <a:xfrm>
              <a:off x="4962645" y="6222971"/>
              <a:ext cx="56722" cy="1"/>
            </a:xfrm>
            <a:prstGeom prst="ellipse">
              <a:avLst/>
            </a:pr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6" name="Línea"/>
            <p:cNvSpPr/>
            <p:nvPr/>
          </p:nvSpPr>
          <p:spPr>
            <a:xfrm>
              <a:off x="5208436" y="6166249"/>
              <a:ext cx="170164" cy="378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7" name="Línea"/>
            <p:cNvSpPr/>
            <p:nvPr/>
          </p:nvSpPr>
          <p:spPr>
            <a:xfrm>
              <a:off x="5605484" y="6241878"/>
              <a:ext cx="113443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8" name="Línea"/>
            <p:cNvSpPr/>
            <p:nvPr/>
          </p:nvSpPr>
          <p:spPr>
            <a:xfrm>
              <a:off x="5926903" y="6204064"/>
              <a:ext cx="132350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39" name="Línea"/>
            <p:cNvSpPr/>
            <p:nvPr/>
          </p:nvSpPr>
          <p:spPr>
            <a:xfrm>
              <a:off x="4564963" y="7924603"/>
              <a:ext cx="1271" cy="1"/>
            </a:xfrm>
            <a:prstGeom prst="ellipse">
              <a:avLst/>
            </a:pr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40" name="Línea"/>
            <p:cNvSpPr/>
            <p:nvPr/>
          </p:nvSpPr>
          <p:spPr>
            <a:xfrm>
              <a:off x="4716854" y="8094765"/>
              <a:ext cx="3781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41" name="Línea"/>
            <p:cNvSpPr/>
            <p:nvPr/>
          </p:nvSpPr>
          <p:spPr>
            <a:xfrm>
              <a:off x="4981552" y="8264928"/>
              <a:ext cx="56722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743" name="Token ID"/>
          <p:cNvSpPr txBox="1"/>
          <p:nvPr/>
        </p:nvSpPr>
        <p:spPr>
          <a:xfrm>
            <a:off x="5459066" y="1676516"/>
            <a:ext cx="2041018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Token ID</a:t>
            </a:r>
          </a:p>
        </p:txBody>
      </p:sp>
      <p:sp>
        <p:nvSpPr>
          <p:cNvPr id="744" name="Vector embedding"/>
          <p:cNvSpPr txBox="1"/>
          <p:nvPr/>
        </p:nvSpPr>
        <p:spPr>
          <a:xfrm>
            <a:off x="8242789" y="1041921"/>
            <a:ext cx="4169817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Vector embedding</a:t>
            </a:r>
          </a:p>
        </p:txBody>
      </p:sp>
      <p:sp>
        <p:nvSpPr>
          <p:cNvPr id="761" name="Línea de conexión"/>
          <p:cNvSpPr/>
          <p:nvPr/>
        </p:nvSpPr>
        <p:spPr>
          <a:xfrm>
            <a:off x="7669207" y="2075052"/>
            <a:ext cx="277436" cy="970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81" h="21600" fill="norm" stroke="1" extrusionOk="0">
                <a:moveTo>
                  <a:pt x="0" y="0"/>
                </a:moveTo>
                <a:cubicBezTo>
                  <a:pt x="19547" y="6141"/>
                  <a:pt x="21600" y="13341"/>
                  <a:pt x="6159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762" name="Línea de conexión"/>
          <p:cNvSpPr/>
          <p:nvPr/>
        </p:nvSpPr>
        <p:spPr>
          <a:xfrm>
            <a:off x="10509239" y="1713868"/>
            <a:ext cx="336782" cy="1063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429" h="21600" fill="norm" stroke="1" extrusionOk="0">
                <a:moveTo>
                  <a:pt x="6836" y="0"/>
                </a:moveTo>
                <a:cubicBezTo>
                  <a:pt x="21600" y="8163"/>
                  <a:pt x="19321" y="15363"/>
                  <a:pt x="0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747" name="Token ID"/>
          <p:cNvSpPr txBox="1"/>
          <p:nvPr/>
        </p:nvSpPr>
        <p:spPr>
          <a:xfrm>
            <a:off x="1998646" y="12336527"/>
            <a:ext cx="618685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C45FF7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Token ID </a:t>
            </a:r>
          </a:p>
        </p:txBody>
      </p:sp>
      <p:sp>
        <p:nvSpPr>
          <p:cNvPr id="748" name="Vector"/>
          <p:cNvSpPr txBox="1"/>
          <p:nvPr/>
        </p:nvSpPr>
        <p:spPr>
          <a:xfrm>
            <a:off x="5605446" y="12323827"/>
            <a:ext cx="618685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C45FF7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Vector</a:t>
            </a:r>
          </a:p>
        </p:txBody>
      </p:sp>
      <p:sp>
        <p:nvSpPr>
          <p:cNvPr id="749" name="Línea"/>
          <p:cNvSpPr/>
          <p:nvPr/>
        </p:nvSpPr>
        <p:spPr>
          <a:xfrm>
            <a:off x="4835479" y="7994491"/>
            <a:ext cx="3989528" cy="1"/>
          </a:xfrm>
          <a:prstGeom prst="line">
            <a:avLst/>
          </a:prstGeom>
          <a:ln w="25400">
            <a:solidFill>
              <a:srgbClr val="C45FF7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0" name="Línea"/>
          <p:cNvSpPr/>
          <p:nvPr/>
        </p:nvSpPr>
        <p:spPr>
          <a:xfrm>
            <a:off x="6608760" y="12801600"/>
            <a:ext cx="843954" cy="0"/>
          </a:xfrm>
          <a:prstGeom prst="line">
            <a:avLst/>
          </a:prstGeom>
          <a:ln w="25400">
            <a:solidFill>
              <a:srgbClr val="C45FF7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1" name="Rectángulo"/>
          <p:cNvSpPr/>
          <p:nvPr/>
        </p:nvSpPr>
        <p:spPr>
          <a:xfrm>
            <a:off x="5844574" y="8483600"/>
            <a:ext cx="1270001" cy="3646859"/>
          </a:xfrm>
          <a:prstGeom prst="rect">
            <a:avLst/>
          </a:prstGeom>
          <a:ln w="50800">
            <a:solidFill>
              <a:srgbClr val="F7D255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2" name="12.288 numbers (Parameters)"/>
          <p:cNvSpPr txBox="1"/>
          <p:nvPr/>
        </p:nvSpPr>
        <p:spPr>
          <a:xfrm>
            <a:off x="559774" y="9649169"/>
            <a:ext cx="2817384" cy="1595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i="1" sz="3100">
                <a:solidFill>
                  <a:srgbClr val="C45FF7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12.288 numbers (Parameters)</a:t>
            </a:r>
          </a:p>
        </p:txBody>
      </p:sp>
      <p:sp>
        <p:nvSpPr>
          <p:cNvPr id="753" name="Línea"/>
          <p:cNvSpPr/>
          <p:nvPr/>
        </p:nvSpPr>
        <p:spPr>
          <a:xfrm flipH="1">
            <a:off x="3408360" y="8915400"/>
            <a:ext cx="1" cy="3234885"/>
          </a:xfrm>
          <a:prstGeom prst="line">
            <a:avLst/>
          </a:prstGeom>
          <a:ln w="25400">
            <a:solidFill>
              <a:srgbClr val="C45FF7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4" name="50k (all tokens)"/>
          <p:cNvSpPr txBox="1"/>
          <p:nvPr/>
        </p:nvSpPr>
        <p:spPr>
          <a:xfrm>
            <a:off x="5421551" y="7239771"/>
            <a:ext cx="281738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i="1" sz="3100">
                <a:solidFill>
                  <a:srgbClr val="C45FF7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50k (all tokens)</a:t>
            </a:r>
          </a:p>
        </p:txBody>
      </p:sp>
      <p:sp>
        <p:nvSpPr>
          <p:cNvPr id="763" name="Línea de conexión"/>
          <p:cNvSpPr/>
          <p:nvPr/>
        </p:nvSpPr>
        <p:spPr>
          <a:xfrm>
            <a:off x="7362310" y="5185657"/>
            <a:ext cx="2935643" cy="3456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677" h="21600" fill="norm" stroke="1" extrusionOk="0">
                <a:moveTo>
                  <a:pt x="17299" y="0"/>
                </a:moveTo>
                <a:cubicBezTo>
                  <a:pt x="21600" y="13750"/>
                  <a:pt x="15834" y="20950"/>
                  <a:pt x="0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756" name="WHAT THE MACHINE SEES (and changes with learning):"/>
          <p:cNvSpPr txBox="1"/>
          <p:nvPr/>
        </p:nvSpPr>
        <p:spPr>
          <a:xfrm>
            <a:off x="12689150" y="3993914"/>
            <a:ext cx="9364016" cy="156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rPr>
                <a:latin typeface="Arial Rounded MT Bold"/>
                <a:ea typeface="Arial Rounded MT Bold"/>
                <a:cs typeface="Arial Rounded MT Bold"/>
                <a:sym typeface="Arial Rounded MT Bold"/>
              </a:rPr>
              <a:t>WHAT THE MACHINE SEES</a:t>
            </a:r>
            <a:br>
              <a:rPr>
                <a:latin typeface="Arial Rounded MT Bold"/>
                <a:ea typeface="Arial Rounded MT Bold"/>
                <a:cs typeface="Arial Rounded MT Bold"/>
                <a:sym typeface="Arial Rounded MT Bold"/>
              </a:rPr>
            </a:br>
            <a:r>
              <a:rPr i="1">
                <a:latin typeface="Avenir Next Regular"/>
                <a:ea typeface="Avenir Next Regular"/>
                <a:cs typeface="Avenir Next Regular"/>
                <a:sym typeface="Avenir Next Regular"/>
              </a:rPr>
              <a:t>(and changes with learning):</a:t>
            </a:r>
          </a:p>
        </p:txBody>
      </p:sp>
      <p:sp>
        <p:nvSpPr>
          <p:cNvPr id="757" name="Línea"/>
          <p:cNvSpPr/>
          <p:nvPr/>
        </p:nvSpPr>
        <p:spPr>
          <a:xfrm flipH="1">
            <a:off x="10301123" y="4895916"/>
            <a:ext cx="1937017" cy="4509225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8" name="Flecha"/>
          <p:cNvSpPr/>
          <p:nvPr/>
        </p:nvSpPr>
        <p:spPr>
          <a:xfrm>
            <a:off x="5732302" y="5274349"/>
            <a:ext cx="1029670" cy="671933"/>
          </a:xfrm>
          <a:prstGeom prst="rightArrow">
            <a:avLst>
              <a:gd name="adj1" fmla="val 32000"/>
              <a:gd name="adj2" fmla="val 72509"/>
            </a:avLst>
          </a:prstGeom>
          <a:solidFill>
            <a:srgbClr val="C45FF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C45FF6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9" name="Numbers arranged in matrices…"/>
          <p:cNvSpPr txBox="1"/>
          <p:nvPr/>
        </p:nvSpPr>
        <p:spPr>
          <a:xfrm>
            <a:off x="13040873" y="5881033"/>
            <a:ext cx="9364017" cy="377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09600" indent="-609600">
              <a:buSzPct val="123000"/>
              <a:buChar char="-"/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Numbers arranged in </a:t>
            </a:r>
            <a:r>
              <a:rPr b="1">
                <a:solidFill>
                  <a:srgbClr val="FF51F4"/>
                </a:solidFill>
                <a:latin typeface="Avenir Next Regular"/>
                <a:ea typeface="Avenir Next Regular"/>
                <a:cs typeface="Avenir Next Regular"/>
                <a:sym typeface="Avenir Next Regular"/>
              </a:rPr>
              <a:t>matrices</a:t>
            </a:r>
          </a:p>
          <a:p>
            <a:pPr marL="609600" indent="-609600">
              <a:buSzPct val="123000"/>
              <a:buChar char="-"/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Each column is a </a:t>
            </a:r>
            <a:r>
              <a:rPr b="1" i="1">
                <a:latin typeface="Avenir Next Regular"/>
                <a:ea typeface="Avenir Next Regular"/>
                <a:cs typeface="Avenir Next Regular"/>
                <a:sym typeface="Avenir Next Regular"/>
              </a:rPr>
              <a:t>vector</a:t>
            </a:r>
            <a:r>
              <a:rPr i="1">
                <a:latin typeface="Avenir Next Regular"/>
                <a:ea typeface="Avenir Next Regular"/>
                <a:cs typeface="Avenir Next Regular"/>
                <a:sym typeface="Avenir Next Regular"/>
              </a:rPr>
              <a:t> </a:t>
            </a:r>
            <a:r>
              <a:t>(numbers that indicate where to place the point in the grid)</a:t>
            </a:r>
          </a:p>
        </p:txBody>
      </p:sp>
      <p:sp>
        <p:nvSpPr>
          <p:cNvPr id="760" name="Línea"/>
          <p:cNvSpPr/>
          <p:nvPr/>
        </p:nvSpPr>
        <p:spPr>
          <a:xfrm flipH="1" flipV="1">
            <a:off x="10929265" y="4238833"/>
            <a:ext cx="1314568" cy="660867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Dibujo"/>
          <p:cNvGrpSpPr/>
          <p:nvPr/>
        </p:nvGrpSpPr>
        <p:grpSpPr>
          <a:xfrm>
            <a:off x="1115513" y="834768"/>
            <a:ext cx="21554000" cy="9434602"/>
            <a:chOff x="-2438369" y="-1474747"/>
            <a:chExt cx="21553998" cy="9434600"/>
          </a:xfrm>
        </p:grpSpPr>
        <p:sp>
          <p:nvSpPr>
            <p:cNvPr id="765" name="Línea"/>
            <p:cNvSpPr/>
            <p:nvPr/>
          </p:nvSpPr>
          <p:spPr>
            <a:xfrm>
              <a:off x="-2438370" y="567210"/>
              <a:ext cx="2287750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66" name="Línea"/>
            <p:cNvSpPr/>
            <p:nvPr/>
          </p:nvSpPr>
          <p:spPr>
            <a:xfrm>
              <a:off x="-2432068" y="2023050"/>
              <a:ext cx="12606" cy="60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67" name="Línea"/>
            <p:cNvSpPr/>
            <p:nvPr/>
          </p:nvSpPr>
          <p:spPr>
            <a:xfrm>
              <a:off x="-150621" y="586117"/>
              <a:ext cx="18907" cy="661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68" name="Línea"/>
            <p:cNvSpPr/>
            <p:nvPr/>
          </p:nvSpPr>
          <p:spPr>
            <a:xfrm>
              <a:off x="-2343836" y="1247863"/>
              <a:ext cx="2117587" cy="1361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69" name="Línea"/>
            <p:cNvSpPr/>
            <p:nvPr/>
          </p:nvSpPr>
          <p:spPr>
            <a:xfrm>
              <a:off x="-2022416" y="1701631"/>
              <a:ext cx="18908" cy="699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0" name="Línea"/>
            <p:cNvSpPr/>
            <p:nvPr/>
          </p:nvSpPr>
          <p:spPr>
            <a:xfrm>
              <a:off x="-1681009" y="1474747"/>
              <a:ext cx="36734" cy="66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1" name="Línea"/>
            <p:cNvSpPr/>
            <p:nvPr/>
          </p:nvSpPr>
          <p:spPr>
            <a:xfrm>
              <a:off x="-1303949" y="1285677"/>
              <a:ext cx="12605" cy="64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2" name="Línea"/>
            <p:cNvSpPr/>
            <p:nvPr/>
          </p:nvSpPr>
          <p:spPr>
            <a:xfrm>
              <a:off x="-906902" y="1058792"/>
              <a:ext cx="37815" cy="58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3" name="Línea"/>
            <p:cNvSpPr/>
            <p:nvPr/>
          </p:nvSpPr>
          <p:spPr>
            <a:xfrm>
              <a:off x="-547669" y="794094"/>
              <a:ext cx="37815" cy="548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4" name="Línea"/>
            <p:cNvSpPr/>
            <p:nvPr/>
          </p:nvSpPr>
          <p:spPr>
            <a:xfrm>
              <a:off x="-37180" y="245791"/>
              <a:ext cx="340328" cy="20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5" name="Línea"/>
            <p:cNvSpPr/>
            <p:nvPr/>
          </p:nvSpPr>
          <p:spPr>
            <a:xfrm>
              <a:off x="-56087" y="1039885"/>
              <a:ext cx="264700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6" name="Línea"/>
            <p:cNvSpPr/>
            <p:nvPr/>
          </p:nvSpPr>
          <p:spPr>
            <a:xfrm>
              <a:off x="378775" y="283605"/>
              <a:ext cx="18908" cy="567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7" name="Línea"/>
            <p:cNvSpPr/>
            <p:nvPr/>
          </p:nvSpPr>
          <p:spPr>
            <a:xfrm>
              <a:off x="10876" y="352931"/>
              <a:ext cx="365990" cy="631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8" name="Línea"/>
            <p:cNvSpPr/>
            <p:nvPr/>
          </p:nvSpPr>
          <p:spPr>
            <a:xfrm>
              <a:off x="634" y="726850"/>
              <a:ext cx="94537" cy="180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79" name="Línea"/>
            <p:cNvSpPr/>
            <p:nvPr/>
          </p:nvSpPr>
          <p:spPr>
            <a:xfrm>
              <a:off x="189705" y="1455840"/>
              <a:ext cx="74841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0" name="Línea"/>
            <p:cNvSpPr/>
            <p:nvPr/>
          </p:nvSpPr>
          <p:spPr>
            <a:xfrm>
              <a:off x="340961" y="-113443"/>
              <a:ext cx="1890702" cy="1455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1" name="Línea"/>
            <p:cNvSpPr/>
            <p:nvPr/>
          </p:nvSpPr>
          <p:spPr>
            <a:xfrm>
              <a:off x="2137128" y="-75629"/>
              <a:ext cx="189070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2" name="Línea"/>
            <p:cNvSpPr/>
            <p:nvPr/>
          </p:nvSpPr>
          <p:spPr>
            <a:xfrm>
              <a:off x="473310" y="2665889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3" name="Línea"/>
            <p:cNvSpPr/>
            <p:nvPr/>
          </p:nvSpPr>
          <p:spPr>
            <a:xfrm>
              <a:off x="681287" y="1210049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4" name="Línea"/>
            <p:cNvSpPr/>
            <p:nvPr/>
          </p:nvSpPr>
          <p:spPr>
            <a:xfrm>
              <a:off x="983800" y="794094"/>
              <a:ext cx="75628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5" name="Línea"/>
            <p:cNvSpPr/>
            <p:nvPr/>
          </p:nvSpPr>
          <p:spPr>
            <a:xfrm>
              <a:off x="1324126" y="586117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6" name="Línea"/>
            <p:cNvSpPr/>
            <p:nvPr/>
          </p:nvSpPr>
          <p:spPr>
            <a:xfrm>
              <a:off x="1740080" y="283605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7" name="Línea"/>
            <p:cNvSpPr/>
            <p:nvPr/>
          </p:nvSpPr>
          <p:spPr>
            <a:xfrm>
              <a:off x="2231662" y="-453769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8" name="Línea"/>
            <p:cNvSpPr/>
            <p:nvPr/>
          </p:nvSpPr>
          <p:spPr>
            <a:xfrm>
              <a:off x="2061499" y="-472676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89" name="Línea"/>
            <p:cNvSpPr/>
            <p:nvPr/>
          </p:nvSpPr>
          <p:spPr>
            <a:xfrm>
              <a:off x="2553081" y="-751154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0" name="Línea"/>
            <p:cNvSpPr/>
            <p:nvPr/>
          </p:nvSpPr>
          <p:spPr>
            <a:xfrm>
              <a:off x="2751339" y="-529397"/>
              <a:ext cx="236592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1" name="Línea"/>
            <p:cNvSpPr/>
            <p:nvPr/>
          </p:nvSpPr>
          <p:spPr>
            <a:xfrm>
              <a:off x="3682153" y="2187864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2" name="Línea"/>
            <p:cNvSpPr/>
            <p:nvPr/>
          </p:nvSpPr>
          <p:spPr>
            <a:xfrm>
              <a:off x="3833410" y="618582"/>
              <a:ext cx="1890702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3" name="Línea"/>
            <p:cNvSpPr/>
            <p:nvPr/>
          </p:nvSpPr>
          <p:spPr>
            <a:xfrm>
              <a:off x="5629576" y="656396"/>
              <a:ext cx="189071" cy="2798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4" name="Línea"/>
            <p:cNvSpPr/>
            <p:nvPr/>
          </p:nvSpPr>
          <p:spPr>
            <a:xfrm>
              <a:off x="3965759" y="3397913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5" name="Línea"/>
            <p:cNvSpPr/>
            <p:nvPr/>
          </p:nvSpPr>
          <p:spPr>
            <a:xfrm>
              <a:off x="4173736" y="1942073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6" name="Línea"/>
            <p:cNvSpPr/>
            <p:nvPr/>
          </p:nvSpPr>
          <p:spPr>
            <a:xfrm>
              <a:off x="4476248" y="1526119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7" name="Línea"/>
            <p:cNvSpPr/>
            <p:nvPr/>
          </p:nvSpPr>
          <p:spPr>
            <a:xfrm>
              <a:off x="4816574" y="1318142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8" name="Línea"/>
            <p:cNvSpPr/>
            <p:nvPr/>
          </p:nvSpPr>
          <p:spPr>
            <a:xfrm>
              <a:off x="5232529" y="1015629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799" name="Línea"/>
            <p:cNvSpPr/>
            <p:nvPr/>
          </p:nvSpPr>
          <p:spPr>
            <a:xfrm>
              <a:off x="5724111" y="278256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0" name="Línea"/>
            <p:cNvSpPr/>
            <p:nvPr/>
          </p:nvSpPr>
          <p:spPr>
            <a:xfrm>
              <a:off x="5553948" y="259349"/>
              <a:ext cx="661746" cy="3252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1" name="Línea"/>
            <p:cNvSpPr/>
            <p:nvPr/>
          </p:nvSpPr>
          <p:spPr>
            <a:xfrm>
              <a:off x="6045530" y="-19130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2" name="Línea"/>
            <p:cNvSpPr/>
            <p:nvPr/>
          </p:nvSpPr>
          <p:spPr>
            <a:xfrm>
              <a:off x="6243788" y="202628"/>
              <a:ext cx="236592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3" name="Línea"/>
            <p:cNvSpPr/>
            <p:nvPr/>
          </p:nvSpPr>
          <p:spPr>
            <a:xfrm>
              <a:off x="4266343" y="-238701"/>
              <a:ext cx="1822352" cy="1562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502" fill="norm" stroke="1" extrusionOk="0">
                  <a:moveTo>
                    <a:pt x="86" y="21502"/>
                  </a:moveTo>
                  <a:cubicBezTo>
                    <a:pt x="11" y="19680"/>
                    <a:pt x="-63" y="17859"/>
                    <a:pt x="86" y="16080"/>
                  </a:cubicBezTo>
                  <a:cubicBezTo>
                    <a:pt x="235" y="14302"/>
                    <a:pt x="607" y="12567"/>
                    <a:pt x="1240" y="11006"/>
                  </a:cubicBezTo>
                  <a:cubicBezTo>
                    <a:pt x="1874" y="9444"/>
                    <a:pt x="2767" y="8056"/>
                    <a:pt x="3885" y="6755"/>
                  </a:cubicBezTo>
                  <a:cubicBezTo>
                    <a:pt x="5002" y="5454"/>
                    <a:pt x="6343" y="4239"/>
                    <a:pt x="8056" y="3112"/>
                  </a:cubicBezTo>
                  <a:cubicBezTo>
                    <a:pt x="9769" y="1984"/>
                    <a:pt x="11854" y="943"/>
                    <a:pt x="13679" y="422"/>
                  </a:cubicBezTo>
                  <a:cubicBezTo>
                    <a:pt x="15504" y="-98"/>
                    <a:pt x="17068" y="-98"/>
                    <a:pt x="18334" y="206"/>
                  </a:cubicBezTo>
                  <a:cubicBezTo>
                    <a:pt x="19600" y="509"/>
                    <a:pt x="20569" y="1116"/>
                    <a:pt x="21537" y="1724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4" name="Línea"/>
            <p:cNvSpPr/>
            <p:nvPr/>
          </p:nvSpPr>
          <p:spPr>
            <a:xfrm>
              <a:off x="5861809" y="-359234"/>
              <a:ext cx="301356" cy="3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466" fill="norm" stroke="1" extrusionOk="0">
                  <a:moveTo>
                    <a:pt x="9257" y="0"/>
                  </a:moveTo>
                  <a:cubicBezTo>
                    <a:pt x="11461" y="3295"/>
                    <a:pt x="13665" y="6590"/>
                    <a:pt x="15429" y="8969"/>
                  </a:cubicBezTo>
                  <a:cubicBezTo>
                    <a:pt x="17192" y="11349"/>
                    <a:pt x="18514" y="12814"/>
                    <a:pt x="19616" y="14461"/>
                  </a:cubicBezTo>
                  <a:cubicBezTo>
                    <a:pt x="20718" y="16108"/>
                    <a:pt x="21600" y="17939"/>
                    <a:pt x="20718" y="19220"/>
                  </a:cubicBezTo>
                  <a:cubicBezTo>
                    <a:pt x="19837" y="20502"/>
                    <a:pt x="17192" y="21234"/>
                    <a:pt x="13445" y="21417"/>
                  </a:cubicBezTo>
                  <a:cubicBezTo>
                    <a:pt x="9698" y="21600"/>
                    <a:pt x="4849" y="21234"/>
                    <a:pt x="0" y="20868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5" name="Línea"/>
            <p:cNvSpPr/>
            <p:nvPr/>
          </p:nvSpPr>
          <p:spPr>
            <a:xfrm>
              <a:off x="5010994" y="245791"/>
              <a:ext cx="794096" cy="5861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71" y="19277"/>
                    <a:pt x="343" y="16955"/>
                    <a:pt x="943" y="14748"/>
                  </a:cubicBezTo>
                  <a:cubicBezTo>
                    <a:pt x="1543" y="12542"/>
                    <a:pt x="2571" y="10452"/>
                    <a:pt x="4371" y="8361"/>
                  </a:cubicBezTo>
                  <a:cubicBezTo>
                    <a:pt x="6171" y="6271"/>
                    <a:pt x="8743" y="4181"/>
                    <a:pt x="11743" y="2787"/>
                  </a:cubicBezTo>
                  <a:cubicBezTo>
                    <a:pt x="14743" y="1394"/>
                    <a:pt x="18171" y="69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6" name="Línea"/>
            <p:cNvSpPr/>
            <p:nvPr/>
          </p:nvSpPr>
          <p:spPr>
            <a:xfrm>
              <a:off x="5672739" y="162191"/>
              <a:ext cx="195629" cy="1970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2" h="21104" fill="norm" stroke="1" extrusionOk="0">
                  <a:moveTo>
                    <a:pt x="0" y="854"/>
                  </a:moveTo>
                  <a:cubicBezTo>
                    <a:pt x="3375" y="179"/>
                    <a:pt x="6750" y="-496"/>
                    <a:pt x="10125" y="516"/>
                  </a:cubicBezTo>
                  <a:cubicBezTo>
                    <a:pt x="13500" y="1529"/>
                    <a:pt x="16875" y="4229"/>
                    <a:pt x="18900" y="7267"/>
                  </a:cubicBezTo>
                  <a:cubicBezTo>
                    <a:pt x="20925" y="10304"/>
                    <a:pt x="21600" y="13679"/>
                    <a:pt x="20250" y="16041"/>
                  </a:cubicBezTo>
                  <a:cubicBezTo>
                    <a:pt x="18900" y="18404"/>
                    <a:pt x="15525" y="19754"/>
                    <a:pt x="12150" y="21104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7" name="Línea"/>
            <p:cNvSpPr/>
            <p:nvPr/>
          </p:nvSpPr>
          <p:spPr>
            <a:xfrm>
              <a:off x="4219711" y="1852887"/>
              <a:ext cx="250475" cy="2287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8" h="21600" fill="norm" stroke="1" extrusionOk="0">
                  <a:moveTo>
                    <a:pt x="13989" y="0"/>
                  </a:moveTo>
                  <a:cubicBezTo>
                    <a:pt x="11355" y="0"/>
                    <a:pt x="8721" y="0"/>
                    <a:pt x="8194" y="149"/>
                  </a:cubicBezTo>
                  <a:cubicBezTo>
                    <a:pt x="7667" y="298"/>
                    <a:pt x="9248" y="595"/>
                    <a:pt x="10828" y="863"/>
                  </a:cubicBezTo>
                  <a:cubicBezTo>
                    <a:pt x="12409" y="1131"/>
                    <a:pt x="13989" y="1369"/>
                    <a:pt x="15306" y="1636"/>
                  </a:cubicBezTo>
                  <a:cubicBezTo>
                    <a:pt x="16624" y="1904"/>
                    <a:pt x="17677" y="2202"/>
                    <a:pt x="16887" y="2291"/>
                  </a:cubicBezTo>
                  <a:cubicBezTo>
                    <a:pt x="16097" y="2380"/>
                    <a:pt x="13463" y="2261"/>
                    <a:pt x="11092" y="2083"/>
                  </a:cubicBezTo>
                  <a:cubicBezTo>
                    <a:pt x="8721" y="1904"/>
                    <a:pt x="6614" y="1666"/>
                    <a:pt x="6614" y="1696"/>
                  </a:cubicBezTo>
                  <a:cubicBezTo>
                    <a:pt x="6614" y="1726"/>
                    <a:pt x="8721" y="2023"/>
                    <a:pt x="10565" y="2321"/>
                  </a:cubicBezTo>
                  <a:cubicBezTo>
                    <a:pt x="12409" y="2618"/>
                    <a:pt x="13989" y="2916"/>
                    <a:pt x="15570" y="3183"/>
                  </a:cubicBezTo>
                  <a:cubicBezTo>
                    <a:pt x="17150" y="3451"/>
                    <a:pt x="18731" y="3689"/>
                    <a:pt x="18204" y="3838"/>
                  </a:cubicBezTo>
                  <a:cubicBezTo>
                    <a:pt x="17677" y="3987"/>
                    <a:pt x="15043" y="4046"/>
                    <a:pt x="12409" y="3927"/>
                  </a:cubicBezTo>
                  <a:cubicBezTo>
                    <a:pt x="9775" y="3808"/>
                    <a:pt x="7141" y="3511"/>
                    <a:pt x="4770" y="3243"/>
                  </a:cubicBezTo>
                  <a:cubicBezTo>
                    <a:pt x="2399" y="2975"/>
                    <a:pt x="292" y="2737"/>
                    <a:pt x="28" y="2737"/>
                  </a:cubicBezTo>
                  <a:cubicBezTo>
                    <a:pt x="-235" y="2737"/>
                    <a:pt x="1345" y="2975"/>
                    <a:pt x="4506" y="3540"/>
                  </a:cubicBezTo>
                  <a:cubicBezTo>
                    <a:pt x="7667" y="4106"/>
                    <a:pt x="12409" y="4998"/>
                    <a:pt x="15306" y="5593"/>
                  </a:cubicBezTo>
                  <a:cubicBezTo>
                    <a:pt x="18204" y="6188"/>
                    <a:pt x="19258" y="6486"/>
                    <a:pt x="18467" y="6575"/>
                  </a:cubicBezTo>
                  <a:cubicBezTo>
                    <a:pt x="17677" y="6664"/>
                    <a:pt x="15043" y="6545"/>
                    <a:pt x="12145" y="6278"/>
                  </a:cubicBezTo>
                  <a:cubicBezTo>
                    <a:pt x="9248" y="6010"/>
                    <a:pt x="6087" y="5593"/>
                    <a:pt x="5033" y="5534"/>
                  </a:cubicBezTo>
                  <a:cubicBezTo>
                    <a:pt x="3980" y="5474"/>
                    <a:pt x="5033" y="5772"/>
                    <a:pt x="6614" y="6218"/>
                  </a:cubicBezTo>
                  <a:cubicBezTo>
                    <a:pt x="8194" y="6664"/>
                    <a:pt x="10302" y="7260"/>
                    <a:pt x="11619" y="7706"/>
                  </a:cubicBezTo>
                  <a:cubicBezTo>
                    <a:pt x="12936" y="8152"/>
                    <a:pt x="13463" y="8450"/>
                    <a:pt x="12145" y="8420"/>
                  </a:cubicBezTo>
                  <a:cubicBezTo>
                    <a:pt x="10828" y="8390"/>
                    <a:pt x="7667" y="8033"/>
                    <a:pt x="6614" y="8003"/>
                  </a:cubicBezTo>
                  <a:cubicBezTo>
                    <a:pt x="5560" y="7974"/>
                    <a:pt x="6614" y="8271"/>
                    <a:pt x="8458" y="8717"/>
                  </a:cubicBezTo>
                  <a:cubicBezTo>
                    <a:pt x="10302" y="9164"/>
                    <a:pt x="12936" y="9759"/>
                    <a:pt x="14780" y="10205"/>
                  </a:cubicBezTo>
                  <a:cubicBezTo>
                    <a:pt x="16624" y="10651"/>
                    <a:pt x="17677" y="10949"/>
                    <a:pt x="16887" y="11038"/>
                  </a:cubicBezTo>
                  <a:cubicBezTo>
                    <a:pt x="16097" y="11127"/>
                    <a:pt x="13463" y="11008"/>
                    <a:pt x="12936" y="11127"/>
                  </a:cubicBezTo>
                  <a:cubicBezTo>
                    <a:pt x="12409" y="11246"/>
                    <a:pt x="13989" y="11603"/>
                    <a:pt x="15570" y="12079"/>
                  </a:cubicBezTo>
                  <a:cubicBezTo>
                    <a:pt x="17150" y="12555"/>
                    <a:pt x="18731" y="13150"/>
                    <a:pt x="19785" y="13597"/>
                  </a:cubicBezTo>
                  <a:cubicBezTo>
                    <a:pt x="20838" y="14043"/>
                    <a:pt x="21365" y="14340"/>
                    <a:pt x="20048" y="14281"/>
                  </a:cubicBezTo>
                  <a:cubicBezTo>
                    <a:pt x="18731" y="14221"/>
                    <a:pt x="15570" y="13805"/>
                    <a:pt x="13199" y="13478"/>
                  </a:cubicBezTo>
                  <a:cubicBezTo>
                    <a:pt x="10828" y="13150"/>
                    <a:pt x="9248" y="12912"/>
                    <a:pt x="9248" y="12942"/>
                  </a:cubicBezTo>
                  <a:cubicBezTo>
                    <a:pt x="9248" y="12972"/>
                    <a:pt x="10828" y="13269"/>
                    <a:pt x="12936" y="13745"/>
                  </a:cubicBezTo>
                  <a:cubicBezTo>
                    <a:pt x="15043" y="14221"/>
                    <a:pt x="17677" y="14876"/>
                    <a:pt x="19258" y="15352"/>
                  </a:cubicBezTo>
                  <a:cubicBezTo>
                    <a:pt x="20838" y="15828"/>
                    <a:pt x="21365" y="16126"/>
                    <a:pt x="20575" y="16185"/>
                  </a:cubicBezTo>
                  <a:cubicBezTo>
                    <a:pt x="19785" y="16245"/>
                    <a:pt x="17677" y="16066"/>
                    <a:pt x="15306" y="15798"/>
                  </a:cubicBezTo>
                  <a:cubicBezTo>
                    <a:pt x="12936" y="15531"/>
                    <a:pt x="10302" y="15174"/>
                    <a:pt x="8194" y="14876"/>
                  </a:cubicBezTo>
                  <a:cubicBezTo>
                    <a:pt x="6087" y="14579"/>
                    <a:pt x="4506" y="14340"/>
                    <a:pt x="3980" y="14400"/>
                  </a:cubicBezTo>
                  <a:cubicBezTo>
                    <a:pt x="3453" y="14460"/>
                    <a:pt x="3980" y="14817"/>
                    <a:pt x="5560" y="15322"/>
                  </a:cubicBezTo>
                  <a:cubicBezTo>
                    <a:pt x="7141" y="15828"/>
                    <a:pt x="9775" y="16483"/>
                    <a:pt x="11882" y="17078"/>
                  </a:cubicBezTo>
                  <a:cubicBezTo>
                    <a:pt x="13989" y="17673"/>
                    <a:pt x="15570" y="18208"/>
                    <a:pt x="15306" y="18357"/>
                  </a:cubicBezTo>
                  <a:cubicBezTo>
                    <a:pt x="15043" y="18506"/>
                    <a:pt x="12936" y="18268"/>
                    <a:pt x="11092" y="18000"/>
                  </a:cubicBezTo>
                  <a:cubicBezTo>
                    <a:pt x="9248" y="17732"/>
                    <a:pt x="7667" y="17435"/>
                    <a:pt x="6877" y="17435"/>
                  </a:cubicBezTo>
                  <a:cubicBezTo>
                    <a:pt x="6087" y="17435"/>
                    <a:pt x="6087" y="17732"/>
                    <a:pt x="6614" y="18060"/>
                  </a:cubicBezTo>
                  <a:cubicBezTo>
                    <a:pt x="7141" y="18387"/>
                    <a:pt x="8194" y="18744"/>
                    <a:pt x="8985" y="19101"/>
                  </a:cubicBezTo>
                  <a:cubicBezTo>
                    <a:pt x="9775" y="19458"/>
                    <a:pt x="10302" y="19815"/>
                    <a:pt x="8721" y="19815"/>
                  </a:cubicBezTo>
                  <a:cubicBezTo>
                    <a:pt x="7141" y="19815"/>
                    <a:pt x="3453" y="19458"/>
                    <a:pt x="2663" y="19517"/>
                  </a:cubicBezTo>
                  <a:cubicBezTo>
                    <a:pt x="1872" y="19577"/>
                    <a:pt x="3980" y="20053"/>
                    <a:pt x="5297" y="20469"/>
                  </a:cubicBezTo>
                  <a:cubicBezTo>
                    <a:pt x="6614" y="20886"/>
                    <a:pt x="7141" y="21243"/>
                    <a:pt x="7667" y="21600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8" name="Línea"/>
            <p:cNvSpPr/>
            <p:nvPr/>
          </p:nvSpPr>
          <p:spPr>
            <a:xfrm>
              <a:off x="4941668" y="1178537"/>
              <a:ext cx="352760" cy="2499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575" fill="norm" stroke="1" extrusionOk="0">
                  <a:moveTo>
                    <a:pt x="9853" y="272"/>
                  </a:moveTo>
                  <a:cubicBezTo>
                    <a:pt x="11368" y="435"/>
                    <a:pt x="12884" y="598"/>
                    <a:pt x="14021" y="816"/>
                  </a:cubicBezTo>
                  <a:cubicBezTo>
                    <a:pt x="15158" y="1034"/>
                    <a:pt x="15916" y="1306"/>
                    <a:pt x="15347" y="1387"/>
                  </a:cubicBezTo>
                  <a:cubicBezTo>
                    <a:pt x="14779" y="1469"/>
                    <a:pt x="12884" y="1360"/>
                    <a:pt x="10989" y="1170"/>
                  </a:cubicBezTo>
                  <a:cubicBezTo>
                    <a:pt x="9095" y="979"/>
                    <a:pt x="7200" y="707"/>
                    <a:pt x="5495" y="462"/>
                  </a:cubicBezTo>
                  <a:cubicBezTo>
                    <a:pt x="3789" y="218"/>
                    <a:pt x="2274" y="0"/>
                    <a:pt x="2274" y="0"/>
                  </a:cubicBezTo>
                  <a:cubicBezTo>
                    <a:pt x="2274" y="0"/>
                    <a:pt x="3789" y="218"/>
                    <a:pt x="6821" y="789"/>
                  </a:cubicBezTo>
                  <a:cubicBezTo>
                    <a:pt x="9853" y="1360"/>
                    <a:pt x="14400" y="2285"/>
                    <a:pt x="16863" y="2884"/>
                  </a:cubicBezTo>
                  <a:cubicBezTo>
                    <a:pt x="19326" y="3482"/>
                    <a:pt x="19705" y="3754"/>
                    <a:pt x="18758" y="3836"/>
                  </a:cubicBezTo>
                  <a:cubicBezTo>
                    <a:pt x="17811" y="3917"/>
                    <a:pt x="15537" y="3809"/>
                    <a:pt x="13642" y="3645"/>
                  </a:cubicBezTo>
                  <a:cubicBezTo>
                    <a:pt x="11747" y="3482"/>
                    <a:pt x="10232" y="3264"/>
                    <a:pt x="8716" y="3047"/>
                  </a:cubicBezTo>
                  <a:cubicBezTo>
                    <a:pt x="7200" y="2829"/>
                    <a:pt x="5684" y="2612"/>
                    <a:pt x="5305" y="2639"/>
                  </a:cubicBezTo>
                  <a:cubicBezTo>
                    <a:pt x="4926" y="2666"/>
                    <a:pt x="5684" y="2938"/>
                    <a:pt x="7958" y="3591"/>
                  </a:cubicBezTo>
                  <a:cubicBezTo>
                    <a:pt x="10232" y="4244"/>
                    <a:pt x="14021" y="5278"/>
                    <a:pt x="16105" y="5985"/>
                  </a:cubicBezTo>
                  <a:cubicBezTo>
                    <a:pt x="18189" y="6692"/>
                    <a:pt x="18568" y="7073"/>
                    <a:pt x="17621" y="7182"/>
                  </a:cubicBezTo>
                  <a:cubicBezTo>
                    <a:pt x="16674" y="7291"/>
                    <a:pt x="14400" y="7127"/>
                    <a:pt x="12695" y="6937"/>
                  </a:cubicBezTo>
                  <a:cubicBezTo>
                    <a:pt x="10989" y="6747"/>
                    <a:pt x="9853" y="6529"/>
                    <a:pt x="7768" y="6148"/>
                  </a:cubicBezTo>
                  <a:cubicBezTo>
                    <a:pt x="5684" y="5767"/>
                    <a:pt x="2653" y="5223"/>
                    <a:pt x="2463" y="5169"/>
                  </a:cubicBezTo>
                  <a:cubicBezTo>
                    <a:pt x="2274" y="5114"/>
                    <a:pt x="4926" y="5550"/>
                    <a:pt x="8337" y="6230"/>
                  </a:cubicBezTo>
                  <a:cubicBezTo>
                    <a:pt x="11747" y="6910"/>
                    <a:pt x="15916" y="7835"/>
                    <a:pt x="18379" y="8488"/>
                  </a:cubicBezTo>
                  <a:cubicBezTo>
                    <a:pt x="20842" y="9141"/>
                    <a:pt x="21600" y="9521"/>
                    <a:pt x="21032" y="9712"/>
                  </a:cubicBezTo>
                  <a:cubicBezTo>
                    <a:pt x="20463" y="9902"/>
                    <a:pt x="18568" y="9902"/>
                    <a:pt x="16105" y="9657"/>
                  </a:cubicBezTo>
                  <a:cubicBezTo>
                    <a:pt x="13642" y="9413"/>
                    <a:pt x="10611" y="8923"/>
                    <a:pt x="8147" y="8460"/>
                  </a:cubicBezTo>
                  <a:cubicBezTo>
                    <a:pt x="5684" y="7998"/>
                    <a:pt x="3789" y="7563"/>
                    <a:pt x="3411" y="7508"/>
                  </a:cubicBezTo>
                  <a:cubicBezTo>
                    <a:pt x="3032" y="7454"/>
                    <a:pt x="4168" y="7780"/>
                    <a:pt x="5684" y="8243"/>
                  </a:cubicBezTo>
                  <a:cubicBezTo>
                    <a:pt x="7200" y="8705"/>
                    <a:pt x="9095" y="9304"/>
                    <a:pt x="10421" y="9766"/>
                  </a:cubicBezTo>
                  <a:cubicBezTo>
                    <a:pt x="11747" y="10229"/>
                    <a:pt x="12505" y="10555"/>
                    <a:pt x="13074" y="10854"/>
                  </a:cubicBezTo>
                  <a:cubicBezTo>
                    <a:pt x="13642" y="11154"/>
                    <a:pt x="14021" y="11426"/>
                    <a:pt x="13263" y="11480"/>
                  </a:cubicBezTo>
                  <a:cubicBezTo>
                    <a:pt x="12505" y="11535"/>
                    <a:pt x="10611" y="11371"/>
                    <a:pt x="8716" y="11099"/>
                  </a:cubicBezTo>
                  <a:cubicBezTo>
                    <a:pt x="6821" y="10827"/>
                    <a:pt x="4926" y="10446"/>
                    <a:pt x="3221" y="10065"/>
                  </a:cubicBezTo>
                  <a:cubicBezTo>
                    <a:pt x="1516" y="9685"/>
                    <a:pt x="0" y="9304"/>
                    <a:pt x="0" y="9277"/>
                  </a:cubicBezTo>
                  <a:cubicBezTo>
                    <a:pt x="0" y="9249"/>
                    <a:pt x="1516" y="9576"/>
                    <a:pt x="3789" y="10202"/>
                  </a:cubicBezTo>
                  <a:cubicBezTo>
                    <a:pt x="6063" y="10827"/>
                    <a:pt x="9095" y="11752"/>
                    <a:pt x="10989" y="12351"/>
                  </a:cubicBezTo>
                  <a:cubicBezTo>
                    <a:pt x="12884" y="12949"/>
                    <a:pt x="13642" y="13221"/>
                    <a:pt x="13074" y="13357"/>
                  </a:cubicBezTo>
                  <a:cubicBezTo>
                    <a:pt x="12505" y="13493"/>
                    <a:pt x="10611" y="13493"/>
                    <a:pt x="8905" y="13384"/>
                  </a:cubicBezTo>
                  <a:cubicBezTo>
                    <a:pt x="7200" y="13276"/>
                    <a:pt x="5684" y="13058"/>
                    <a:pt x="4168" y="12813"/>
                  </a:cubicBezTo>
                  <a:cubicBezTo>
                    <a:pt x="2653" y="12568"/>
                    <a:pt x="1137" y="12296"/>
                    <a:pt x="758" y="12296"/>
                  </a:cubicBezTo>
                  <a:cubicBezTo>
                    <a:pt x="379" y="12296"/>
                    <a:pt x="1137" y="12568"/>
                    <a:pt x="3032" y="13194"/>
                  </a:cubicBezTo>
                  <a:cubicBezTo>
                    <a:pt x="4926" y="13820"/>
                    <a:pt x="7958" y="14799"/>
                    <a:pt x="9853" y="15534"/>
                  </a:cubicBezTo>
                  <a:cubicBezTo>
                    <a:pt x="11747" y="16268"/>
                    <a:pt x="12505" y="16758"/>
                    <a:pt x="11937" y="16921"/>
                  </a:cubicBezTo>
                  <a:cubicBezTo>
                    <a:pt x="11368" y="17084"/>
                    <a:pt x="9474" y="16921"/>
                    <a:pt x="7958" y="16730"/>
                  </a:cubicBezTo>
                  <a:cubicBezTo>
                    <a:pt x="6442" y="16540"/>
                    <a:pt x="5305" y="16322"/>
                    <a:pt x="3979" y="16105"/>
                  </a:cubicBezTo>
                  <a:cubicBezTo>
                    <a:pt x="2653" y="15887"/>
                    <a:pt x="1137" y="15670"/>
                    <a:pt x="947" y="15724"/>
                  </a:cubicBezTo>
                  <a:cubicBezTo>
                    <a:pt x="758" y="15778"/>
                    <a:pt x="1895" y="16105"/>
                    <a:pt x="4358" y="16785"/>
                  </a:cubicBezTo>
                  <a:cubicBezTo>
                    <a:pt x="6821" y="17465"/>
                    <a:pt x="10611" y="18499"/>
                    <a:pt x="12695" y="19206"/>
                  </a:cubicBezTo>
                  <a:cubicBezTo>
                    <a:pt x="14779" y="19913"/>
                    <a:pt x="15158" y="20294"/>
                    <a:pt x="14589" y="20403"/>
                  </a:cubicBezTo>
                  <a:cubicBezTo>
                    <a:pt x="14021" y="20512"/>
                    <a:pt x="12505" y="20349"/>
                    <a:pt x="11179" y="20158"/>
                  </a:cubicBezTo>
                  <a:cubicBezTo>
                    <a:pt x="9853" y="19968"/>
                    <a:pt x="8716" y="19750"/>
                    <a:pt x="7579" y="19532"/>
                  </a:cubicBezTo>
                  <a:cubicBezTo>
                    <a:pt x="6442" y="19315"/>
                    <a:pt x="5305" y="19097"/>
                    <a:pt x="5116" y="19124"/>
                  </a:cubicBezTo>
                  <a:cubicBezTo>
                    <a:pt x="4926" y="19152"/>
                    <a:pt x="5684" y="19424"/>
                    <a:pt x="6442" y="19777"/>
                  </a:cubicBezTo>
                  <a:cubicBezTo>
                    <a:pt x="7200" y="20131"/>
                    <a:pt x="7958" y="20566"/>
                    <a:pt x="8526" y="20920"/>
                  </a:cubicBezTo>
                  <a:cubicBezTo>
                    <a:pt x="9095" y="21274"/>
                    <a:pt x="9474" y="21546"/>
                    <a:pt x="8526" y="21573"/>
                  </a:cubicBezTo>
                  <a:cubicBezTo>
                    <a:pt x="7579" y="21600"/>
                    <a:pt x="5305" y="21382"/>
                    <a:pt x="3032" y="21165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09" name="Línea"/>
            <p:cNvSpPr/>
            <p:nvPr/>
          </p:nvSpPr>
          <p:spPr>
            <a:xfrm>
              <a:off x="6102251" y="3171029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0" name="Línea"/>
            <p:cNvSpPr/>
            <p:nvPr/>
          </p:nvSpPr>
          <p:spPr>
            <a:xfrm>
              <a:off x="6253508" y="1601747"/>
              <a:ext cx="1890702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1" name="Línea"/>
            <p:cNvSpPr/>
            <p:nvPr/>
          </p:nvSpPr>
          <p:spPr>
            <a:xfrm>
              <a:off x="8049674" y="1639561"/>
              <a:ext cx="189071" cy="2798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2" name="Línea"/>
            <p:cNvSpPr/>
            <p:nvPr/>
          </p:nvSpPr>
          <p:spPr>
            <a:xfrm>
              <a:off x="6385857" y="4381078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3" name="Línea"/>
            <p:cNvSpPr/>
            <p:nvPr/>
          </p:nvSpPr>
          <p:spPr>
            <a:xfrm>
              <a:off x="6593833" y="2925238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4" name="Línea"/>
            <p:cNvSpPr/>
            <p:nvPr/>
          </p:nvSpPr>
          <p:spPr>
            <a:xfrm>
              <a:off x="6896346" y="2509283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5" name="Línea"/>
            <p:cNvSpPr/>
            <p:nvPr/>
          </p:nvSpPr>
          <p:spPr>
            <a:xfrm>
              <a:off x="7236673" y="2301306"/>
              <a:ext cx="113442" cy="2646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6" name="Línea"/>
            <p:cNvSpPr/>
            <p:nvPr/>
          </p:nvSpPr>
          <p:spPr>
            <a:xfrm>
              <a:off x="7652627" y="1998794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7" name="Línea"/>
            <p:cNvSpPr/>
            <p:nvPr/>
          </p:nvSpPr>
          <p:spPr>
            <a:xfrm>
              <a:off x="8144209" y="1261420"/>
              <a:ext cx="397048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8" name="Línea"/>
            <p:cNvSpPr/>
            <p:nvPr/>
          </p:nvSpPr>
          <p:spPr>
            <a:xfrm>
              <a:off x="7974045" y="1242513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19" name="Línea"/>
            <p:cNvSpPr/>
            <p:nvPr/>
          </p:nvSpPr>
          <p:spPr>
            <a:xfrm>
              <a:off x="8465628" y="964035"/>
              <a:ext cx="565049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0" name="Línea"/>
            <p:cNvSpPr/>
            <p:nvPr/>
          </p:nvSpPr>
          <p:spPr>
            <a:xfrm>
              <a:off x="8663885" y="1185792"/>
              <a:ext cx="236593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1" name="Línea"/>
            <p:cNvSpPr/>
            <p:nvPr/>
          </p:nvSpPr>
          <p:spPr>
            <a:xfrm>
              <a:off x="9151629" y="2268841"/>
              <a:ext cx="302515" cy="440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927"/>
                    <a:pt x="21600" y="1854"/>
                    <a:pt x="21375" y="2719"/>
                  </a:cubicBezTo>
                  <a:cubicBezTo>
                    <a:pt x="21150" y="3585"/>
                    <a:pt x="20700" y="4388"/>
                    <a:pt x="20025" y="5114"/>
                  </a:cubicBezTo>
                  <a:cubicBezTo>
                    <a:pt x="19350" y="5840"/>
                    <a:pt x="18450" y="6489"/>
                    <a:pt x="17550" y="7154"/>
                  </a:cubicBezTo>
                  <a:cubicBezTo>
                    <a:pt x="16650" y="7818"/>
                    <a:pt x="15750" y="8498"/>
                    <a:pt x="15075" y="9147"/>
                  </a:cubicBezTo>
                  <a:cubicBezTo>
                    <a:pt x="14400" y="9796"/>
                    <a:pt x="13950" y="10414"/>
                    <a:pt x="12825" y="11171"/>
                  </a:cubicBezTo>
                  <a:cubicBezTo>
                    <a:pt x="11700" y="11928"/>
                    <a:pt x="9900" y="12824"/>
                    <a:pt x="8775" y="13581"/>
                  </a:cubicBezTo>
                  <a:cubicBezTo>
                    <a:pt x="7650" y="14338"/>
                    <a:pt x="7200" y="14956"/>
                    <a:pt x="6300" y="15605"/>
                  </a:cubicBezTo>
                  <a:cubicBezTo>
                    <a:pt x="5400" y="16254"/>
                    <a:pt x="4050" y="16934"/>
                    <a:pt x="2925" y="17706"/>
                  </a:cubicBezTo>
                  <a:cubicBezTo>
                    <a:pt x="1800" y="18479"/>
                    <a:pt x="900" y="19344"/>
                    <a:pt x="450" y="20009"/>
                  </a:cubicBezTo>
                  <a:cubicBezTo>
                    <a:pt x="0" y="20673"/>
                    <a:pt x="0" y="2113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2" name="Línea"/>
            <p:cNvSpPr/>
            <p:nvPr/>
          </p:nvSpPr>
          <p:spPr>
            <a:xfrm>
              <a:off x="9246165" y="4462055"/>
              <a:ext cx="3100751" cy="2325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205" y="468"/>
                    <a:pt x="20810" y="937"/>
                    <a:pt x="20217" y="1639"/>
                  </a:cubicBezTo>
                  <a:cubicBezTo>
                    <a:pt x="19624" y="2341"/>
                    <a:pt x="18834" y="3278"/>
                    <a:pt x="17824" y="4449"/>
                  </a:cubicBezTo>
                  <a:cubicBezTo>
                    <a:pt x="16815" y="5620"/>
                    <a:pt x="15585" y="7024"/>
                    <a:pt x="14532" y="8224"/>
                  </a:cubicBezTo>
                  <a:cubicBezTo>
                    <a:pt x="13478" y="9424"/>
                    <a:pt x="12600" y="10420"/>
                    <a:pt x="11546" y="11502"/>
                  </a:cubicBezTo>
                  <a:cubicBezTo>
                    <a:pt x="10493" y="12585"/>
                    <a:pt x="9263" y="13756"/>
                    <a:pt x="8078" y="14780"/>
                  </a:cubicBezTo>
                  <a:cubicBezTo>
                    <a:pt x="6893" y="15805"/>
                    <a:pt x="5751" y="16683"/>
                    <a:pt x="4763" y="17502"/>
                  </a:cubicBezTo>
                  <a:cubicBezTo>
                    <a:pt x="3776" y="18322"/>
                    <a:pt x="2941" y="19083"/>
                    <a:pt x="2173" y="19756"/>
                  </a:cubicBezTo>
                  <a:cubicBezTo>
                    <a:pt x="1405" y="20429"/>
                    <a:pt x="702" y="2101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3" name="Línea"/>
            <p:cNvSpPr/>
            <p:nvPr/>
          </p:nvSpPr>
          <p:spPr>
            <a:xfrm>
              <a:off x="12317310" y="4924032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4" name="Línea"/>
            <p:cNvSpPr/>
            <p:nvPr/>
          </p:nvSpPr>
          <p:spPr>
            <a:xfrm>
              <a:off x="12468566" y="3354750"/>
              <a:ext cx="1890703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5" name="Línea"/>
            <p:cNvSpPr/>
            <p:nvPr/>
          </p:nvSpPr>
          <p:spPr>
            <a:xfrm>
              <a:off x="14264733" y="3392564"/>
              <a:ext cx="189071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6" name="Línea"/>
            <p:cNvSpPr/>
            <p:nvPr/>
          </p:nvSpPr>
          <p:spPr>
            <a:xfrm>
              <a:off x="12600916" y="6134081"/>
              <a:ext cx="1569283" cy="1342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7" name="Línea"/>
            <p:cNvSpPr/>
            <p:nvPr/>
          </p:nvSpPr>
          <p:spPr>
            <a:xfrm>
              <a:off x="12808893" y="4678241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8" name="Línea"/>
            <p:cNvSpPr/>
            <p:nvPr/>
          </p:nvSpPr>
          <p:spPr>
            <a:xfrm>
              <a:off x="13111405" y="4262287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29" name="Línea"/>
            <p:cNvSpPr/>
            <p:nvPr/>
          </p:nvSpPr>
          <p:spPr>
            <a:xfrm>
              <a:off x="13451732" y="4054310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0" name="Línea"/>
            <p:cNvSpPr/>
            <p:nvPr/>
          </p:nvSpPr>
          <p:spPr>
            <a:xfrm>
              <a:off x="13867686" y="3751797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1" name="Línea"/>
            <p:cNvSpPr/>
            <p:nvPr/>
          </p:nvSpPr>
          <p:spPr>
            <a:xfrm>
              <a:off x="14359267" y="3014424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2" name="Línea"/>
            <p:cNvSpPr/>
            <p:nvPr/>
          </p:nvSpPr>
          <p:spPr>
            <a:xfrm>
              <a:off x="14189104" y="2995517"/>
              <a:ext cx="661747" cy="3252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3" name="Línea"/>
            <p:cNvSpPr/>
            <p:nvPr/>
          </p:nvSpPr>
          <p:spPr>
            <a:xfrm>
              <a:off x="14680686" y="2717038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4" name="Línea"/>
            <p:cNvSpPr/>
            <p:nvPr/>
          </p:nvSpPr>
          <p:spPr>
            <a:xfrm>
              <a:off x="16260667" y="1096606"/>
              <a:ext cx="226885" cy="6636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5" name="Línea"/>
            <p:cNvSpPr/>
            <p:nvPr/>
          </p:nvSpPr>
          <p:spPr>
            <a:xfrm>
              <a:off x="16468644" y="623931"/>
              <a:ext cx="378142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6" name="Línea"/>
            <p:cNvSpPr/>
            <p:nvPr/>
          </p:nvSpPr>
          <p:spPr>
            <a:xfrm>
              <a:off x="16336295" y="7317015"/>
              <a:ext cx="340328" cy="39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7" name="Línea"/>
            <p:cNvSpPr/>
            <p:nvPr/>
          </p:nvSpPr>
          <p:spPr>
            <a:xfrm>
              <a:off x="16714435" y="813001"/>
              <a:ext cx="207979" cy="627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8" name="Línea"/>
            <p:cNvSpPr/>
            <p:nvPr/>
          </p:nvSpPr>
          <p:spPr>
            <a:xfrm>
              <a:off x="16525366" y="1191142"/>
              <a:ext cx="264700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39" name="Línea"/>
            <p:cNvSpPr/>
            <p:nvPr/>
          </p:nvSpPr>
          <p:spPr>
            <a:xfrm>
              <a:off x="16487553" y="1626003"/>
              <a:ext cx="302513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0" name="Línea"/>
            <p:cNvSpPr/>
            <p:nvPr/>
          </p:nvSpPr>
          <p:spPr>
            <a:xfrm>
              <a:off x="16468645" y="2098678"/>
              <a:ext cx="321421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1" name="Línea"/>
            <p:cNvSpPr/>
            <p:nvPr/>
          </p:nvSpPr>
          <p:spPr>
            <a:xfrm>
              <a:off x="16487553" y="2628075"/>
              <a:ext cx="302513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2" name="Línea"/>
            <p:cNvSpPr/>
            <p:nvPr/>
          </p:nvSpPr>
          <p:spPr>
            <a:xfrm>
              <a:off x="16468645" y="3081843"/>
              <a:ext cx="283606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3" name="Línea"/>
            <p:cNvSpPr/>
            <p:nvPr/>
          </p:nvSpPr>
          <p:spPr>
            <a:xfrm>
              <a:off x="16411925" y="3573426"/>
              <a:ext cx="378141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4" name="Línea"/>
            <p:cNvSpPr/>
            <p:nvPr/>
          </p:nvSpPr>
          <p:spPr>
            <a:xfrm>
              <a:off x="16430831" y="4027194"/>
              <a:ext cx="359235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5" name="Línea"/>
            <p:cNvSpPr/>
            <p:nvPr/>
          </p:nvSpPr>
          <p:spPr>
            <a:xfrm>
              <a:off x="16430831" y="4518776"/>
              <a:ext cx="340327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6" name="Línea"/>
            <p:cNvSpPr/>
            <p:nvPr/>
          </p:nvSpPr>
          <p:spPr>
            <a:xfrm>
              <a:off x="16355203" y="4991451"/>
              <a:ext cx="415955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7" name="Línea"/>
            <p:cNvSpPr/>
            <p:nvPr/>
          </p:nvSpPr>
          <p:spPr>
            <a:xfrm>
              <a:off x="16355203" y="5558662"/>
              <a:ext cx="378142" cy="283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8" name="Línea"/>
            <p:cNvSpPr/>
            <p:nvPr/>
          </p:nvSpPr>
          <p:spPr>
            <a:xfrm>
              <a:off x="16525366" y="6125873"/>
              <a:ext cx="1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49" name="Línea"/>
            <p:cNvSpPr/>
            <p:nvPr/>
          </p:nvSpPr>
          <p:spPr>
            <a:xfrm>
              <a:off x="16525366" y="6296035"/>
              <a:ext cx="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0" name="Línea"/>
            <p:cNvSpPr/>
            <p:nvPr/>
          </p:nvSpPr>
          <p:spPr>
            <a:xfrm>
              <a:off x="16525366" y="6541827"/>
              <a:ext cx="1890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1" name="Línea"/>
            <p:cNvSpPr/>
            <p:nvPr/>
          </p:nvSpPr>
          <p:spPr>
            <a:xfrm>
              <a:off x="16374110" y="6844339"/>
              <a:ext cx="28360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2" name="Línea"/>
            <p:cNvSpPr/>
            <p:nvPr/>
          </p:nvSpPr>
          <p:spPr>
            <a:xfrm>
              <a:off x="16468645" y="945350"/>
              <a:ext cx="18909" cy="264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3" name="Línea"/>
            <p:cNvSpPr/>
            <p:nvPr/>
          </p:nvSpPr>
          <p:spPr>
            <a:xfrm>
              <a:off x="16903507" y="642838"/>
              <a:ext cx="12605" cy="296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4" name="Línea"/>
            <p:cNvSpPr/>
            <p:nvPr/>
          </p:nvSpPr>
          <p:spPr>
            <a:xfrm>
              <a:off x="16714437" y="7071224"/>
              <a:ext cx="37814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5" name="Línea"/>
            <p:cNvSpPr/>
            <p:nvPr/>
          </p:nvSpPr>
          <p:spPr>
            <a:xfrm>
              <a:off x="17295204" y="996722"/>
              <a:ext cx="226885" cy="6636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6" name="Línea"/>
            <p:cNvSpPr/>
            <p:nvPr/>
          </p:nvSpPr>
          <p:spPr>
            <a:xfrm>
              <a:off x="17503181" y="524047"/>
              <a:ext cx="378142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7" name="Línea"/>
            <p:cNvSpPr/>
            <p:nvPr/>
          </p:nvSpPr>
          <p:spPr>
            <a:xfrm>
              <a:off x="17370832" y="7217131"/>
              <a:ext cx="340328" cy="39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8" name="Línea"/>
            <p:cNvSpPr/>
            <p:nvPr/>
          </p:nvSpPr>
          <p:spPr>
            <a:xfrm>
              <a:off x="17748972" y="713117"/>
              <a:ext cx="207979" cy="627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59" name="Línea"/>
            <p:cNvSpPr/>
            <p:nvPr/>
          </p:nvSpPr>
          <p:spPr>
            <a:xfrm>
              <a:off x="17559903" y="1091257"/>
              <a:ext cx="264699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0" name="Línea"/>
            <p:cNvSpPr/>
            <p:nvPr/>
          </p:nvSpPr>
          <p:spPr>
            <a:xfrm>
              <a:off x="17522090" y="1526119"/>
              <a:ext cx="302512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1" name="Línea"/>
            <p:cNvSpPr/>
            <p:nvPr/>
          </p:nvSpPr>
          <p:spPr>
            <a:xfrm>
              <a:off x="17503182" y="1998794"/>
              <a:ext cx="321420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2" name="Línea"/>
            <p:cNvSpPr/>
            <p:nvPr/>
          </p:nvSpPr>
          <p:spPr>
            <a:xfrm>
              <a:off x="17522090" y="2528191"/>
              <a:ext cx="302512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3" name="Línea"/>
            <p:cNvSpPr/>
            <p:nvPr/>
          </p:nvSpPr>
          <p:spPr>
            <a:xfrm>
              <a:off x="17503182" y="2981959"/>
              <a:ext cx="283606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4" name="Línea"/>
            <p:cNvSpPr/>
            <p:nvPr/>
          </p:nvSpPr>
          <p:spPr>
            <a:xfrm>
              <a:off x="17446462" y="3473541"/>
              <a:ext cx="378140" cy="283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5" name="Línea"/>
            <p:cNvSpPr/>
            <p:nvPr/>
          </p:nvSpPr>
          <p:spPr>
            <a:xfrm>
              <a:off x="17465368" y="3927310"/>
              <a:ext cx="359234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6" name="Línea"/>
            <p:cNvSpPr/>
            <p:nvPr/>
          </p:nvSpPr>
          <p:spPr>
            <a:xfrm>
              <a:off x="17465368" y="4418892"/>
              <a:ext cx="340327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7" name="Línea"/>
            <p:cNvSpPr/>
            <p:nvPr/>
          </p:nvSpPr>
          <p:spPr>
            <a:xfrm>
              <a:off x="17389740" y="4891567"/>
              <a:ext cx="415955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8" name="Línea"/>
            <p:cNvSpPr/>
            <p:nvPr/>
          </p:nvSpPr>
          <p:spPr>
            <a:xfrm>
              <a:off x="17389740" y="5458778"/>
              <a:ext cx="378142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69" name="Línea"/>
            <p:cNvSpPr/>
            <p:nvPr/>
          </p:nvSpPr>
          <p:spPr>
            <a:xfrm>
              <a:off x="17559903" y="6025989"/>
              <a:ext cx="1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0" name="Línea"/>
            <p:cNvSpPr/>
            <p:nvPr/>
          </p:nvSpPr>
          <p:spPr>
            <a:xfrm>
              <a:off x="17559903" y="6196151"/>
              <a:ext cx="1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1" name="Línea"/>
            <p:cNvSpPr/>
            <p:nvPr/>
          </p:nvSpPr>
          <p:spPr>
            <a:xfrm>
              <a:off x="17559903" y="6441942"/>
              <a:ext cx="18908" cy="18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2" name="Línea"/>
            <p:cNvSpPr/>
            <p:nvPr/>
          </p:nvSpPr>
          <p:spPr>
            <a:xfrm>
              <a:off x="17408647" y="6744455"/>
              <a:ext cx="28360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3" name="Línea"/>
            <p:cNvSpPr/>
            <p:nvPr/>
          </p:nvSpPr>
          <p:spPr>
            <a:xfrm>
              <a:off x="17503182" y="845466"/>
              <a:ext cx="18909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4" name="Línea"/>
            <p:cNvSpPr/>
            <p:nvPr/>
          </p:nvSpPr>
          <p:spPr>
            <a:xfrm>
              <a:off x="17938044" y="542954"/>
              <a:ext cx="12605" cy="296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5" name="Línea"/>
            <p:cNvSpPr/>
            <p:nvPr/>
          </p:nvSpPr>
          <p:spPr>
            <a:xfrm>
              <a:off x="17748973" y="6971340"/>
              <a:ext cx="37815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6" name="Línea"/>
            <p:cNvSpPr/>
            <p:nvPr/>
          </p:nvSpPr>
          <p:spPr>
            <a:xfrm>
              <a:off x="14839004" y="2930587"/>
              <a:ext cx="276480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7" h="21600" fill="norm" stroke="1" extrusionOk="0">
                  <a:moveTo>
                    <a:pt x="20437" y="0"/>
                  </a:moveTo>
                  <a:cubicBezTo>
                    <a:pt x="20437" y="281"/>
                    <a:pt x="20437" y="562"/>
                    <a:pt x="20677" y="844"/>
                  </a:cubicBezTo>
                  <a:cubicBezTo>
                    <a:pt x="20917" y="1125"/>
                    <a:pt x="21397" y="1406"/>
                    <a:pt x="20677" y="1463"/>
                  </a:cubicBezTo>
                  <a:cubicBezTo>
                    <a:pt x="19957" y="1519"/>
                    <a:pt x="18037" y="1350"/>
                    <a:pt x="16357" y="1125"/>
                  </a:cubicBezTo>
                  <a:cubicBezTo>
                    <a:pt x="14677" y="900"/>
                    <a:pt x="13237" y="619"/>
                    <a:pt x="12757" y="647"/>
                  </a:cubicBezTo>
                  <a:cubicBezTo>
                    <a:pt x="12277" y="675"/>
                    <a:pt x="12757" y="1013"/>
                    <a:pt x="13717" y="1463"/>
                  </a:cubicBezTo>
                  <a:cubicBezTo>
                    <a:pt x="14677" y="1913"/>
                    <a:pt x="16117" y="2475"/>
                    <a:pt x="17077" y="2897"/>
                  </a:cubicBezTo>
                  <a:cubicBezTo>
                    <a:pt x="18037" y="3319"/>
                    <a:pt x="18517" y="3600"/>
                    <a:pt x="18037" y="3600"/>
                  </a:cubicBezTo>
                  <a:cubicBezTo>
                    <a:pt x="17557" y="3600"/>
                    <a:pt x="16117" y="3319"/>
                    <a:pt x="14917" y="3037"/>
                  </a:cubicBezTo>
                  <a:cubicBezTo>
                    <a:pt x="13717" y="2756"/>
                    <a:pt x="12757" y="2475"/>
                    <a:pt x="11317" y="2109"/>
                  </a:cubicBezTo>
                  <a:cubicBezTo>
                    <a:pt x="9877" y="1744"/>
                    <a:pt x="7957" y="1294"/>
                    <a:pt x="7237" y="1209"/>
                  </a:cubicBezTo>
                  <a:cubicBezTo>
                    <a:pt x="6517" y="1125"/>
                    <a:pt x="6997" y="1406"/>
                    <a:pt x="8437" y="1997"/>
                  </a:cubicBezTo>
                  <a:cubicBezTo>
                    <a:pt x="9877" y="2588"/>
                    <a:pt x="12277" y="3488"/>
                    <a:pt x="13717" y="4078"/>
                  </a:cubicBezTo>
                  <a:cubicBezTo>
                    <a:pt x="15157" y="4669"/>
                    <a:pt x="15637" y="4950"/>
                    <a:pt x="14917" y="4978"/>
                  </a:cubicBezTo>
                  <a:cubicBezTo>
                    <a:pt x="14197" y="5006"/>
                    <a:pt x="12277" y="4781"/>
                    <a:pt x="10837" y="4528"/>
                  </a:cubicBezTo>
                  <a:cubicBezTo>
                    <a:pt x="9397" y="4275"/>
                    <a:pt x="8437" y="3994"/>
                    <a:pt x="7237" y="3713"/>
                  </a:cubicBezTo>
                  <a:cubicBezTo>
                    <a:pt x="6037" y="3431"/>
                    <a:pt x="4597" y="3150"/>
                    <a:pt x="4357" y="3178"/>
                  </a:cubicBezTo>
                  <a:cubicBezTo>
                    <a:pt x="4117" y="3206"/>
                    <a:pt x="5077" y="3544"/>
                    <a:pt x="7237" y="4191"/>
                  </a:cubicBezTo>
                  <a:cubicBezTo>
                    <a:pt x="9397" y="4838"/>
                    <a:pt x="12757" y="5794"/>
                    <a:pt x="14677" y="6441"/>
                  </a:cubicBezTo>
                  <a:cubicBezTo>
                    <a:pt x="16597" y="7088"/>
                    <a:pt x="17077" y="7425"/>
                    <a:pt x="16357" y="7453"/>
                  </a:cubicBezTo>
                  <a:cubicBezTo>
                    <a:pt x="15637" y="7481"/>
                    <a:pt x="13717" y="7200"/>
                    <a:pt x="12037" y="6891"/>
                  </a:cubicBezTo>
                  <a:cubicBezTo>
                    <a:pt x="10357" y="6581"/>
                    <a:pt x="8917" y="6244"/>
                    <a:pt x="7717" y="5934"/>
                  </a:cubicBezTo>
                  <a:cubicBezTo>
                    <a:pt x="6517" y="5625"/>
                    <a:pt x="5557" y="5344"/>
                    <a:pt x="5557" y="5344"/>
                  </a:cubicBezTo>
                  <a:cubicBezTo>
                    <a:pt x="5557" y="5344"/>
                    <a:pt x="6517" y="5625"/>
                    <a:pt x="8677" y="6244"/>
                  </a:cubicBezTo>
                  <a:cubicBezTo>
                    <a:pt x="10837" y="6863"/>
                    <a:pt x="14197" y="7819"/>
                    <a:pt x="16117" y="8438"/>
                  </a:cubicBezTo>
                  <a:cubicBezTo>
                    <a:pt x="18037" y="9056"/>
                    <a:pt x="18517" y="9338"/>
                    <a:pt x="17797" y="9338"/>
                  </a:cubicBezTo>
                  <a:cubicBezTo>
                    <a:pt x="17077" y="9338"/>
                    <a:pt x="15157" y="9056"/>
                    <a:pt x="13237" y="8775"/>
                  </a:cubicBezTo>
                  <a:cubicBezTo>
                    <a:pt x="11317" y="8494"/>
                    <a:pt x="9397" y="8213"/>
                    <a:pt x="7717" y="7931"/>
                  </a:cubicBezTo>
                  <a:cubicBezTo>
                    <a:pt x="6037" y="7650"/>
                    <a:pt x="4597" y="7369"/>
                    <a:pt x="4357" y="7397"/>
                  </a:cubicBezTo>
                  <a:cubicBezTo>
                    <a:pt x="4117" y="7425"/>
                    <a:pt x="5077" y="7763"/>
                    <a:pt x="6757" y="8241"/>
                  </a:cubicBezTo>
                  <a:cubicBezTo>
                    <a:pt x="8437" y="8719"/>
                    <a:pt x="10837" y="9338"/>
                    <a:pt x="12517" y="9844"/>
                  </a:cubicBezTo>
                  <a:cubicBezTo>
                    <a:pt x="14197" y="10350"/>
                    <a:pt x="15157" y="10744"/>
                    <a:pt x="14677" y="10856"/>
                  </a:cubicBezTo>
                  <a:cubicBezTo>
                    <a:pt x="14197" y="10969"/>
                    <a:pt x="12277" y="10800"/>
                    <a:pt x="10597" y="10575"/>
                  </a:cubicBezTo>
                  <a:cubicBezTo>
                    <a:pt x="8917" y="10350"/>
                    <a:pt x="7477" y="10069"/>
                    <a:pt x="6277" y="9788"/>
                  </a:cubicBezTo>
                  <a:cubicBezTo>
                    <a:pt x="5077" y="9506"/>
                    <a:pt x="4117" y="9225"/>
                    <a:pt x="4117" y="9225"/>
                  </a:cubicBezTo>
                  <a:cubicBezTo>
                    <a:pt x="4117" y="9225"/>
                    <a:pt x="5077" y="9506"/>
                    <a:pt x="6997" y="9984"/>
                  </a:cubicBezTo>
                  <a:cubicBezTo>
                    <a:pt x="8917" y="10463"/>
                    <a:pt x="11797" y="11138"/>
                    <a:pt x="13717" y="11700"/>
                  </a:cubicBezTo>
                  <a:cubicBezTo>
                    <a:pt x="15637" y="12263"/>
                    <a:pt x="16597" y="12713"/>
                    <a:pt x="16117" y="12825"/>
                  </a:cubicBezTo>
                  <a:cubicBezTo>
                    <a:pt x="15637" y="12938"/>
                    <a:pt x="13717" y="12713"/>
                    <a:pt x="12037" y="12488"/>
                  </a:cubicBezTo>
                  <a:cubicBezTo>
                    <a:pt x="10357" y="12263"/>
                    <a:pt x="8917" y="12038"/>
                    <a:pt x="7477" y="11813"/>
                  </a:cubicBezTo>
                  <a:cubicBezTo>
                    <a:pt x="6037" y="11588"/>
                    <a:pt x="4597" y="11363"/>
                    <a:pt x="3157" y="11138"/>
                  </a:cubicBezTo>
                  <a:cubicBezTo>
                    <a:pt x="1717" y="10913"/>
                    <a:pt x="277" y="10688"/>
                    <a:pt x="757" y="10800"/>
                  </a:cubicBezTo>
                  <a:cubicBezTo>
                    <a:pt x="1237" y="10913"/>
                    <a:pt x="3637" y="11363"/>
                    <a:pt x="6517" y="12066"/>
                  </a:cubicBezTo>
                  <a:cubicBezTo>
                    <a:pt x="9397" y="12769"/>
                    <a:pt x="12757" y="13725"/>
                    <a:pt x="14677" y="14344"/>
                  </a:cubicBezTo>
                  <a:cubicBezTo>
                    <a:pt x="16597" y="14963"/>
                    <a:pt x="17077" y="15244"/>
                    <a:pt x="16357" y="15300"/>
                  </a:cubicBezTo>
                  <a:cubicBezTo>
                    <a:pt x="15637" y="15356"/>
                    <a:pt x="13717" y="15188"/>
                    <a:pt x="11797" y="14934"/>
                  </a:cubicBezTo>
                  <a:cubicBezTo>
                    <a:pt x="9877" y="14681"/>
                    <a:pt x="7957" y="14344"/>
                    <a:pt x="7957" y="14541"/>
                  </a:cubicBezTo>
                  <a:cubicBezTo>
                    <a:pt x="7957" y="14738"/>
                    <a:pt x="9877" y="15469"/>
                    <a:pt x="10837" y="16003"/>
                  </a:cubicBezTo>
                  <a:cubicBezTo>
                    <a:pt x="11797" y="16538"/>
                    <a:pt x="11797" y="16875"/>
                    <a:pt x="10837" y="16931"/>
                  </a:cubicBezTo>
                  <a:cubicBezTo>
                    <a:pt x="9877" y="16987"/>
                    <a:pt x="7957" y="16763"/>
                    <a:pt x="6517" y="16509"/>
                  </a:cubicBezTo>
                  <a:cubicBezTo>
                    <a:pt x="5077" y="16256"/>
                    <a:pt x="4117" y="15975"/>
                    <a:pt x="3157" y="15694"/>
                  </a:cubicBezTo>
                  <a:cubicBezTo>
                    <a:pt x="2197" y="15413"/>
                    <a:pt x="1237" y="15131"/>
                    <a:pt x="997" y="15131"/>
                  </a:cubicBezTo>
                  <a:cubicBezTo>
                    <a:pt x="757" y="15131"/>
                    <a:pt x="1237" y="15413"/>
                    <a:pt x="2917" y="15947"/>
                  </a:cubicBezTo>
                  <a:cubicBezTo>
                    <a:pt x="4597" y="16481"/>
                    <a:pt x="7477" y="17269"/>
                    <a:pt x="9157" y="17831"/>
                  </a:cubicBezTo>
                  <a:cubicBezTo>
                    <a:pt x="10837" y="18394"/>
                    <a:pt x="11317" y="18731"/>
                    <a:pt x="10597" y="18788"/>
                  </a:cubicBezTo>
                  <a:cubicBezTo>
                    <a:pt x="9877" y="18844"/>
                    <a:pt x="7957" y="18619"/>
                    <a:pt x="6517" y="18366"/>
                  </a:cubicBezTo>
                  <a:cubicBezTo>
                    <a:pt x="5077" y="18113"/>
                    <a:pt x="4117" y="17831"/>
                    <a:pt x="2917" y="17550"/>
                  </a:cubicBezTo>
                  <a:cubicBezTo>
                    <a:pt x="1717" y="17269"/>
                    <a:pt x="277" y="16988"/>
                    <a:pt x="37" y="17072"/>
                  </a:cubicBezTo>
                  <a:cubicBezTo>
                    <a:pt x="-203" y="17156"/>
                    <a:pt x="757" y="17606"/>
                    <a:pt x="1957" y="18113"/>
                  </a:cubicBezTo>
                  <a:cubicBezTo>
                    <a:pt x="3157" y="18619"/>
                    <a:pt x="4597" y="19181"/>
                    <a:pt x="5317" y="19603"/>
                  </a:cubicBezTo>
                  <a:cubicBezTo>
                    <a:pt x="6037" y="20025"/>
                    <a:pt x="6037" y="20306"/>
                    <a:pt x="4837" y="20278"/>
                  </a:cubicBezTo>
                  <a:cubicBezTo>
                    <a:pt x="3637" y="20250"/>
                    <a:pt x="1237" y="19913"/>
                    <a:pt x="997" y="20081"/>
                  </a:cubicBezTo>
                  <a:cubicBezTo>
                    <a:pt x="757" y="20250"/>
                    <a:pt x="2677" y="20925"/>
                    <a:pt x="4597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7" name="Línea"/>
            <p:cNvSpPr/>
            <p:nvPr/>
          </p:nvSpPr>
          <p:spPr>
            <a:xfrm>
              <a:off x="16525366" y="7884225"/>
              <a:ext cx="75629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8" name="Línea"/>
            <p:cNvSpPr/>
            <p:nvPr/>
          </p:nvSpPr>
          <p:spPr>
            <a:xfrm>
              <a:off x="16771157" y="7922039"/>
              <a:ext cx="75629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79" name="Línea"/>
            <p:cNvSpPr/>
            <p:nvPr/>
          </p:nvSpPr>
          <p:spPr>
            <a:xfrm>
              <a:off x="16941320" y="7940946"/>
              <a:ext cx="24579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0" name="Línea"/>
            <p:cNvSpPr/>
            <p:nvPr/>
          </p:nvSpPr>
          <p:spPr>
            <a:xfrm>
              <a:off x="16600994" y="813001"/>
              <a:ext cx="94536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1" name="Línea"/>
            <p:cNvSpPr/>
            <p:nvPr/>
          </p:nvSpPr>
          <p:spPr>
            <a:xfrm>
              <a:off x="16827878" y="831908"/>
              <a:ext cx="13235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2" name="Línea"/>
            <p:cNvSpPr/>
            <p:nvPr/>
          </p:nvSpPr>
          <p:spPr>
            <a:xfrm>
              <a:off x="17054763" y="83190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3" name="Línea"/>
            <p:cNvSpPr/>
            <p:nvPr/>
          </p:nvSpPr>
          <p:spPr>
            <a:xfrm>
              <a:off x="16998041" y="434861"/>
              <a:ext cx="1890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4" name="Línea"/>
            <p:cNvSpPr/>
            <p:nvPr/>
          </p:nvSpPr>
          <p:spPr>
            <a:xfrm>
              <a:off x="17168204" y="472675"/>
              <a:ext cx="397050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143" y="5400"/>
                    <a:pt x="10286" y="10800"/>
                    <a:pt x="13886" y="14400"/>
                  </a:cubicBezTo>
                  <a:cubicBezTo>
                    <a:pt x="17486" y="18000"/>
                    <a:pt x="19543" y="198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5" name="Línea"/>
            <p:cNvSpPr/>
            <p:nvPr/>
          </p:nvSpPr>
          <p:spPr>
            <a:xfrm>
              <a:off x="17640881" y="472675"/>
              <a:ext cx="151257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6" name="Línea"/>
            <p:cNvSpPr/>
            <p:nvPr/>
          </p:nvSpPr>
          <p:spPr>
            <a:xfrm>
              <a:off x="16846785" y="7298108"/>
              <a:ext cx="94536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7" name="Línea"/>
            <p:cNvSpPr/>
            <p:nvPr/>
          </p:nvSpPr>
          <p:spPr>
            <a:xfrm>
              <a:off x="17054763" y="7317015"/>
              <a:ext cx="151257" cy="18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8" name="Línea"/>
            <p:cNvSpPr/>
            <p:nvPr/>
          </p:nvSpPr>
          <p:spPr>
            <a:xfrm>
              <a:off x="17300554" y="7298108"/>
              <a:ext cx="170165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89" name="Línea"/>
            <p:cNvSpPr/>
            <p:nvPr/>
          </p:nvSpPr>
          <p:spPr>
            <a:xfrm>
              <a:off x="17584159" y="7317015"/>
              <a:ext cx="37815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0" name="Línea"/>
            <p:cNvSpPr/>
            <p:nvPr/>
          </p:nvSpPr>
          <p:spPr>
            <a:xfrm>
              <a:off x="17508531" y="2609168"/>
              <a:ext cx="1292956" cy="189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600" fill="norm" stroke="1" extrusionOk="0">
                  <a:moveTo>
                    <a:pt x="0" y="21600"/>
                  </a:moveTo>
                  <a:cubicBezTo>
                    <a:pt x="1573" y="18720"/>
                    <a:pt x="3146" y="15840"/>
                    <a:pt x="5085" y="12600"/>
                  </a:cubicBezTo>
                  <a:cubicBezTo>
                    <a:pt x="7025" y="9360"/>
                    <a:pt x="9332" y="5760"/>
                    <a:pt x="11534" y="3600"/>
                  </a:cubicBezTo>
                  <a:cubicBezTo>
                    <a:pt x="13736" y="1440"/>
                    <a:pt x="15833" y="720"/>
                    <a:pt x="17249" y="360"/>
                  </a:cubicBezTo>
                  <a:cubicBezTo>
                    <a:pt x="18664" y="0"/>
                    <a:pt x="19398" y="0"/>
                    <a:pt x="20027" y="0"/>
                  </a:cubicBezTo>
                  <a:cubicBezTo>
                    <a:pt x="20656" y="0"/>
                    <a:pt x="21181" y="0"/>
                    <a:pt x="21390" y="360"/>
                  </a:cubicBezTo>
                  <a:cubicBezTo>
                    <a:pt x="21600" y="720"/>
                    <a:pt x="21495" y="1440"/>
                    <a:pt x="21390" y="216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1" name="Línea"/>
            <p:cNvSpPr/>
            <p:nvPr/>
          </p:nvSpPr>
          <p:spPr>
            <a:xfrm>
              <a:off x="17432903" y="3138564"/>
              <a:ext cx="1323492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4400"/>
                    <a:pt x="4114" y="7200"/>
                    <a:pt x="7149" y="3600"/>
                  </a:cubicBezTo>
                  <a:cubicBezTo>
                    <a:pt x="10183" y="0"/>
                    <a:pt x="14194" y="0"/>
                    <a:pt x="16509" y="0"/>
                  </a:cubicBezTo>
                  <a:cubicBezTo>
                    <a:pt x="18823" y="0"/>
                    <a:pt x="19440" y="0"/>
                    <a:pt x="20006" y="0"/>
                  </a:cubicBezTo>
                  <a:cubicBezTo>
                    <a:pt x="20571" y="0"/>
                    <a:pt x="21086" y="0"/>
                    <a:pt x="21343" y="0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2" name="Línea"/>
            <p:cNvSpPr/>
            <p:nvPr/>
          </p:nvSpPr>
          <p:spPr>
            <a:xfrm>
              <a:off x="18756394" y="2646982"/>
              <a:ext cx="50420" cy="37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1080"/>
                    <a:pt x="21600" y="2160"/>
                    <a:pt x="21600" y="5760"/>
                  </a:cubicBezTo>
                  <a:cubicBezTo>
                    <a:pt x="21600" y="9360"/>
                    <a:pt x="10800" y="1548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3" name="Línea"/>
            <p:cNvSpPr/>
            <p:nvPr/>
          </p:nvSpPr>
          <p:spPr>
            <a:xfrm>
              <a:off x="18832022" y="2401191"/>
              <a:ext cx="189072" cy="1134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4" name="Línea"/>
            <p:cNvSpPr/>
            <p:nvPr/>
          </p:nvSpPr>
          <p:spPr>
            <a:xfrm>
              <a:off x="18869837" y="2854959"/>
              <a:ext cx="226885" cy="226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5" name="Línea"/>
            <p:cNvSpPr/>
            <p:nvPr/>
          </p:nvSpPr>
          <p:spPr>
            <a:xfrm>
              <a:off x="19096721" y="2382284"/>
              <a:ext cx="18908" cy="365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876"/>
                  </a:moveTo>
                  <a:cubicBezTo>
                    <a:pt x="0" y="19738"/>
                    <a:pt x="0" y="21600"/>
                    <a:pt x="0" y="21600"/>
                  </a:cubicBezTo>
                  <a:cubicBezTo>
                    <a:pt x="0" y="21600"/>
                    <a:pt x="0" y="19738"/>
                    <a:pt x="3600" y="15828"/>
                  </a:cubicBezTo>
                  <a:cubicBezTo>
                    <a:pt x="7200" y="11917"/>
                    <a:pt x="14400" y="595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6" name="Línea"/>
            <p:cNvSpPr/>
            <p:nvPr/>
          </p:nvSpPr>
          <p:spPr>
            <a:xfrm>
              <a:off x="17924485" y="2363377"/>
              <a:ext cx="102098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467" y="18000"/>
                    <a:pt x="6933" y="14400"/>
                    <a:pt x="10533" y="10800"/>
                  </a:cubicBezTo>
                  <a:cubicBezTo>
                    <a:pt x="14133" y="7200"/>
                    <a:pt x="17867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7" name="Línea"/>
            <p:cNvSpPr/>
            <p:nvPr/>
          </p:nvSpPr>
          <p:spPr>
            <a:xfrm>
              <a:off x="17527438" y="2662522"/>
              <a:ext cx="1171155" cy="463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0628" fill="norm" stroke="1" extrusionOk="0">
                  <a:moveTo>
                    <a:pt x="20903" y="5199"/>
                  </a:moveTo>
                  <a:cubicBezTo>
                    <a:pt x="21019" y="6602"/>
                    <a:pt x="21135" y="8005"/>
                    <a:pt x="21135" y="9407"/>
                  </a:cubicBezTo>
                  <a:cubicBezTo>
                    <a:pt x="21135" y="10810"/>
                    <a:pt x="21019" y="12212"/>
                    <a:pt x="20961" y="12212"/>
                  </a:cubicBezTo>
                  <a:cubicBezTo>
                    <a:pt x="20903" y="12212"/>
                    <a:pt x="20903" y="10810"/>
                    <a:pt x="20903" y="9127"/>
                  </a:cubicBezTo>
                  <a:cubicBezTo>
                    <a:pt x="20903" y="7444"/>
                    <a:pt x="20903" y="5480"/>
                    <a:pt x="21019" y="3797"/>
                  </a:cubicBezTo>
                  <a:cubicBezTo>
                    <a:pt x="21135" y="2114"/>
                    <a:pt x="21368" y="711"/>
                    <a:pt x="21484" y="711"/>
                  </a:cubicBezTo>
                  <a:cubicBezTo>
                    <a:pt x="21600" y="711"/>
                    <a:pt x="21600" y="2114"/>
                    <a:pt x="21542" y="3657"/>
                  </a:cubicBezTo>
                  <a:cubicBezTo>
                    <a:pt x="21484" y="5199"/>
                    <a:pt x="21368" y="6883"/>
                    <a:pt x="21252" y="8425"/>
                  </a:cubicBezTo>
                  <a:cubicBezTo>
                    <a:pt x="21135" y="9968"/>
                    <a:pt x="21019" y="11371"/>
                    <a:pt x="20903" y="11371"/>
                  </a:cubicBezTo>
                  <a:cubicBezTo>
                    <a:pt x="20787" y="11371"/>
                    <a:pt x="20671" y="9968"/>
                    <a:pt x="20671" y="8145"/>
                  </a:cubicBezTo>
                  <a:cubicBezTo>
                    <a:pt x="20671" y="6322"/>
                    <a:pt x="20787" y="4077"/>
                    <a:pt x="20845" y="2254"/>
                  </a:cubicBezTo>
                  <a:cubicBezTo>
                    <a:pt x="20903" y="431"/>
                    <a:pt x="20903" y="-972"/>
                    <a:pt x="20729" y="1412"/>
                  </a:cubicBezTo>
                  <a:cubicBezTo>
                    <a:pt x="20555" y="3797"/>
                    <a:pt x="20206" y="9968"/>
                    <a:pt x="19858" y="13615"/>
                  </a:cubicBezTo>
                  <a:cubicBezTo>
                    <a:pt x="19510" y="17262"/>
                    <a:pt x="19161" y="18384"/>
                    <a:pt x="18987" y="18244"/>
                  </a:cubicBezTo>
                  <a:cubicBezTo>
                    <a:pt x="18813" y="18103"/>
                    <a:pt x="18813" y="16701"/>
                    <a:pt x="18871" y="14597"/>
                  </a:cubicBezTo>
                  <a:cubicBezTo>
                    <a:pt x="18929" y="12493"/>
                    <a:pt x="19045" y="9688"/>
                    <a:pt x="18987" y="9688"/>
                  </a:cubicBezTo>
                  <a:cubicBezTo>
                    <a:pt x="18929" y="9688"/>
                    <a:pt x="18697" y="12493"/>
                    <a:pt x="18465" y="14597"/>
                  </a:cubicBezTo>
                  <a:cubicBezTo>
                    <a:pt x="18232" y="16701"/>
                    <a:pt x="18000" y="18103"/>
                    <a:pt x="17884" y="17963"/>
                  </a:cubicBezTo>
                  <a:cubicBezTo>
                    <a:pt x="17768" y="17823"/>
                    <a:pt x="17768" y="16140"/>
                    <a:pt x="17768" y="14877"/>
                  </a:cubicBezTo>
                  <a:cubicBezTo>
                    <a:pt x="17768" y="13615"/>
                    <a:pt x="17768" y="12773"/>
                    <a:pt x="17652" y="13334"/>
                  </a:cubicBezTo>
                  <a:cubicBezTo>
                    <a:pt x="17535" y="13896"/>
                    <a:pt x="17303" y="15859"/>
                    <a:pt x="17013" y="17542"/>
                  </a:cubicBezTo>
                  <a:cubicBezTo>
                    <a:pt x="16723" y="19225"/>
                    <a:pt x="16374" y="20628"/>
                    <a:pt x="16200" y="20628"/>
                  </a:cubicBezTo>
                  <a:cubicBezTo>
                    <a:pt x="16026" y="20628"/>
                    <a:pt x="16026" y="19225"/>
                    <a:pt x="16026" y="17122"/>
                  </a:cubicBezTo>
                  <a:cubicBezTo>
                    <a:pt x="16026" y="15018"/>
                    <a:pt x="16026" y="12212"/>
                    <a:pt x="16084" y="10109"/>
                  </a:cubicBezTo>
                  <a:cubicBezTo>
                    <a:pt x="16142" y="8005"/>
                    <a:pt x="16258" y="6602"/>
                    <a:pt x="16316" y="6742"/>
                  </a:cubicBezTo>
                  <a:cubicBezTo>
                    <a:pt x="16374" y="6883"/>
                    <a:pt x="16374" y="8566"/>
                    <a:pt x="16316" y="10249"/>
                  </a:cubicBezTo>
                  <a:cubicBezTo>
                    <a:pt x="16258" y="11932"/>
                    <a:pt x="16142" y="13615"/>
                    <a:pt x="15910" y="15298"/>
                  </a:cubicBezTo>
                  <a:cubicBezTo>
                    <a:pt x="15677" y="16981"/>
                    <a:pt x="15329" y="18664"/>
                    <a:pt x="15155" y="18664"/>
                  </a:cubicBezTo>
                  <a:cubicBezTo>
                    <a:pt x="14981" y="18664"/>
                    <a:pt x="14981" y="16981"/>
                    <a:pt x="14981" y="14036"/>
                  </a:cubicBezTo>
                  <a:cubicBezTo>
                    <a:pt x="14981" y="11090"/>
                    <a:pt x="14981" y="6883"/>
                    <a:pt x="15039" y="4077"/>
                  </a:cubicBezTo>
                  <a:cubicBezTo>
                    <a:pt x="15097" y="1272"/>
                    <a:pt x="15213" y="-130"/>
                    <a:pt x="15271" y="10"/>
                  </a:cubicBezTo>
                  <a:cubicBezTo>
                    <a:pt x="15329" y="150"/>
                    <a:pt x="15329" y="1833"/>
                    <a:pt x="15213" y="4919"/>
                  </a:cubicBezTo>
                  <a:cubicBezTo>
                    <a:pt x="15097" y="8005"/>
                    <a:pt x="14865" y="12493"/>
                    <a:pt x="14574" y="15438"/>
                  </a:cubicBezTo>
                  <a:cubicBezTo>
                    <a:pt x="14284" y="18384"/>
                    <a:pt x="13935" y="19786"/>
                    <a:pt x="13703" y="19786"/>
                  </a:cubicBezTo>
                  <a:cubicBezTo>
                    <a:pt x="13471" y="19786"/>
                    <a:pt x="13355" y="18384"/>
                    <a:pt x="13297" y="16140"/>
                  </a:cubicBezTo>
                  <a:cubicBezTo>
                    <a:pt x="13239" y="13896"/>
                    <a:pt x="13239" y="10810"/>
                    <a:pt x="13297" y="8005"/>
                  </a:cubicBezTo>
                  <a:cubicBezTo>
                    <a:pt x="13355" y="5199"/>
                    <a:pt x="13471" y="2675"/>
                    <a:pt x="13529" y="2254"/>
                  </a:cubicBezTo>
                  <a:cubicBezTo>
                    <a:pt x="13587" y="1833"/>
                    <a:pt x="13587" y="3516"/>
                    <a:pt x="13471" y="5760"/>
                  </a:cubicBezTo>
                  <a:cubicBezTo>
                    <a:pt x="13355" y="8005"/>
                    <a:pt x="13123" y="10810"/>
                    <a:pt x="12948" y="12914"/>
                  </a:cubicBezTo>
                  <a:cubicBezTo>
                    <a:pt x="12774" y="15018"/>
                    <a:pt x="12658" y="16420"/>
                    <a:pt x="12484" y="16280"/>
                  </a:cubicBezTo>
                  <a:cubicBezTo>
                    <a:pt x="12310" y="16140"/>
                    <a:pt x="12077" y="14457"/>
                    <a:pt x="11961" y="12914"/>
                  </a:cubicBezTo>
                  <a:cubicBezTo>
                    <a:pt x="11845" y="11371"/>
                    <a:pt x="11845" y="9968"/>
                    <a:pt x="11845" y="8566"/>
                  </a:cubicBezTo>
                  <a:cubicBezTo>
                    <a:pt x="11845" y="7163"/>
                    <a:pt x="11845" y="5760"/>
                    <a:pt x="11671" y="5760"/>
                  </a:cubicBezTo>
                  <a:cubicBezTo>
                    <a:pt x="11497" y="5760"/>
                    <a:pt x="11148" y="7163"/>
                    <a:pt x="10858" y="8566"/>
                  </a:cubicBezTo>
                  <a:cubicBezTo>
                    <a:pt x="10568" y="9968"/>
                    <a:pt x="10335" y="11371"/>
                    <a:pt x="10103" y="11371"/>
                  </a:cubicBezTo>
                  <a:cubicBezTo>
                    <a:pt x="9871" y="11371"/>
                    <a:pt x="9639" y="9968"/>
                    <a:pt x="9523" y="8566"/>
                  </a:cubicBezTo>
                  <a:cubicBezTo>
                    <a:pt x="9406" y="7163"/>
                    <a:pt x="9406" y="5760"/>
                    <a:pt x="9290" y="5760"/>
                  </a:cubicBezTo>
                  <a:cubicBezTo>
                    <a:pt x="9174" y="5760"/>
                    <a:pt x="8942" y="7163"/>
                    <a:pt x="8768" y="8566"/>
                  </a:cubicBezTo>
                  <a:cubicBezTo>
                    <a:pt x="8594" y="9968"/>
                    <a:pt x="8477" y="11371"/>
                    <a:pt x="8303" y="12773"/>
                  </a:cubicBezTo>
                  <a:cubicBezTo>
                    <a:pt x="8129" y="14176"/>
                    <a:pt x="7897" y="15579"/>
                    <a:pt x="7781" y="15438"/>
                  </a:cubicBezTo>
                  <a:cubicBezTo>
                    <a:pt x="7665" y="15298"/>
                    <a:pt x="7665" y="13615"/>
                    <a:pt x="7665" y="12072"/>
                  </a:cubicBezTo>
                  <a:cubicBezTo>
                    <a:pt x="7665" y="10529"/>
                    <a:pt x="7665" y="9127"/>
                    <a:pt x="7665" y="7724"/>
                  </a:cubicBezTo>
                  <a:cubicBezTo>
                    <a:pt x="7665" y="6322"/>
                    <a:pt x="7665" y="4919"/>
                    <a:pt x="7606" y="4919"/>
                  </a:cubicBezTo>
                  <a:cubicBezTo>
                    <a:pt x="7548" y="4919"/>
                    <a:pt x="7432" y="6322"/>
                    <a:pt x="7316" y="7864"/>
                  </a:cubicBezTo>
                  <a:cubicBezTo>
                    <a:pt x="7200" y="9407"/>
                    <a:pt x="7084" y="11090"/>
                    <a:pt x="6852" y="13194"/>
                  </a:cubicBezTo>
                  <a:cubicBezTo>
                    <a:pt x="6619" y="15298"/>
                    <a:pt x="6271" y="17823"/>
                    <a:pt x="6097" y="18103"/>
                  </a:cubicBezTo>
                  <a:cubicBezTo>
                    <a:pt x="5923" y="18384"/>
                    <a:pt x="5923" y="16420"/>
                    <a:pt x="5923" y="14737"/>
                  </a:cubicBezTo>
                  <a:cubicBezTo>
                    <a:pt x="5923" y="13054"/>
                    <a:pt x="5923" y="11651"/>
                    <a:pt x="5923" y="10249"/>
                  </a:cubicBezTo>
                  <a:cubicBezTo>
                    <a:pt x="5923" y="8846"/>
                    <a:pt x="5923" y="7444"/>
                    <a:pt x="5806" y="7444"/>
                  </a:cubicBezTo>
                  <a:cubicBezTo>
                    <a:pt x="5690" y="7444"/>
                    <a:pt x="5458" y="8846"/>
                    <a:pt x="5226" y="10249"/>
                  </a:cubicBezTo>
                  <a:cubicBezTo>
                    <a:pt x="4994" y="11651"/>
                    <a:pt x="4761" y="13054"/>
                    <a:pt x="4587" y="14457"/>
                  </a:cubicBezTo>
                  <a:cubicBezTo>
                    <a:pt x="4413" y="15859"/>
                    <a:pt x="4297" y="17262"/>
                    <a:pt x="4181" y="17262"/>
                  </a:cubicBezTo>
                  <a:cubicBezTo>
                    <a:pt x="4065" y="17262"/>
                    <a:pt x="3948" y="15859"/>
                    <a:pt x="3890" y="13755"/>
                  </a:cubicBezTo>
                  <a:cubicBezTo>
                    <a:pt x="3832" y="11651"/>
                    <a:pt x="3832" y="8846"/>
                    <a:pt x="3658" y="8145"/>
                  </a:cubicBezTo>
                  <a:cubicBezTo>
                    <a:pt x="3484" y="7444"/>
                    <a:pt x="3135" y="8846"/>
                    <a:pt x="2903" y="10249"/>
                  </a:cubicBezTo>
                  <a:cubicBezTo>
                    <a:pt x="2671" y="11651"/>
                    <a:pt x="2555" y="13054"/>
                    <a:pt x="2090" y="13896"/>
                  </a:cubicBezTo>
                  <a:cubicBezTo>
                    <a:pt x="1626" y="14737"/>
                    <a:pt x="813" y="15018"/>
                    <a:pt x="0" y="1529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8" name="Línea"/>
            <p:cNvSpPr/>
            <p:nvPr/>
          </p:nvSpPr>
          <p:spPr>
            <a:xfrm>
              <a:off x="17752784" y="2439005"/>
              <a:ext cx="1117053" cy="201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5822" y="0"/>
                  </a:moveTo>
                  <a:cubicBezTo>
                    <a:pt x="4735" y="4050"/>
                    <a:pt x="3649" y="8100"/>
                    <a:pt x="2563" y="11475"/>
                  </a:cubicBezTo>
                  <a:cubicBezTo>
                    <a:pt x="1477" y="14850"/>
                    <a:pt x="391" y="17550"/>
                    <a:pt x="90" y="17888"/>
                  </a:cubicBezTo>
                  <a:cubicBezTo>
                    <a:pt x="-212" y="18225"/>
                    <a:pt x="271" y="16200"/>
                    <a:pt x="1176" y="13500"/>
                  </a:cubicBezTo>
                  <a:cubicBezTo>
                    <a:pt x="2081" y="10800"/>
                    <a:pt x="3408" y="7425"/>
                    <a:pt x="4373" y="5400"/>
                  </a:cubicBezTo>
                  <a:cubicBezTo>
                    <a:pt x="5339" y="3375"/>
                    <a:pt x="5942" y="2700"/>
                    <a:pt x="6003" y="3712"/>
                  </a:cubicBezTo>
                  <a:cubicBezTo>
                    <a:pt x="6063" y="4725"/>
                    <a:pt x="5580" y="7425"/>
                    <a:pt x="5097" y="9787"/>
                  </a:cubicBezTo>
                  <a:cubicBezTo>
                    <a:pt x="4615" y="12150"/>
                    <a:pt x="4132" y="14175"/>
                    <a:pt x="3408" y="16538"/>
                  </a:cubicBezTo>
                  <a:cubicBezTo>
                    <a:pt x="2684" y="18900"/>
                    <a:pt x="1719" y="21600"/>
                    <a:pt x="1538" y="21600"/>
                  </a:cubicBezTo>
                  <a:cubicBezTo>
                    <a:pt x="1357" y="21600"/>
                    <a:pt x="1960" y="18900"/>
                    <a:pt x="2986" y="15863"/>
                  </a:cubicBezTo>
                  <a:cubicBezTo>
                    <a:pt x="4011" y="12825"/>
                    <a:pt x="5460" y="9450"/>
                    <a:pt x="6485" y="7762"/>
                  </a:cubicBezTo>
                  <a:cubicBezTo>
                    <a:pt x="7511" y="6075"/>
                    <a:pt x="8114" y="6075"/>
                    <a:pt x="8114" y="7087"/>
                  </a:cubicBezTo>
                  <a:cubicBezTo>
                    <a:pt x="8114" y="8100"/>
                    <a:pt x="7511" y="10125"/>
                    <a:pt x="6908" y="11812"/>
                  </a:cubicBezTo>
                  <a:cubicBezTo>
                    <a:pt x="6304" y="13500"/>
                    <a:pt x="5701" y="14850"/>
                    <a:pt x="5701" y="14512"/>
                  </a:cubicBezTo>
                  <a:cubicBezTo>
                    <a:pt x="5701" y="14175"/>
                    <a:pt x="6304" y="12150"/>
                    <a:pt x="6908" y="10800"/>
                  </a:cubicBezTo>
                  <a:cubicBezTo>
                    <a:pt x="7511" y="9450"/>
                    <a:pt x="8114" y="8775"/>
                    <a:pt x="8899" y="7762"/>
                  </a:cubicBezTo>
                  <a:cubicBezTo>
                    <a:pt x="9683" y="6750"/>
                    <a:pt x="10648" y="5400"/>
                    <a:pt x="10648" y="6750"/>
                  </a:cubicBezTo>
                  <a:cubicBezTo>
                    <a:pt x="10648" y="8100"/>
                    <a:pt x="9683" y="12150"/>
                    <a:pt x="8899" y="14850"/>
                  </a:cubicBezTo>
                  <a:cubicBezTo>
                    <a:pt x="8114" y="17550"/>
                    <a:pt x="7511" y="18900"/>
                    <a:pt x="7511" y="18563"/>
                  </a:cubicBezTo>
                  <a:cubicBezTo>
                    <a:pt x="7511" y="18225"/>
                    <a:pt x="8114" y="16200"/>
                    <a:pt x="9019" y="13838"/>
                  </a:cubicBezTo>
                  <a:cubicBezTo>
                    <a:pt x="9924" y="11475"/>
                    <a:pt x="11131" y="8775"/>
                    <a:pt x="11976" y="6412"/>
                  </a:cubicBezTo>
                  <a:cubicBezTo>
                    <a:pt x="12820" y="4050"/>
                    <a:pt x="13303" y="2025"/>
                    <a:pt x="13243" y="2025"/>
                  </a:cubicBezTo>
                  <a:cubicBezTo>
                    <a:pt x="13182" y="2025"/>
                    <a:pt x="12579" y="4050"/>
                    <a:pt x="11976" y="5737"/>
                  </a:cubicBezTo>
                  <a:cubicBezTo>
                    <a:pt x="11372" y="7425"/>
                    <a:pt x="10769" y="8775"/>
                    <a:pt x="10166" y="10125"/>
                  </a:cubicBezTo>
                  <a:cubicBezTo>
                    <a:pt x="9562" y="11475"/>
                    <a:pt x="8959" y="12825"/>
                    <a:pt x="8959" y="12825"/>
                  </a:cubicBezTo>
                  <a:cubicBezTo>
                    <a:pt x="8959" y="12825"/>
                    <a:pt x="9562" y="11475"/>
                    <a:pt x="10769" y="10125"/>
                  </a:cubicBezTo>
                  <a:cubicBezTo>
                    <a:pt x="11976" y="8775"/>
                    <a:pt x="13786" y="7425"/>
                    <a:pt x="15234" y="6075"/>
                  </a:cubicBezTo>
                  <a:cubicBezTo>
                    <a:pt x="16682" y="4725"/>
                    <a:pt x="17768" y="3375"/>
                    <a:pt x="18009" y="3037"/>
                  </a:cubicBezTo>
                  <a:cubicBezTo>
                    <a:pt x="18251" y="2700"/>
                    <a:pt x="17647" y="3375"/>
                    <a:pt x="17044" y="4050"/>
                  </a:cubicBezTo>
                  <a:cubicBezTo>
                    <a:pt x="16441" y="4725"/>
                    <a:pt x="15837" y="5400"/>
                    <a:pt x="15234" y="6075"/>
                  </a:cubicBezTo>
                  <a:cubicBezTo>
                    <a:pt x="14630" y="6750"/>
                    <a:pt x="14027" y="7425"/>
                    <a:pt x="14087" y="7425"/>
                  </a:cubicBezTo>
                  <a:cubicBezTo>
                    <a:pt x="14148" y="7425"/>
                    <a:pt x="14872" y="6750"/>
                    <a:pt x="15535" y="6412"/>
                  </a:cubicBezTo>
                  <a:cubicBezTo>
                    <a:pt x="16199" y="6075"/>
                    <a:pt x="16803" y="6075"/>
                    <a:pt x="17647" y="6075"/>
                  </a:cubicBezTo>
                  <a:cubicBezTo>
                    <a:pt x="18492" y="6075"/>
                    <a:pt x="19578" y="6075"/>
                    <a:pt x="19819" y="6075"/>
                  </a:cubicBezTo>
                  <a:cubicBezTo>
                    <a:pt x="20061" y="6075"/>
                    <a:pt x="19457" y="6075"/>
                    <a:pt x="18854" y="6412"/>
                  </a:cubicBezTo>
                  <a:cubicBezTo>
                    <a:pt x="18251" y="6750"/>
                    <a:pt x="17647" y="7425"/>
                    <a:pt x="17044" y="8100"/>
                  </a:cubicBezTo>
                  <a:cubicBezTo>
                    <a:pt x="16441" y="8775"/>
                    <a:pt x="15837" y="9450"/>
                    <a:pt x="15897" y="9450"/>
                  </a:cubicBezTo>
                  <a:cubicBezTo>
                    <a:pt x="15958" y="9450"/>
                    <a:pt x="16682" y="8775"/>
                    <a:pt x="17708" y="8437"/>
                  </a:cubicBezTo>
                  <a:cubicBezTo>
                    <a:pt x="18733" y="8100"/>
                    <a:pt x="20061" y="8100"/>
                    <a:pt x="21388" y="81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899" name="Línea"/>
            <p:cNvSpPr/>
            <p:nvPr/>
          </p:nvSpPr>
          <p:spPr>
            <a:xfrm>
              <a:off x="18926557" y="2562608"/>
              <a:ext cx="130774" cy="330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0955" fill="norm" stroke="1" extrusionOk="0">
                  <a:moveTo>
                    <a:pt x="15429" y="2955"/>
                  </a:moveTo>
                  <a:cubicBezTo>
                    <a:pt x="15429" y="4955"/>
                    <a:pt x="15429" y="6955"/>
                    <a:pt x="15429" y="8955"/>
                  </a:cubicBezTo>
                  <a:cubicBezTo>
                    <a:pt x="15429" y="10955"/>
                    <a:pt x="15429" y="12955"/>
                    <a:pt x="15429" y="12955"/>
                  </a:cubicBezTo>
                  <a:cubicBezTo>
                    <a:pt x="15429" y="12955"/>
                    <a:pt x="15429" y="10955"/>
                    <a:pt x="16457" y="7955"/>
                  </a:cubicBezTo>
                  <a:cubicBezTo>
                    <a:pt x="17486" y="4955"/>
                    <a:pt x="19543" y="955"/>
                    <a:pt x="20571" y="155"/>
                  </a:cubicBezTo>
                  <a:cubicBezTo>
                    <a:pt x="21600" y="-645"/>
                    <a:pt x="21600" y="1755"/>
                    <a:pt x="20571" y="4955"/>
                  </a:cubicBezTo>
                  <a:cubicBezTo>
                    <a:pt x="19543" y="8155"/>
                    <a:pt x="17486" y="12155"/>
                    <a:pt x="15943" y="15155"/>
                  </a:cubicBezTo>
                  <a:cubicBezTo>
                    <a:pt x="14400" y="18155"/>
                    <a:pt x="13371" y="20155"/>
                    <a:pt x="11314" y="20355"/>
                  </a:cubicBezTo>
                  <a:cubicBezTo>
                    <a:pt x="9257" y="20555"/>
                    <a:pt x="6171" y="18955"/>
                    <a:pt x="4629" y="16155"/>
                  </a:cubicBezTo>
                  <a:cubicBezTo>
                    <a:pt x="3086" y="13355"/>
                    <a:pt x="3086" y="9355"/>
                    <a:pt x="3600" y="6355"/>
                  </a:cubicBezTo>
                  <a:cubicBezTo>
                    <a:pt x="4114" y="3355"/>
                    <a:pt x="5143" y="1355"/>
                    <a:pt x="5657" y="1355"/>
                  </a:cubicBezTo>
                  <a:cubicBezTo>
                    <a:pt x="6171" y="1355"/>
                    <a:pt x="6171" y="3355"/>
                    <a:pt x="5143" y="6955"/>
                  </a:cubicBezTo>
                  <a:cubicBezTo>
                    <a:pt x="4114" y="10555"/>
                    <a:pt x="2057" y="15755"/>
                    <a:pt x="0" y="2095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0" name="Línea"/>
            <p:cNvSpPr/>
            <p:nvPr/>
          </p:nvSpPr>
          <p:spPr>
            <a:xfrm>
              <a:off x="17508531" y="2665099"/>
              <a:ext cx="1058794" cy="464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fill="norm" stroke="1" extrusionOk="0">
                  <a:moveTo>
                    <a:pt x="21600" y="2628"/>
                  </a:moveTo>
                  <a:cubicBezTo>
                    <a:pt x="21600" y="5508"/>
                    <a:pt x="21600" y="8388"/>
                    <a:pt x="21471" y="10548"/>
                  </a:cubicBezTo>
                  <a:cubicBezTo>
                    <a:pt x="21343" y="12708"/>
                    <a:pt x="21086" y="14148"/>
                    <a:pt x="20893" y="14004"/>
                  </a:cubicBezTo>
                  <a:cubicBezTo>
                    <a:pt x="20700" y="13860"/>
                    <a:pt x="20571" y="12132"/>
                    <a:pt x="20507" y="10404"/>
                  </a:cubicBezTo>
                  <a:cubicBezTo>
                    <a:pt x="20443" y="8676"/>
                    <a:pt x="20443" y="6948"/>
                    <a:pt x="20443" y="5364"/>
                  </a:cubicBezTo>
                  <a:cubicBezTo>
                    <a:pt x="20443" y="3780"/>
                    <a:pt x="20443" y="2340"/>
                    <a:pt x="20314" y="2340"/>
                  </a:cubicBezTo>
                  <a:cubicBezTo>
                    <a:pt x="20186" y="2340"/>
                    <a:pt x="19929" y="3780"/>
                    <a:pt x="19607" y="6084"/>
                  </a:cubicBezTo>
                  <a:cubicBezTo>
                    <a:pt x="19286" y="8388"/>
                    <a:pt x="18900" y="11556"/>
                    <a:pt x="18514" y="13860"/>
                  </a:cubicBezTo>
                  <a:cubicBezTo>
                    <a:pt x="18129" y="16164"/>
                    <a:pt x="17743" y="17604"/>
                    <a:pt x="17550" y="17172"/>
                  </a:cubicBezTo>
                  <a:cubicBezTo>
                    <a:pt x="17357" y="16740"/>
                    <a:pt x="17357" y="14436"/>
                    <a:pt x="17421" y="11844"/>
                  </a:cubicBezTo>
                  <a:cubicBezTo>
                    <a:pt x="17486" y="9252"/>
                    <a:pt x="17614" y="6372"/>
                    <a:pt x="17743" y="4212"/>
                  </a:cubicBezTo>
                  <a:cubicBezTo>
                    <a:pt x="17871" y="2052"/>
                    <a:pt x="18000" y="612"/>
                    <a:pt x="18064" y="612"/>
                  </a:cubicBezTo>
                  <a:cubicBezTo>
                    <a:pt x="18129" y="612"/>
                    <a:pt x="18129" y="2052"/>
                    <a:pt x="17807" y="5364"/>
                  </a:cubicBezTo>
                  <a:cubicBezTo>
                    <a:pt x="17486" y="8676"/>
                    <a:pt x="16843" y="13860"/>
                    <a:pt x="16264" y="17028"/>
                  </a:cubicBezTo>
                  <a:cubicBezTo>
                    <a:pt x="15686" y="20196"/>
                    <a:pt x="15171" y="21348"/>
                    <a:pt x="14914" y="21204"/>
                  </a:cubicBezTo>
                  <a:cubicBezTo>
                    <a:pt x="14657" y="21060"/>
                    <a:pt x="14657" y="19620"/>
                    <a:pt x="14721" y="16740"/>
                  </a:cubicBezTo>
                  <a:cubicBezTo>
                    <a:pt x="14786" y="13860"/>
                    <a:pt x="14914" y="9540"/>
                    <a:pt x="15043" y="6660"/>
                  </a:cubicBezTo>
                  <a:cubicBezTo>
                    <a:pt x="15171" y="3780"/>
                    <a:pt x="15300" y="2340"/>
                    <a:pt x="15300" y="2340"/>
                  </a:cubicBezTo>
                  <a:cubicBezTo>
                    <a:pt x="15300" y="2340"/>
                    <a:pt x="15171" y="3780"/>
                    <a:pt x="14721" y="6372"/>
                  </a:cubicBezTo>
                  <a:cubicBezTo>
                    <a:pt x="14271" y="8964"/>
                    <a:pt x="13500" y="12708"/>
                    <a:pt x="12793" y="14868"/>
                  </a:cubicBezTo>
                  <a:cubicBezTo>
                    <a:pt x="12086" y="17028"/>
                    <a:pt x="11443" y="17604"/>
                    <a:pt x="11121" y="17028"/>
                  </a:cubicBezTo>
                  <a:cubicBezTo>
                    <a:pt x="10800" y="16452"/>
                    <a:pt x="10800" y="14724"/>
                    <a:pt x="10864" y="12420"/>
                  </a:cubicBezTo>
                  <a:cubicBezTo>
                    <a:pt x="10929" y="10116"/>
                    <a:pt x="11057" y="7236"/>
                    <a:pt x="11186" y="4788"/>
                  </a:cubicBezTo>
                  <a:cubicBezTo>
                    <a:pt x="11314" y="2340"/>
                    <a:pt x="11443" y="324"/>
                    <a:pt x="11507" y="36"/>
                  </a:cubicBezTo>
                  <a:cubicBezTo>
                    <a:pt x="11571" y="-252"/>
                    <a:pt x="11571" y="1188"/>
                    <a:pt x="11250" y="4212"/>
                  </a:cubicBezTo>
                  <a:cubicBezTo>
                    <a:pt x="10929" y="7236"/>
                    <a:pt x="10286" y="11844"/>
                    <a:pt x="9771" y="14868"/>
                  </a:cubicBezTo>
                  <a:cubicBezTo>
                    <a:pt x="9257" y="17892"/>
                    <a:pt x="8871" y="19332"/>
                    <a:pt x="8550" y="19332"/>
                  </a:cubicBezTo>
                  <a:cubicBezTo>
                    <a:pt x="8229" y="19332"/>
                    <a:pt x="7971" y="17892"/>
                    <a:pt x="7843" y="15588"/>
                  </a:cubicBezTo>
                  <a:cubicBezTo>
                    <a:pt x="7714" y="13284"/>
                    <a:pt x="7714" y="10116"/>
                    <a:pt x="7779" y="7668"/>
                  </a:cubicBezTo>
                  <a:cubicBezTo>
                    <a:pt x="7843" y="5220"/>
                    <a:pt x="7971" y="3492"/>
                    <a:pt x="7843" y="3348"/>
                  </a:cubicBezTo>
                  <a:cubicBezTo>
                    <a:pt x="7714" y="3204"/>
                    <a:pt x="7329" y="4644"/>
                    <a:pt x="6943" y="6804"/>
                  </a:cubicBezTo>
                  <a:cubicBezTo>
                    <a:pt x="6557" y="8964"/>
                    <a:pt x="6171" y="11844"/>
                    <a:pt x="5786" y="14004"/>
                  </a:cubicBezTo>
                  <a:cubicBezTo>
                    <a:pt x="5400" y="16164"/>
                    <a:pt x="5014" y="17604"/>
                    <a:pt x="4757" y="17604"/>
                  </a:cubicBezTo>
                  <a:cubicBezTo>
                    <a:pt x="4500" y="17604"/>
                    <a:pt x="4371" y="16164"/>
                    <a:pt x="4371" y="13716"/>
                  </a:cubicBezTo>
                  <a:cubicBezTo>
                    <a:pt x="4371" y="11268"/>
                    <a:pt x="4500" y="7812"/>
                    <a:pt x="4500" y="6804"/>
                  </a:cubicBezTo>
                  <a:cubicBezTo>
                    <a:pt x="4500" y="5796"/>
                    <a:pt x="4371" y="7236"/>
                    <a:pt x="4179" y="8676"/>
                  </a:cubicBezTo>
                  <a:cubicBezTo>
                    <a:pt x="3986" y="10116"/>
                    <a:pt x="3729" y="11556"/>
                    <a:pt x="3407" y="12852"/>
                  </a:cubicBezTo>
                  <a:cubicBezTo>
                    <a:pt x="3086" y="14148"/>
                    <a:pt x="2700" y="15300"/>
                    <a:pt x="2507" y="15156"/>
                  </a:cubicBezTo>
                  <a:cubicBezTo>
                    <a:pt x="2314" y="15012"/>
                    <a:pt x="2314" y="13572"/>
                    <a:pt x="1929" y="12276"/>
                  </a:cubicBezTo>
                  <a:cubicBezTo>
                    <a:pt x="1543" y="10980"/>
                    <a:pt x="771" y="9828"/>
                    <a:pt x="0" y="8676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1" name="Línea"/>
            <p:cNvSpPr/>
            <p:nvPr/>
          </p:nvSpPr>
          <p:spPr>
            <a:xfrm>
              <a:off x="17470718" y="3724681"/>
              <a:ext cx="5672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2" name="Línea"/>
            <p:cNvSpPr/>
            <p:nvPr/>
          </p:nvSpPr>
          <p:spPr>
            <a:xfrm>
              <a:off x="18226997" y="3308727"/>
              <a:ext cx="1" cy="3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3" name="Línea"/>
            <p:cNvSpPr/>
            <p:nvPr/>
          </p:nvSpPr>
          <p:spPr>
            <a:xfrm>
              <a:off x="17376182" y="3705774"/>
              <a:ext cx="831910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7509" y="18000"/>
                    <a:pt x="13418" y="14400"/>
                    <a:pt x="9818" y="10800"/>
                  </a:cubicBezTo>
                  <a:cubicBezTo>
                    <a:pt x="6218" y="7200"/>
                    <a:pt x="3109" y="3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4" name="Línea"/>
            <p:cNvSpPr/>
            <p:nvPr/>
          </p:nvSpPr>
          <p:spPr>
            <a:xfrm>
              <a:off x="17376182" y="3214205"/>
              <a:ext cx="737375" cy="516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9" fill="norm" stroke="1" extrusionOk="0">
                  <a:moveTo>
                    <a:pt x="3877" y="2341"/>
                  </a:moveTo>
                  <a:cubicBezTo>
                    <a:pt x="4062" y="3903"/>
                    <a:pt x="4246" y="5464"/>
                    <a:pt x="4338" y="5594"/>
                  </a:cubicBezTo>
                  <a:cubicBezTo>
                    <a:pt x="4431" y="5725"/>
                    <a:pt x="4431" y="4423"/>
                    <a:pt x="4523" y="3122"/>
                  </a:cubicBezTo>
                  <a:cubicBezTo>
                    <a:pt x="4615" y="1821"/>
                    <a:pt x="4800" y="520"/>
                    <a:pt x="5077" y="520"/>
                  </a:cubicBezTo>
                  <a:cubicBezTo>
                    <a:pt x="5354" y="520"/>
                    <a:pt x="5723" y="1821"/>
                    <a:pt x="6000" y="3643"/>
                  </a:cubicBezTo>
                  <a:cubicBezTo>
                    <a:pt x="6277" y="5464"/>
                    <a:pt x="6462" y="7806"/>
                    <a:pt x="6554" y="8327"/>
                  </a:cubicBezTo>
                  <a:cubicBezTo>
                    <a:pt x="6646" y="8847"/>
                    <a:pt x="6646" y="7546"/>
                    <a:pt x="6831" y="6245"/>
                  </a:cubicBezTo>
                  <a:cubicBezTo>
                    <a:pt x="7015" y="4944"/>
                    <a:pt x="7385" y="3643"/>
                    <a:pt x="7938" y="3382"/>
                  </a:cubicBezTo>
                  <a:cubicBezTo>
                    <a:pt x="8492" y="3122"/>
                    <a:pt x="9231" y="3903"/>
                    <a:pt x="9692" y="5594"/>
                  </a:cubicBezTo>
                  <a:cubicBezTo>
                    <a:pt x="10154" y="7286"/>
                    <a:pt x="10338" y="9888"/>
                    <a:pt x="10431" y="12361"/>
                  </a:cubicBezTo>
                  <a:cubicBezTo>
                    <a:pt x="10523" y="14833"/>
                    <a:pt x="10523" y="17175"/>
                    <a:pt x="10431" y="17566"/>
                  </a:cubicBezTo>
                  <a:cubicBezTo>
                    <a:pt x="10338" y="17956"/>
                    <a:pt x="10154" y="16394"/>
                    <a:pt x="10062" y="14052"/>
                  </a:cubicBezTo>
                  <a:cubicBezTo>
                    <a:pt x="9969" y="11710"/>
                    <a:pt x="9969" y="8587"/>
                    <a:pt x="10062" y="6245"/>
                  </a:cubicBezTo>
                  <a:cubicBezTo>
                    <a:pt x="10154" y="3903"/>
                    <a:pt x="10338" y="2341"/>
                    <a:pt x="10892" y="1300"/>
                  </a:cubicBezTo>
                  <a:cubicBezTo>
                    <a:pt x="11446" y="259"/>
                    <a:pt x="12369" y="-261"/>
                    <a:pt x="13015" y="129"/>
                  </a:cubicBezTo>
                  <a:cubicBezTo>
                    <a:pt x="13662" y="520"/>
                    <a:pt x="14031" y="1821"/>
                    <a:pt x="14215" y="4553"/>
                  </a:cubicBezTo>
                  <a:cubicBezTo>
                    <a:pt x="14400" y="7286"/>
                    <a:pt x="14400" y="11450"/>
                    <a:pt x="14308" y="14182"/>
                  </a:cubicBezTo>
                  <a:cubicBezTo>
                    <a:pt x="14215" y="16915"/>
                    <a:pt x="14031" y="18216"/>
                    <a:pt x="13754" y="18216"/>
                  </a:cubicBezTo>
                  <a:cubicBezTo>
                    <a:pt x="13477" y="18216"/>
                    <a:pt x="13108" y="16915"/>
                    <a:pt x="12923" y="14963"/>
                  </a:cubicBezTo>
                  <a:cubicBezTo>
                    <a:pt x="12738" y="13011"/>
                    <a:pt x="12738" y="10409"/>
                    <a:pt x="12923" y="8457"/>
                  </a:cubicBezTo>
                  <a:cubicBezTo>
                    <a:pt x="13108" y="6505"/>
                    <a:pt x="13477" y="5204"/>
                    <a:pt x="14031" y="4163"/>
                  </a:cubicBezTo>
                  <a:cubicBezTo>
                    <a:pt x="14585" y="3122"/>
                    <a:pt x="15323" y="2341"/>
                    <a:pt x="15969" y="2472"/>
                  </a:cubicBezTo>
                  <a:cubicBezTo>
                    <a:pt x="16615" y="2602"/>
                    <a:pt x="17169" y="3643"/>
                    <a:pt x="17631" y="5594"/>
                  </a:cubicBezTo>
                  <a:cubicBezTo>
                    <a:pt x="18092" y="7546"/>
                    <a:pt x="18462" y="10409"/>
                    <a:pt x="18554" y="12881"/>
                  </a:cubicBezTo>
                  <a:cubicBezTo>
                    <a:pt x="18646" y="15353"/>
                    <a:pt x="18462" y="17435"/>
                    <a:pt x="18185" y="17305"/>
                  </a:cubicBezTo>
                  <a:cubicBezTo>
                    <a:pt x="17908" y="17175"/>
                    <a:pt x="17538" y="14833"/>
                    <a:pt x="17354" y="12231"/>
                  </a:cubicBezTo>
                  <a:cubicBezTo>
                    <a:pt x="17169" y="9628"/>
                    <a:pt x="17169" y="6766"/>
                    <a:pt x="17262" y="4684"/>
                  </a:cubicBezTo>
                  <a:cubicBezTo>
                    <a:pt x="17354" y="2602"/>
                    <a:pt x="17538" y="1300"/>
                    <a:pt x="18000" y="1040"/>
                  </a:cubicBezTo>
                  <a:cubicBezTo>
                    <a:pt x="18462" y="780"/>
                    <a:pt x="19200" y="1561"/>
                    <a:pt x="19846" y="4033"/>
                  </a:cubicBezTo>
                  <a:cubicBezTo>
                    <a:pt x="20492" y="6505"/>
                    <a:pt x="21046" y="10669"/>
                    <a:pt x="21323" y="13402"/>
                  </a:cubicBezTo>
                  <a:cubicBezTo>
                    <a:pt x="21600" y="16134"/>
                    <a:pt x="21600" y="17435"/>
                    <a:pt x="21600" y="18737"/>
                  </a:cubicBezTo>
                  <a:cubicBezTo>
                    <a:pt x="21600" y="20038"/>
                    <a:pt x="21600" y="21339"/>
                    <a:pt x="21323" y="21339"/>
                  </a:cubicBezTo>
                  <a:cubicBezTo>
                    <a:pt x="21046" y="21339"/>
                    <a:pt x="20492" y="20038"/>
                    <a:pt x="20031" y="17435"/>
                  </a:cubicBezTo>
                  <a:cubicBezTo>
                    <a:pt x="19569" y="14833"/>
                    <a:pt x="19200" y="10929"/>
                    <a:pt x="19015" y="8327"/>
                  </a:cubicBezTo>
                  <a:cubicBezTo>
                    <a:pt x="18831" y="5725"/>
                    <a:pt x="18831" y="4423"/>
                    <a:pt x="19108" y="3252"/>
                  </a:cubicBezTo>
                  <a:cubicBezTo>
                    <a:pt x="19385" y="2081"/>
                    <a:pt x="19938" y="1040"/>
                    <a:pt x="20308" y="1170"/>
                  </a:cubicBezTo>
                  <a:cubicBezTo>
                    <a:pt x="20677" y="1300"/>
                    <a:pt x="20862" y="2602"/>
                    <a:pt x="20954" y="4553"/>
                  </a:cubicBezTo>
                  <a:cubicBezTo>
                    <a:pt x="21046" y="6505"/>
                    <a:pt x="21046" y="9108"/>
                    <a:pt x="20862" y="11059"/>
                  </a:cubicBezTo>
                  <a:cubicBezTo>
                    <a:pt x="20677" y="13011"/>
                    <a:pt x="20308" y="14312"/>
                    <a:pt x="19662" y="15223"/>
                  </a:cubicBezTo>
                  <a:cubicBezTo>
                    <a:pt x="19015" y="16134"/>
                    <a:pt x="18092" y="16655"/>
                    <a:pt x="17262" y="16525"/>
                  </a:cubicBezTo>
                  <a:cubicBezTo>
                    <a:pt x="16431" y="16394"/>
                    <a:pt x="15692" y="15614"/>
                    <a:pt x="14862" y="13792"/>
                  </a:cubicBezTo>
                  <a:cubicBezTo>
                    <a:pt x="14031" y="11970"/>
                    <a:pt x="13108" y="9108"/>
                    <a:pt x="12369" y="7156"/>
                  </a:cubicBezTo>
                  <a:cubicBezTo>
                    <a:pt x="11631" y="5204"/>
                    <a:pt x="11077" y="4163"/>
                    <a:pt x="10800" y="4293"/>
                  </a:cubicBezTo>
                  <a:cubicBezTo>
                    <a:pt x="10523" y="4423"/>
                    <a:pt x="10523" y="5725"/>
                    <a:pt x="10431" y="7676"/>
                  </a:cubicBezTo>
                  <a:cubicBezTo>
                    <a:pt x="10338" y="9628"/>
                    <a:pt x="10154" y="12231"/>
                    <a:pt x="9785" y="14182"/>
                  </a:cubicBezTo>
                  <a:cubicBezTo>
                    <a:pt x="9415" y="16134"/>
                    <a:pt x="8862" y="17435"/>
                    <a:pt x="8308" y="17566"/>
                  </a:cubicBezTo>
                  <a:cubicBezTo>
                    <a:pt x="7754" y="17696"/>
                    <a:pt x="7200" y="16655"/>
                    <a:pt x="6554" y="14443"/>
                  </a:cubicBezTo>
                  <a:cubicBezTo>
                    <a:pt x="5908" y="12231"/>
                    <a:pt x="5169" y="8847"/>
                    <a:pt x="4615" y="6505"/>
                  </a:cubicBezTo>
                  <a:cubicBezTo>
                    <a:pt x="4062" y="4163"/>
                    <a:pt x="3692" y="2862"/>
                    <a:pt x="3508" y="2992"/>
                  </a:cubicBezTo>
                  <a:cubicBezTo>
                    <a:pt x="3323" y="3122"/>
                    <a:pt x="3323" y="4684"/>
                    <a:pt x="3323" y="6375"/>
                  </a:cubicBezTo>
                  <a:cubicBezTo>
                    <a:pt x="3323" y="8067"/>
                    <a:pt x="3323" y="9888"/>
                    <a:pt x="3231" y="11450"/>
                  </a:cubicBezTo>
                  <a:cubicBezTo>
                    <a:pt x="3138" y="13011"/>
                    <a:pt x="2954" y="14312"/>
                    <a:pt x="2400" y="15093"/>
                  </a:cubicBezTo>
                  <a:cubicBezTo>
                    <a:pt x="1846" y="15874"/>
                    <a:pt x="923" y="16134"/>
                    <a:pt x="0" y="16394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5" name="Línea"/>
            <p:cNvSpPr/>
            <p:nvPr/>
          </p:nvSpPr>
          <p:spPr>
            <a:xfrm>
              <a:off x="18226997" y="3573426"/>
              <a:ext cx="283607" cy="170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6" name="Línea"/>
            <p:cNvSpPr/>
            <p:nvPr/>
          </p:nvSpPr>
          <p:spPr>
            <a:xfrm>
              <a:off x="18510603" y="3252006"/>
              <a:ext cx="18908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7" name="Línea"/>
            <p:cNvSpPr/>
            <p:nvPr/>
          </p:nvSpPr>
          <p:spPr>
            <a:xfrm>
              <a:off x="18248619" y="3270913"/>
              <a:ext cx="148542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fill="norm" stroke="1" extrusionOk="0">
                  <a:moveTo>
                    <a:pt x="21212" y="0"/>
                  </a:moveTo>
                  <a:cubicBezTo>
                    <a:pt x="21212" y="2000"/>
                    <a:pt x="21212" y="4000"/>
                    <a:pt x="19862" y="4200"/>
                  </a:cubicBezTo>
                  <a:cubicBezTo>
                    <a:pt x="18512" y="4400"/>
                    <a:pt x="15812" y="2800"/>
                    <a:pt x="14912" y="3000"/>
                  </a:cubicBezTo>
                  <a:cubicBezTo>
                    <a:pt x="14012" y="3200"/>
                    <a:pt x="14912" y="5200"/>
                    <a:pt x="15362" y="8000"/>
                  </a:cubicBezTo>
                  <a:cubicBezTo>
                    <a:pt x="15812" y="10800"/>
                    <a:pt x="15812" y="14400"/>
                    <a:pt x="14462" y="15400"/>
                  </a:cubicBezTo>
                  <a:cubicBezTo>
                    <a:pt x="13112" y="16400"/>
                    <a:pt x="10412" y="14800"/>
                    <a:pt x="8612" y="13000"/>
                  </a:cubicBezTo>
                  <a:cubicBezTo>
                    <a:pt x="6812" y="11200"/>
                    <a:pt x="5912" y="9200"/>
                    <a:pt x="5012" y="7200"/>
                  </a:cubicBezTo>
                  <a:cubicBezTo>
                    <a:pt x="4112" y="5200"/>
                    <a:pt x="3212" y="3200"/>
                    <a:pt x="3212" y="3200"/>
                  </a:cubicBezTo>
                  <a:cubicBezTo>
                    <a:pt x="3212" y="3200"/>
                    <a:pt x="4112" y="5200"/>
                    <a:pt x="5462" y="7200"/>
                  </a:cubicBezTo>
                  <a:cubicBezTo>
                    <a:pt x="6812" y="9200"/>
                    <a:pt x="8612" y="11200"/>
                    <a:pt x="7712" y="11000"/>
                  </a:cubicBezTo>
                  <a:cubicBezTo>
                    <a:pt x="6812" y="10800"/>
                    <a:pt x="3212" y="8400"/>
                    <a:pt x="1412" y="8200"/>
                  </a:cubicBezTo>
                  <a:cubicBezTo>
                    <a:pt x="-388" y="8000"/>
                    <a:pt x="-388" y="10000"/>
                    <a:pt x="962" y="12600"/>
                  </a:cubicBezTo>
                  <a:cubicBezTo>
                    <a:pt x="2312" y="15200"/>
                    <a:pt x="5012" y="18400"/>
                    <a:pt x="7712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8" name="Línea"/>
            <p:cNvSpPr/>
            <p:nvPr/>
          </p:nvSpPr>
          <p:spPr>
            <a:xfrm>
              <a:off x="17546346" y="2136492"/>
              <a:ext cx="756282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600" y="18000"/>
                    <a:pt x="7200" y="14400"/>
                    <a:pt x="10800" y="10800"/>
                  </a:cubicBezTo>
                  <a:cubicBezTo>
                    <a:pt x="14400" y="7200"/>
                    <a:pt x="18000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09" name="Línea"/>
            <p:cNvSpPr/>
            <p:nvPr/>
          </p:nvSpPr>
          <p:spPr>
            <a:xfrm>
              <a:off x="17536033" y="2179745"/>
              <a:ext cx="785500" cy="435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033" fill="norm" stroke="1" extrusionOk="0">
                  <a:moveTo>
                    <a:pt x="18945" y="650"/>
                  </a:moveTo>
                  <a:cubicBezTo>
                    <a:pt x="19809" y="346"/>
                    <a:pt x="20673" y="41"/>
                    <a:pt x="21105" y="650"/>
                  </a:cubicBezTo>
                  <a:cubicBezTo>
                    <a:pt x="21537" y="1258"/>
                    <a:pt x="21537" y="2779"/>
                    <a:pt x="21537" y="5822"/>
                  </a:cubicBezTo>
                  <a:cubicBezTo>
                    <a:pt x="21537" y="8864"/>
                    <a:pt x="21537" y="13427"/>
                    <a:pt x="21451" y="16470"/>
                  </a:cubicBezTo>
                  <a:cubicBezTo>
                    <a:pt x="21364" y="19512"/>
                    <a:pt x="21191" y="21033"/>
                    <a:pt x="20932" y="21033"/>
                  </a:cubicBezTo>
                  <a:cubicBezTo>
                    <a:pt x="20673" y="21033"/>
                    <a:pt x="20327" y="19512"/>
                    <a:pt x="19982" y="17230"/>
                  </a:cubicBezTo>
                  <a:cubicBezTo>
                    <a:pt x="19636" y="14948"/>
                    <a:pt x="19291" y="11906"/>
                    <a:pt x="19031" y="9625"/>
                  </a:cubicBezTo>
                  <a:cubicBezTo>
                    <a:pt x="18772" y="7343"/>
                    <a:pt x="18599" y="5822"/>
                    <a:pt x="18513" y="5822"/>
                  </a:cubicBezTo>
                  <a:cubicBezTo>
                    <a:pt x="18427" y="5822"/>
                    <a:pt x="18427" y="7343"/>
                    <a:pt x="18427" y="8864"/>
                  </a:cubicBezTo>
                  <a:cubicBezTo>
                    <a:pt x="18427" y="10385"/>
                    <a:pt x="18427" y="11906"/>
                    <a:pt x="18340" y="13427"/>
                  </a:cubicBezTo>
                  <a:cubicBezTo>
                    <a:pt x="18254" y="14948"/>
                    <a:pt x="18081" y="16470"/>
                    <a:pt x="17822" y="16470"/>
                  </a:cubicBezTo>
                  <a:cubicBezTo>
                    <a:pt x="17563" y="16470"/>
                    <a:pt x="17217" y="14948"/>
                    <a:pt x="16871" y="13275"/>
                  </a:cubicBezTo>
                  <a:cubicBezTo>
                    <a:pt x="16526" y="11602"/>
                    <a:pt x="16180" y="9777"/>
                    <a:pt x="15921" y="8103"/>
                  </a:cubicBezTo>
                  <a:cubicBezTo>
                    <a:pt x="15662" y="6430"/>
                    <a:pt x="15489" y="4909"/>
                    <a:pt x="15403" y="4909"/>
                  </a:cubicBezTo>
                  <a:cubicBezTo>
                    <a:pt x="15316" y="4909"/>
                    <a:pt x="15316" y="6430"/>
                    <a:pt x="15403" y="7951"/>
                  </a:cubicBezTo>
                  <a:cubicBezTo>
                    <a:pt x="15489" y="9472"/>
                    <a:pt x="15662" y="10994"/>
                    <a:pt x="15662" y="12971"/>
                  </a:cubicBezTo>
                  <a:cubicBezTo>
                    <a:pt x="15662" y="14948"/>
                    <a:pt x="15489" y="17382"/>
                    <a:pt x="15057" y="17991"/>
                  </a:cubicBezTo>
                  <a:cubicBezTo>
                    <a:pt x="14625" y="18599"/>
                    <a:pt x="13934" y="17382"/>
                    <a:pt x="13156" y="14492"/>
                  </a:cubicBezTo>
                  <a:cubicBezTo>
                    <a:pt x="12379" y="11602"/>
                    <a:pt x="11515" y="7039"/>
                    <a:pt x="10910" y="3996"/>
                  </a:cubicBezTo>
                  <a:cubicBezTo>
                    <a:pt x="10305" y="954"/>
                    <a:pt x="9959" y="-567"/>
                    <a:pt x="9959" y="194"/>
                  </a:cubicBezTo>
                  <a:cubicBezTo>
                    <a:pt x="9959" y="954"/>
                    <a:pt x="10305" y="3996"/>
                    <a:pt x="10478" y="7191"/>
                  </a:cubicBezTo>
                  <a:cubicBezTo>
                    <a:pt x="10651" y="10385"/>
                    <a:pt x="10651" y="13732"/>
                    <a:pt x="10564" y="16165"/>
                  </a:cubicBezTo>
                  <a:cubicBezTo>
                    <a:pt x="10478" y="18599"/>
                    <a:pt x="10305" y="20120"/>
                    <a:pt x="9787" y="20577"/>
                  </a:cubicBezTo>
                  <a:cubicBezTo>
                    <a:pt x="9268" y="21033"/>
                    <a:pt x="8404" y="20425"/>
                    <a:pt x="7713" y="18599"/>
                  </a:cubicBezTo>
                  <a:cubicBezTo>
                    <a:pt x="7022" y="16774"/>
                    <a:pt x="6503" y="13732"/>
                    <a:pt x="5985" y="11450"/>
                  </a:cubicBezTo>
                  <a:cubicBezTo>
                    <a:pt x="5467" y="9168"/>
                    <a:pt x="4948" y="7647"/>
                    <a:pt x="4603" y="5974"/>
                  </a:cubicBezTo>
                  <a:cubicBezTo>
                    <a:pt x="4257" y="4301"/>
                    <a:pt x="4084" y="2475"/>
                    <a:pt x="3998" y="2475"/>
                  </a:cubicBezTo>
                  <a:cubicBezTo>
                    <a:pt x="3911" y="2475"/>
                    <a:pt x="3911" y="4301"/>
                    <a:pt x="3998" y="6887"/>
                  </a:cubicBezTo>
                  <a:cubicBezTo>
                    <a:pt x="4084" y="9472"/>
                    <a:pt x="4257" y="12819"/>
                    <a:pt x="4343" y="15253"/>
                  </a:cubicBezTo>
                  <a:cubicBezTo>
                    <a:pt x="4430" y="17687"/>
                    <a:pt x="4430" y="19208"/>
                    <a:pt x="3998" y="19360"/>
                  </a:cubicBezTo>
                  <a:cubicBezTo>
                    <a:pt x="3566" y="19512"/>
                    <a:pt x="2702" y="18295"/>
                    <a:pt x="2097" y="16317"/>
                  </a:cubicBezTo>
                  <a:cubicBezTo>
                    <a:pt x="1492" y="14340"/>
                    <a:pt x="1147" y="11602"/>
                    <a:pt x="801" y="9168"/>
                  </a:cubicBezTo>
                  <a:cubicBezTo>
                    <a:pt x="455" y="6734"/>
                    <a:pt x="110" y="4605"/>
                    <a:pt x="23" y="4301"/>
                  </a:cubicBezTo>
                  <a:cubicBezTo>
                    <a:pt x="-63" y="3996"/>
                    <a:pt x="110" y="5518"/>
                    <a:pt x="196" y="8560"/>
                  </a:cubicBezTo>
                  <a:cubicBezTo>
                    <a:pt x="283" y="11602"/>
                    <a:pt x="283" y="16165"/>
                    <a:pt x="283" y="20729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0" name="Línea"/>
            <p:cNvSpPr/>
            <p:nvPr/>
          </p:nvSpPr>
          <p:spPr>
            <a:xfrm>
              <a:off x="17981206" y="1868146"/>
              <a:ext cx="555559" cy="192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307" fill="norm" stroke="1" extrusionOk="0">
                  <a:moveTo>
                    <a:pt x="0" y="4584"/>
                  </a:moveTo>
                  <a:cubicBezTo>
                    <a:pt x="4854" y="3888"/>
                    <a:pt x="9708" y="3191"/>
                    <a:pt x="12742" y="2842"/>
                  </a:cubicBezTo>
                  <a:cubicBezTo>
                    <a:pt x="15775" y="2494"/>
                    <a:pt x="16989" y="2494"/>
                    <a:pt x="18324" y="1797"/>
                  </a:cubicBezTo>
                  <a:cubicBezTo>
                    <a:pt x="19658" y="1101"/>
                    <a:pt x="21115" y="-293"/>
                    <a:pt x="21357" y="55"/>
                  </a:cubicBezTo>
                  <a:cubicBezTo>
                    <a:pt x="21600" y="404"/>
                    <a:pt x="20629" y="2494"/>
                    <a:pt x="18688" y="6326"/>
                  </a:cubicBezTo>
                  <a:cubicBezTo>
                    <a:pt x="16746" y="10159"/>
                    <a:pt x="13834" y="15733"/>
                    <a:pt x="10921" y="21307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1" name="Línea"/>
            <p:cNvSpPr/>
            <p:nvPr/>
          </p:nvSpPr>
          <p:spPr>
            <a:xfrm>
              <a:off x="18548418" y="1947422"/>
              <a:ext cx="18907" cy="548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2" name="Línea"/>
            <p:cNvSpPr/>
            <p:nvPr/>
          </p:nvSpPr>
          <p:spPr>
            <a:xfrm>
              <a:off x="18403462" y="2060864"/>
              <a:ext cx="124139" cy="359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fill="norm" stroke="1" extrusionOk="0">
                  <a:moveTo>
                    <a:pt x="15120" y="0"/>
                  </a:moveTo>
                  <a:cubicBezTo>
                    <a:pt x="17280" y="3789"/>
                    <a:pt x="19440" y="7579"/>
                    <a:pt x="20520" y="10421"/>
                  </a:cubicBezTo>
                  <a:cubicBezTo>
                    <a:pt x="21600" y="13263"/>
                    <a:pt x="21600" y="15158"/>
                    <a:pt x="19980" y="16863"/>
                  </a:cubicBezTo>
                  <a:cubicBezTo>
                    <a:pt x="18360" y="18568"/>
                    <a:pt x="15120" y="20084"/>
                    <a:pt x="12420" y="19705"/>
                  </a:cubicBezTo>
                  <a:cubicBezTo>
                    <a:pt x="9720" y="19326"/>
                    <a:pt x="7560" y="17053"/>
                    <a:pt x="5940" y="14779"/>
                  </a:cubicBezTo>
                  <a:cubicBezTo>
                    <a:pt x="4320" y="12505"/>
                    <a:pt x="3240" y="10232"/>
                    <a:pt x="2160" y="8147"/>
                  </a:cubicBezTo>
                  <a:cubicBezTo>
                    <a:pt x="1080" y="6063"/>
                    <a:pt x="0" y="4168"/>
                    <a:pt x="0" y="4358"/>
                  </a:cubicBezTo>
                  <a:cubicBezTo>
                    <a:pt x="0" y="4547"/>
                    <a:pt x="1080" y="6821"/>
                    <a:pt x="1620" y="10042"/>
                  </a:cubicBezTo>
                  <a:cubicBezTo>
                    <a:pt x="2160" y="13263"/>
                    <a:pt x="2160" y="17432"/>
                    <a:pt x="216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3" name="Línea"/>
            <p:cNvSpPr/>
            <p:nvPr/>
          </p:nvSpPr>
          <p:spPr>
            <a:xfrm>
              <a:off x="17677905" y="1960027"/>
              <a:ext cx="726539" cy="138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600" fill="norm" stroke="1" extrusionOk="0">
                  <a:moveTo>
                    <a:pt x="19962" y="21600"/>
                  </a:moveTo>
                  <a:cubicBezTo>
                    <a:pt x="20701" y="18655"/>
                    <a:pt x="21439" y="15709"/>
                    <a:pt x="21254" y="14236"/>
                  </a:cubicBezTo>
                  <a:cubicBezTo>
                    <a:pt x="21070" y="12764"/>
                    <a:pt x="19962" y="12764"/>
                    <a:pt x="17101" y="12273"/>
                  </a:cubicBezTo>
                  <a:cubicBezTo>
                    <a:pt x="14239" y="11782"/>
                    <a:pt x="9624" y="10800"/>
                    <a:pt x="6854" y="10800"/>
                  </a:cubicBezTo>
                  <a:cubicBezTo>
                    <a:pt x="4085" y="10800"/>
                    <a:pt x="3162" y="11782"/>
                    <a:pt x="3162" y="11782"/>
                  </a:cubicBezTo>
                  <a:cubicBezTo>
                    <a:pt x="3162" y="11782"/>
                    <a:pt x="4085" y="10800"/>
                    <a:pt x="6024" y="9327"/>
                  </a:cubicBezTo>
                  <a:cubicBezTo>
                    <a:pt x="7962" y="7855"/>
                    <a:pt x="10916" y="5891"/>
                    <a:pt x="12854" y="3927"/>
                  </a:cubicBezTo>
                  <a:cubicBezTo>
                    <a:pt x="14793" y="1964"/>
                    <a:pt x="15716" y="0"/>
                    <a:pt x="15716" y="0"/>
                  </a:cubicBezTo>
                  <a:cubicBezTo>
                    <a:pt x="15716" y="0"/>
                    <a:pt x="14793" y="1964"/>
                    <a:pt x="12485" y="4909"/>
                  </a:cubicBezTo>
                  <a:cubicBezTo>
                    <a:pt x="10177" y="7855"/>
                    <a:pt x="6485" y="11782"/>
                    <a:pt x="3993" y="14236"/>
                  </a:cubicBezTo>
                  <a:cubicBezTo>
                    <a:pt x="1501" y="16691"/>
                    <a:pt x="208" y="17673"/>
                    <a:pt x="24" y="18164"/>
                  </a:cubicBezTo>
                  <a:cubicBezTo>
                    <a:pt x="-161" y="18655"/>
                    <a:pt x="762" y="18655"/>
                    <a:pt x="2701" y="17182"/>
                  </a:cubicBezTo>
                  <a:cubicBezTo>
                    <a:pt x="4639" y="15709"/>
                    <a:pt x="7593" y="12764"/>
                    <a:pt x="10547" y="981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4" name="Línea"/>
            <p:cNvSpPr/>
            <p:nvPr/>
          </p:nvSpPr>
          <p:spPr>
            <a:xfrm>
              <a:off x="17451810" y="4726754"/>
              <a:ext cx="170164" cy="56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5" name="Línea"/>
            <p:cNvSpPr/>
            <p:nvPr/>
          </p:nvSpPr>
          <p:spPr>
            <a:xfrm>
              <a:off x="17565253" y="4726754"/>
              <a:ext cx="37814" cy="43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6" name="Línea"/>
            <p:cNvSpPr/>
            <p:nvPr/>
          </p:nvSpPr>
          <p:spPr>
            <a:xfrm>
              <a:off x="17338368" y="5199429"/>
              <a:ext cx="189071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7" name="Línea"/>
            <p:cNvSpPr/>
            <p:nvPr/>
          </p:nvSpPr>
          <p:spPr>
            <a:xfrm>
              <a:off x="17621973" y="4499869"/>
              <a:ext cx="264700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8" name="Línea"/>
            <p:cNvSpPr/>
            <p:nvPr/>
          </p:nvSpPr>
          <p:spPr>
            <a:xfrm>
              <a:off x="17735415" y="444314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19" name="Línea"/>
            <p:cNvSpPr/>
            <p:nvPr/>
          </p:nvSpPr>
          <p:spPr>
            <a:xfrm>
              <a:off x="17508531" y="4480962"/>
              <a:ext cx="245792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000"/>
                    <a:pt x="21600" y="8000"/>
                    <a:pt x="18000" y="11600"/>
                  </a:cubicBezTo>
                  <a:cubicBezTo>
                    <a:pt x="14400" y="15200"/>
                    <a:pt x="7200" y="18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0" name="Línea"/>
            <p:cNvSpPr/>
            <p:nvPr/>
          </p:nvSpPr>
          <p:spPr>
            <a:xfrm>
              <a:off x="17886672" y="4429307"/>
              <a:ext cx="85870" cy="448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359" fill="norm" stroke="1" extrusionOk="0">
                  <a:moveTo>
                    <a:pt x="0" y="1559"/>
                  </a:moveTo>
                  <a:cubicBezTo>
                    <a:pt x="6171" y="659"/>
                    <a:pt x="12343" y="-241"/>
                    <a:pt x="16200" y="59"/>
                  </a:cubicBezTo>
                  <a:cubicBezTo>
                    <a:pt x="20057" y="359"/>
                    <a:pt x="21600" y="1859"/>
                    <a:pt x="20829" y="5609"/>
                  </a:cubicBezTo>
                  <a:cubicBezTo>
                    <a:pt x="20057" y="9359"/>
                    <a:pt x="16971" y="15359"/>
                    <a:pt x="13886" y="21359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1" name="Línea"/>
            <p:cNvSpPr/>
            <p:nvPr/>
          </p:nvSpPr>
          <p:spPr>
            <a:xfrm>
              <a:off x="17584159" y="4896917"/>
              <a:ext cx="3214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2" name="Línea"/>
            <p:cNvSpPr/>
            <p:nvPr/>
          </p:nvSpPr>
          <p:spPr>
            <a:xfrm>
              <a:off x="17621973" y="4575497"/>
              <a:ext cx="237142" cy="415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18758" y="0"/>
                  </a:moveTo>
                  <a:cubicBezTo>
                    <a:pt x="19895" y="3273"/>
                    <a:pt x="21032" y="6545"/>
                    <a:pt x="21316" y="9000"/>
                  </a:cubicBezTo>
                  <a:cubicBezTo>
                    <a:pt x="21600" y="11455"/>
                    <a:pt x="21032" y="13091"/>
                    <a:pt x="19895" y="14891"/>
                  </a:cubicBezTo>
                  <a:cubicBezTo>
                    <a:pt x="18758" y="16691"/>
                    <a:pt x="17053" y="18655"/>
                    <a:pt x="15632" y="18818"/>
                  </a:cubicBezTo>
                  <a:cubicBezTo>
                    <a:pt x="14211" y="18982"/>
                    <a:pt x="13074" y="17345"/>
                    <a:pt x="12221" y="15709"/>
                  </a:cubicBezTo>
                  <a:cubicBezTo>
                    <a:pt x="11368" y="14073"/>
                    <a:pt x="10800" y="12436"/>
                    <a:pt x="10516" y="10800"/>
                  </a:cubicBezTo>
                  <a:cubicBezTo>
                    <a:pt x="10231" y="9164"/>
                    <a:pt x="10231" y="7527"/>
                    <a:pt x="10231" y="7527"/>
                  </a:cubicBezTo>
                  <a:cubicBezTo>
                    <a:pt x="10231" y="7527"/>
                    <a:pt x="10231" y="9164"/>
                    <a:pt x="10231" y="10964"/>
                  </a:cubicBezTo>
                  <a:cubicBezTo>
                    <a:pt x="10231" y="12764"/>
                    <a:pt x="10231" y="14727"/>
                    <a:pt x="9663" y="16527"/>
                  </a:cubicBezTo>
                  <a:cubicBezTo>
                    <a:pt x="9095" y="18327"/>
                    <a:pt x="7958" y="19964"/>
                    <a:pt x="6253" y="19800"/>
                  </a:cubicBezTo>
                  <a:cubicBezTo>
                    <a:pt x="4547" y="19636"/>
                    <a:pt x="2274" y="17673"/>
                    <a:pt x="1137" y="17673"/>
                  </a:cubicBezTo>
                  <a:cubicBezTo>
                    <a:pt x="0" y="17673"/>
                    <a:pt x="0" y="1963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3" name="Línea"/>
            <p:cNvSpPr/>
            <p:nvPr/>
          </p:nvSpPr>
          <p:spPr>
            <a:xfrm>
              <a:off x="17376182" y="4764568"/>
              <a:ext cx="113442" cy="3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3789"/>
                    <a:pt x="19200" y="7579"/>
                    <a:pt x="17400" y="10989"/>
                  </a:cubicBezTo>
                  <a:cubicBezTo>
                    <a:pt x="15600" y="14400"/>
                    <a:pt x="13200" y="17432"/>
                    <a:pt x="10800" y="17811"/>
                  </a:cubicBezTo>
                  <a:cubicBezTo>
                    <a:pt x="8400" y="18189"/>
                    <a:pt x="6000" y="15916"/>
                    <a:pt x="4200" y="13832"/>
                  </a:cubicBezTo>
                  <a:cubicBezTo>
                    <a:pt x="2400" y="11747"/>
                    <a:pt x="1200" y="9853"/>
                    <a:pt x="600" y="7958"/>
                  </a:cubicBezTo>
                  <a:cubicBezTo>
                    <a:pt x="0" y="6063"/>
                    <a:pt x="0" y="4168"/>
                    <a:pt x="0" y="6442"/>
                  </a:cubicBezTo>
                  <a:cubicBezTo>
                    <a:pt x="0" y="8716"/>
                    <a:pt x="0" y="1515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4" name="Línea"/>
            <p:cNvSpPr/>
            <p:nvPr/>
          </p:nvSpPr>
          <p:spPr>
            <a:xfrm>
              <a:off x="17508531" y="5445220"/>
              <a:ext cx="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21600"/>
                  </a:moveTo>
                  <a:cubicBezTo>
                    <a:pt x="-5400" y="14400"/>
                    <a:pt x="-5400" y="7200"/>
                    <a:pt x="162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5" name="Línea"/>
            <p:cNvSpPr/>
            <p:nvPr/>
          </p:nvSpPr>
          <p:spPr>
            <a:xfrm>
              <a:off x="17432903" y="5293964"/>
              <a:ext cx="37816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6" name="Línea"/>
            <p:cNvSpPr/>
            <p:nvPr/>
          </p:nvSpPr>
          <p:spPr>
            <a:xfrm>
              <a:off x="17376032" y="5634290"/>
              <a:ext cx="472826" cy="92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1060" fill="norm" stroke="1" extrusionOk="0">
                  <a:moveTo>
                    <a:pt x="860" y="0"/>
                  </a:moveTo>
                  <a:cubicBezTo>
                    <a:pt x="291" y="7200"/>
                    <a:pt x="-277" y="14400"/>
                    <a:pt x="149" y="18000"/>
                  </a:cubicBezTo>
                  <a:cubicBezTo>
                    <a:pt x="576" y="21600"/>
                    <a:pt x="1997" y="21600"/>
                    <a:pt x="5691" y="20160"/>
                  </a:cubicBezTo>
                  <a:cubicBezTo>
                    <a:pt x="9386" y="18720"/>
                    <a:pt x="15355" y="15840"/>
                    <a:pt x="21323" y="1296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7" name="Línea"/>
            <p:cNvSpPr/>
            <p:nvPr/>
          </p:nvSpPr>
          <p:spPr>
            <a:xfrm>
              <a:off x="17508531" y="5123801"/>
              <a:ext cx="415955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8" name="Línea"/>
            <p:cNvSpPr/>
            <p:nvPr/>
          </p:nvSpPr>
          <p:spPr>
            <a:xfrm>
              <a:off x="17432903" y="5218336"/>
              <a:ext cx="490795" cy="490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261" fill="norm" stroke="1" extrusionOk="0">
                  <a:moveTo>
                    <a:pt x="20769" y="0"/>
                  </a:moveTo>
                  <a:cubicBezTo>
                    <a:pt x="21046" y="5468"/>
                    <a:pt x="21323" y="10937"/>
                    <a:pt x="21462" y="14765"/>
                  </a:cubicBezTo>
                  <a:cubicBezTo>
                    <a:pt x="21600" y="18592"/>
                    <a:pt x="21600" y="20780"/>
                    <a:pt x="21462" y="21190"/>
                  </a:cubicBezTo>
                  <a:cubicBezTo>
                    <a:pt x="21323" y="21600"/>
                    <a:pt x="21046" y="20233"/>
                    <a:pt x="20631" y="17362"/>
                  </a:cubicBezTo>
                  <a:cubicBezTo>
                    <a:pt x="20215" y="14491"/>
                    <a:pt x="19662" y="10116"/>
                    <a:pt x="19108" y="6972"/>
                  </a:cubicBezTo>
                  <a:cubicBezTo>
                    <a:pt x="18554" y="3828"/>
                    <a:pt x="18000" y="1914"/>
                    <a:pt x="17723" y="1640"/>
                  </a:cubicBezTo>
                  <a:cubicBezTo>
                    <a:pt x="17446" y="1367"/>
                    <a:pt x="17446" y="2734"/>
                    <a:pt x="17446" y="5468"/>
                  </a:cubicBezTo>
                  <a:cubicBezTo>
                    <a:pt x="17446" y="8203"/>
                    <a:pt x="17446" y="12304"/>
                    <a:pt x="17446" y="15038"/>
                  </a:cubicBezTo>
                  <a:cubicBezTo>
                    <a:pt x="17446" y="17772"/>
                    <a:pt x="17446" y="19139"/>
                    <a:pt x="17169" y="19139"/>
                  </a:cubicBezTo>
                  <a:cubicBezTo>
                    <a:pt x="16892" y="19139"/>
                    <a:pt x="16338" y="17772"/>
                    <a:pt x="15508" y="15038"/>
                  </a:cubicBezTo>
                  <a:cubicBezTo>
                    <a:pt x="14677" y="12304"/>
                    <a:pt x="13569" y="8203"/>
                    <a:pt x="12877" y="5332"/>
                  </a:cubicBezTo>
                  <a:cubicBezTo>
                    <a:pt x="12185" y="2461"/>
                    <a:pt x="11908" y="820"/>
                    <a:pt x="11908" y="1504"/>
                  </a:cubicBezTo>
                  <a:cubicBezTo>
                    <a:pt x="11908" y="2187"/>
                    <a:pt x="12185" y="5195"/>
                    <a:pt x="12323" y="8066"/>
                  </a:cubicBezTo>
                  <a:cubicBezTo>
                    <a:pt x="12462" y="10937"/>
                    <a:pt x="12462" y="13671"/>
                    <a:pt x="12323" y="15722"/>
                  </a:cubicBezTo>
                  <a:cubicBezTo>
                    <a:pt x="12185" y="17772"/>
                    <a:pt x="11908" y="19139"/>
                    <a:pt x="11354" y="19139"/>
                  </a:cubicBezTo>
                  <a:cubicBezTo>
                    <a:pt x="10800" y="19139"/>
                    <a:pt x="9969" y="17772"/>
                    <a:pt x="9277" y="15585"/>
                  </a:cubicBezTo>
                  <a:cubicBezTo>
                    <a:pt x="8585" y="13397"/>
                    <a:pt x="8031" y="10390"/>
                    <a:pt x="7477" y="7929"/>
                  </a:cubicBezTo>
                  <a:cubicBezTo>
                    <a:pt x="6923" y="5468"/>
                    <a:pt x="6369" y="3554"/>
                    <a:pt x="6092" y="3418"/>
                  </a:cubicBezTo>
                  <a:cubicBezTo>
                    <a:pt x="5815" y="3281"/>
                    <a:pt x="5815" y="4922"/>
                    <a:pt x="5815" y="7246"/>
                  </a:cubicBezTo>
                  <a:cubicBezTo>
                    <a:pt x="5815" y="9570"/>
                    <a:pt x="5815" y="12577"/>
                    <a:pt x="5677" y="15038"/>
                  </a:cubicBezTo>
                  <a:cubicBezTo>
                    <a:pt x="5538" y="17499"/>
                    <a:pt x="5262" y="19413"/>
                    <a:pt x="4708" y="19549"/>
                  </a:cubicBezTo>
                  <a:cubicBezTo>
                    <a:pt x="4154" y="19686"/>
                    <a:pt x="3323" y="18046"/>
                    <a:pt x="2769" y="15585"/>
                  </a:cubicBezTo>
                  <a:cubicBezTo>
                    <a:pt x="2215" y="13124"/>
                    <a:pt x="1938" y="9843"/>
                    <a:pt x="1662" y="7382"/>
                  </a:cubicBezTo>
                  <a:cubicBezTo>
                    <a:pt x="1385" y="4922"/>
                    <a:pt x="1108" y="3281"/>
                    <a:pt x="969" y="3281"/>
                  </a:cubicBezTo>
                  <a:cubicBezTo>
                    <a:pt x="831" y="3281"/>
                    <a:pt x="831" y="4922"/>
                    <a:pt x="692" y="7246"/>
                  </a:cubicBezTo>
                  <a:cubicBezTo>
                    <a:pt x="554" y="9570"/>
                    <a:pt x="277" y="12577"/>
                    <a:pt x="0" y="1558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29" name="Línea"/>
            <p:cNvSpPr/>
            <p:nvPr/>
          </p:nvSpPr>
          <p:spPr>
            <a:xfrm>
              <a:off x="17962300" y="5010359"/>
              <a:ext cx="283605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800" y="4800"/>
                    <a:pt x="12000" y="9600"/>
                    <a:pt x="8400" y="13200"/>
                  </a:cubicBezTo>
                  <a:cubicBezTo>
                    <a:pt x="4800" y="16800"/>
                    <a:pt x="2400" y="19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0" name="Línea"/>
            <p:cNvSpPr/>
            <p:nvPr/>
          </p:nvSpPr>
          <p:spPr>
            <a:xfrm>
              <a:off x="17924485" y="4878010"/>
              <a:ext cx="359235" cy="75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1" name="Línea"/>
            <p:cNvSpPr/>
            <p:nvPr/>
          </p:nvSpPr>
          <p:spPr>
            <a:xfrm>
              <a:off x="17823648" y="4934731"/>
              <a:ext cx="233187" cy="14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77" fill="norm" stroke="1" extrusionOk="0">
                  <a:moveTo>
                    <a:pt x="14595" y="0"/>
                  </a:moveTo>
                  <a:cubicBezTo>
                    <a:pt x="11676" y="2700"/>
                    <a:pt x="8757" y="5400"/>
                    <a:pt x="5838" y="7650"/>
                  </a:cubicBezTo>
                  <a:cubicBezTo>
                    <a:pt x="2919" y="9900"/>
                    <a:pt x="0" y="11700"/>
                    <a:pt x="0" y="13050"/>
                  </a:cubicBezTo>
                  <a:cubicBezTo>
                    <a:pt x="0" y="14400"/>
                    <a:pt x="2919" y="15300"/>
                    <a:pt x="5838" y="15300"/>
                  </a:cubicBezTo>
                  <a:cubicBezTo>
                    <a:pt x="8757" y="15300"/>
                    <a:pt x="11676" y="14400"/>
                    <a:pt x="14886" y="13050"/>
                  </a:cubicBezTo>
                  <a:cubicBezTo>
                    <a:pt x="18097" y="11700"/>
                    <a:pt x="21600" y="9900"/>
                    <a:pt x="21600" y="10350"/>
                  </a:cubicBezTo>
                  <a:cubicBezTo>
                    <a:pt x="21600" y="10800"/>
                    <a:pt x="18097" y="13500"/>
                    <a:pt x="14886" y="16200"/>
                  </a:cubicBezTo>
                  <a:cubicBezTo>
                    <a:pt x="11676" y="18900"/>
                    <a:pt x="8757" y="21600"/>
                    <a:pt x="9632" y="20700"/>
                  </a:cubicBezTo>
                  <a:cubicBezTo>
                    <a:pt x="10508" y="19800"/>
                    <a:pt x="15178" y="15300"/>
                    <a:pt x="19849" y="108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2" name="Línea"/>
            <p:cNvSpPr/>
            <p:nvPr/>
          </p:nvSpPr>
          <p:spPr>
            <a:xfrm>
              <a:off x="18283719" y="4991451"/>
              <a:ext cx="37814" cy="397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3" name="Línea"/>
            <p:cNvSpPr/>
            <p:nvPr/>
          </p:nvSpPr>
          <p:spPr>
            <a:xfrm>
              <a:off x="17943393" y="5426313"/>
              <a:ext cx="3214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4" name="Línea"/>
            <p:cNvSpPr/>
            <p:nvPr/>
          </p:nvSpPr>
          <p:spPr>
            <a:xfrm>
              <a:off x="18029956" y="5186824"/>
              <a:ext cx="209647" cy="390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3" h="21600" fill="norm" stroke="1" extrusionOk="0">
                  <a:moveTo>
                    <a:pt x="19862" y="697"/>
                  </a:moveTo>
                  <a:cubicBezTo>
                    <a:pt x="20498" y="2439"/>
                    <a:pt x="21133" y="4181"/>
                    <a:pt x="21133" y="5923"/>
                  </a:cubicBezTo>
                  <a:cubicBezTo>
                    <a:pt x="21133" y="7665"/>
                    <a:pt x="20498" y="9406"/>
                    <a:pt x="19545" y="9232"/>
                  </a:cubicBezTo>
                  <a:cubicBezTo>
                    <a:pt x="18592" y="9058"/>
                    <a:pt x="17321" y="6968"/>
                    <a:pt x="16368" y="4703"/>
                  </a:cubicBezTo>
                  <a:cubicBezTo>
                    <a:pt x="15415" y="2439"/>
                    <a:pt x="14780" y="0"/>
                    <a:pt x="14780" y="0"/>
                  </a:cubicBezTo>
                  <a:cubicBezTo>
                    <a:pt x="14780" y="0"/>
                    <a:pt x="15415" y="2439"/>
                    <a:pt x="15733" y="4529"/>
                  </a:cubicBezTo>
                  <a:cubicBezTo>
                    <a:pt x="16051" y="6619"/>
                    <a:pt x="16051" y="8361"/>
                    <a:pt x="16051" y="10103"/>
                  </a:cubicBezTo>
                  <a:cubicBezTo>
                    <a:pt x="16051" y="11845"/>
                    <a:pt x="16051" y="13587"/>
                    <a:pt x="14780" y="13761"/>
                  </a:cubicBezTo>
                  <a:cubicBezTo>
                    <a:pt x="13510" y="13935"/>
                    <a:pt x="10968" y="12542"/>
                    <a:pt x="9380" y="10974"/>
                  </a:cubicBezTo>
                  <a:cubicBezTo>
                    <a:pt x="7792" y="9406"/>
                    <a:pt x="7157" y="7665"/>
                    <a:pt x="6839" y="7665"/>
                  </a:cubicBezTo>
                  <a:cubicBezTo>
                    <a:pt x="6521" y="7665"/>
                    <a:pt x="6521" y="9406"/>
                    <a:pt x="5251" y="9232"/>
                  </a:cubicBezTo>
                  <a:cubicBezTo>
                    <a:pt x="3980" y="9058"/>
                    <a:pt x="1439" y="6968"/>
                    <a:pt x="486" y="7142"/>
                  </a:cubicBezTo>
                  <a:cubicBezTo>
                    <a:pt x="-467" y="7316"/>
                    <a:pt x="168" y="9755"/>
                    <a:pt x="804" y="12542"/>
                  </a:cubicBezTo>
                  <a:cubicBezTo>
                    <a:pt x="1439" y="15329"/>
                    <a:pt x="2074" y="18465"/>
                    <a:pt x="271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5" name="Línea"/>
            <p:cNvSpPr/>
            <p:nvPr/>
          </p:nvSpPr>
          <p:spPr>
            <a:xfrm>
              <a:off x="17659787" y="2004143"/>
              <a:ext cx="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6" name="Línea"/>
            <p:cNvSpPr/>
            <p:nvPr/>
          </p:nvSpPr>
          <p:spPr>
            <a:xfrm>
              <a:off x="17659787" y="1871794"/>
              <a:ext cx="18908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7" name="Línea"/>
            <p:cNvSpPr/>
            <p:nvPr/>
          </p:nvSpPr>
          <p:spPr>
            <a:xfrm>
              <a:off x="17451810" y="1796166"/>
              <a:ext cx="18907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8" name="Línea"/>
            <p:cNvSpPr/>
            <p:nvPr/>
          </p:nvSpPr>
          <p:spPr>
            <a:xfrm>
              <a:off x="17508531" y="1796166"/>
              <a:ext cx="92626" cy="28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005" fill="norm" stroke="1" extrusionOk="0">
                  <a:moveTo>
                    <a:pt x="0" y="0"/>
                  </a:moveTo>
                  <a:cubicBezTo>
                    <a:pt x="4320" y="1838"/>
                    <a:pt x="8640" y="3677"/>
                    <a:pt x="10800" y="5745"/>
                  </a:cubicBezTo>
                  <a:cubicBezTo>
                    <a:pt x="12960" y="7813"/>
                    <a:pt x="12960" y="10111"/>
                    <a:pt x="12240" y="12868"/>
                  </a:cubicBezTo>
                  <a:cubicBezTo>
                    <a:pt x="11520" y="15626"/>
                    <a:pt x="10080" y="18843"/>
                    <a:pt x="8640" y="19302"/>
                  </a:cubicBezTo>
                  <a:cubicBezTo>
                    <a:pt x="7200" y="19762"/>
                    <a:pt x="5760" y="17464"/>
                    <a:pt x="5040" y="15166"/>
                  </a:cubicBezTo>
                  <a:cubicBezTo>
                    <a:pt x="4320" y="12868"/>
                    <a:pt x="4320" y="10570"/>
                    <a:pt x="5040" y="8272"/>
                  </a:cubicBezTo>
                  <a:cubicBezTo>
                    <a:pt x="5760" y="5974"/>
                    <a:pt x="7200" y="3677"/>
                    <a:pt x="10080" y="3677"/>
                  </a:cubicBezTo>
                  <a:cubicBezTo>
                    <a:pt x="12960" y="3677"/>
                    <a:pt x="17280" y="5974"/>
                    <a:pt x="19440" y="8272"/>
                  </a:cubicBezTo>
                  <a:cubicBezTo>
                    <a:pt x="21600" y="10570"/>
                    <a:pt x="21600" y="12868"/>
                    <a:pt x="20160" y="15626"/>
                  </a:cubicBezTo>
                  <a:cubicBezTo>
                    <a:pt x="18720" y="18383"/>
                    <a:pt x="15840" y="21600"/>
                    <a:pt x="12960" y="20911"/>
                  </a:cubicBezTo>
                  <a:cubicBezTo>
                    <a:pt x="10080" y="20221"/>
                    <a:pt x="7200" y="15626"/>
                    <a:pt x="5760" y="11489"/>
                  </a:cubicBezTo>
                  <a:cubicBezTo>
                    <a:pt x="4320" y="7353"/>
                    <a:pt x="4320" y="3677"/>
                    <a:pt x="432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39" name="Línea"/>
            <p:cNvSpPr/>
            <p:nvPr/>
          </p:nvSpPr>
          <p:spPr>
            <a:xfrm>
              <a:off x="17697601" y="1455840"/>
              <a:ext cx="359235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32" y="18900"/>
                    <a:pt x="6063" y="16200"/>
                    <a:pt x="9663" y="12600"/>
                  </a:cubicBezTo>
                  <a:cubicBezTo>
                    <a:pt x="13263" y="9000"/>
                    <a:pt x="17432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0" name="Línea"/>
            <p:cNvSpPr/>
            <p:nvPr/>
          </p:nvSpPr>
          <p:spPr>
            <a:xfrm>
              <a:off x="17778280" y="1512561"/>
              <a:ext cx="165114" cy="471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9" h="21251" fill="norm" stroke="1" extrusionOk="0">
                  <a:moveTo>
                    <a:pt x="20959" y="0"/>
                  </a:moveTo>
                  <a:cubicBezTo>
                    <a:pt x="20159" y="3126"/>
                    <a:pt x="19359" y="6253"/>
                    <a:pt x="18559" y="8526"/>
                  </a:cubicBezTo>
                  <a:cubicBezTo>
                    <a:pt x="17759" y="10800"/>
                    <a:pt x="16959" y="12221"/>
                    <a:pt x="15359" y="13926"/>
                  </a:cubicBezTo>
                  <a:cubicBezTo>
                    <a:pt x="13759" y="15632"/>
                    <a:pt x="11359" y="17621"/>
                    <a:pt x="10159" y="17905"/>
                  </a:cubicBezTo>
                  <a:cubicBezTo>
                    <a:pt x="8959" y="18189"/>
                    <a:pt x="8959" y="16768"/>
                    <a:pt x="9359" y="15347"/>
                  </a:cubicBezTo>
                  <a:cubicBezTo>
                    <a:pt x="9759" y="13926"/>
                    <a:pt x="10559" y="12505"/>
                    <a:pt x="11359" y="11084"/>
                  </a:cubicBezTo>
                  <a:cubicBezTo>
                    <a:pt x="12159" y="9663"/>
                    <a:pt x="12959" y="8242"/>
                    <a:pt x="14159" y="8384"/>
                  </a:cubicBezTo>
                  <a:cubicBezTo>
                    <a:pt x="15359" y="8526"/>
                    <a:pt x="16959" y="10232"/>
                    <a:pt x="17759" y="11795"/>
                  </a:cubicBezTo>
                  <a:cubicBezTo>
                    <a:pt x="18559" y="13358"/>
                    <a:pt x="18559" y="14779"/>
                    <a:pt x="18559" y="16200"/>
                  </a:cubicBezTo>
                  <a:cubicBezTo>
                    <a:pt x="18559" y="17621"/>
                    <a:pt x="18559" y="19042"/>
                    <a:pt x="17359" y="19184"/>
                  </a:cubicBezTo>
                  <a:cubicBezTo>
                    <a:pt x="16159" y="19326"/>
                    <a:pt x="13759" y="18189"/>
                    <a:pt x="12559" y="16484"/>
                  </a:cubicBezTo>
                  <a:cubicBezTo>
                    <a:pt x="11359" y="14779"/>
                    <a:pt x="11359" y="12505"/>
                    <a:pt x="10959" y="12079"/>
                  </a:cubicBezTo>
                  <a:cubicBezTo>
                    <a:pt x="10559" y="11653"/>
                    <a:pt x="9759" y="13074"/>
                    <a:pt x="8959" y="14495"/>
                  </a:cubicBezTo>
                  <a:cubicBezTo>
                    <a:pt x="8159" y="15916"/>
                    <a:pt x="7359" y="17337"/>
                    <a:pt x="6559" y="18758"/>
                  </a:cubicBezTo>
                  <a:cubicBezTo>
                    <a:pt x="5759" y="20179"/>
                    <a:pt x="4959" y="21600"/>
                    <a:pt x="3359" y="21174"/>
                  </a:cubicBezTo>
                  <a:cubicBezTo>
                    <a:pt x="1759" y="20747"/>
                    <a:pt x="-641" y="18474"/>
                    <a:pt x="159" y="17905"/>
                  </a:cubicBezTo>
                  <a:cubicBezTo>
                    <a:pt x="959" y="17337"/>
                    <a:pt x="4959" y="18474"/>
                    <a:pt x="8959" y="19611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1" name="Línea"/>
            <p:cNvSpPr/>
            <p:nvPr/>
          </p:nvSpPr>
          <p:spPr>
            <a:xfrm>
              <a:off x="18056835" y="1550375"/>
              <a:ext cx="37815" cy="491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2" name="Línea"/>
            <p:cNvSpPr/>
            <p:nvPr/>
          </p:nvSpPr>
          <p:spPr>
            <a:xfrm>
              <a:off x="18000113" y="1663817"/>
              <a:ext cx="31513" cy="192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fill="norm" stroke="1" extrusionOk="0">
                  <a:moveTo>
                    <a:pt x="12960" y="0"/>
                  </a:moveTo>
                  <a:cubicBezTo>
                    <a:pt x="17280" y="3484"/>
                    <a:pt x="21600" y="6968"/>
                    <a:pt x="21600" y="11497"/>
                  </a:cubicBezTo>
                  <a:cubicBezTo>
                    <a:pt x="21600" y="16026"/>
                    <a:pt x="17280" y="21600"/>
                    <a:pt x="12960" y="21252"/>
                  </a:cubicBezTo>
                  <a:cubicBezTo>
                    <a:pt x="8640" y="20903"/>
                    <a:pt x="4320" y="14632"/>
                    <a:pt x="0" y="8361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3" name="Línea"/>
            <p:cNvSpPr/>
            <p:nvPr/>
          </p:nvSpPr>
          <p:spPr>
            <a:xfrm>
              <a:off x="17773229" y="1550375"/>
              <a:ext cx="302513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4" name="Línea"/>
            <p:cNvSpPr/>
            <p:nvPr/>
          </p:nvSpPr>
          <p:spPr>
            <a:xfrm>
              <a:off x="17565253" y="1493654"/>
              <a:ext cx="264698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5" name="Línea"/>
            <p:cNvSpPr/>
            <p:nvPr/>
          </p:nvSpPr>
          <p:spPr>
            <a:xfrm>
              <a:off x="17586976" y="1418026"/>
              <a:ext cx="36543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4" h="21600" fill="norm" stroke="1" extrusionOk="0">
                  <a:moveTo>
                    <a:pt x="14959" y="0"/>
                  </a:moveTo>
                  <a:cubicBezTo>
                    <a:pt x="10639" y="4800"/>
                    <a:pt x="6319" y="9600"/>
                    <a:pt x="3619" y="12960"/>
                  </a:cubicBezTo>
                  <a:cubicBezTo>
                    <a:pt x="919" y="16320"/>
                    <a:pt x="-161" y="18240"/>
                    <a:pt x="19" y="18480"/>
                  </a:cubicBezTo>
                  <a:cubicBezTo>
                    <a:pt x="199" y="18720"/>
                    <a:pt x="1639" y="17280"/>
                    <a:pt x="4159" y="15360"/>
                  </a:cubicBezTo>
                  <a:cubicBezTo>
                    <a:pt x="6679" y="13440"/>
                    <a:pt x="10279" y="11040"/>
                    <a:pt x="13519" y="9120"/>
                  </a:cubicBezTo>
                  <a:cubicBezTo>
                    <a:pt x="16759" y="7200"/>
                    <a:pt x="19639" y="5760"/>
                    <a:pt x="20539" y="7920"/>
                  </a:cubicBezTo>
                  <a:cubicBezTo>
                    <a:pt x="21439" y="10080"/>
                    <a:pt x="20359" y="15840"/>
                    <a:pt x="19279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6" name="Línea"/>
            <p:cNvSpPr/>
            <p:nvPr/>
          </p:nvSpPr>
          <p:spPr>
            <a:xfrm>
              <a:off x="17735415" y="1191142"/>
              <a:ext cx="139088" cy="448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6" h="21332" fill="norm" stroke="1" extrusionOk="0">
                  <a:moveTo>
                    <a:pt x="19722" y="0"/>
                  </a:moveTo>
                  <a:cubicBezTo>
                    <a:pt x="20661" y="1500"/>
                    <a:pt x="21600" y="3000"/>
                    <a:pt x="19252" y="6000"/>
                  </a:cubicBezTo>
                  <a:cubicBezTo>
                    <a:pt x="16904" y="9000"/>
                    <a:pt x="11270" y="13500"/>
                    <a:pt x="7513" y="16650"/>
                  </a:cubicBezTo>
                  <a:cubicBezTo>
                    <a:pt x="3757" y="19800"/>
                    <a:pt x="1878" y="21600"/>
                    <a:pt x="939" y="21300"/>
                  </a:cubicBezTo>
                  <a:cubicBezTo>
                    <a:pt x="0" y="21000"/>
                    <a:pt x="0" y="18600"/>
                    <a:pt x="0" y="17400"/>
                  </a:cubicBezTo>
                  <a:cubicBezTo>
                    <a:pt x="0" y="16200"/>
                    <a:pt x="0" y="16200"/>
                    <a:pt x="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7" name="Línea"/>
            <p:cNvSpPr/>
            <p:nvPr/>
          </p:nvSpPr>
          <p:spPr>
            <a:xfrm>
              <a:off x="17552647" y="1235984"/>
              <a:ext cx="321420" cy="361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4" fill="norm" stroke="1" extrusionOk="0">
                  <a:moveTo>
                    <a:pt x="3388" y="6182"/>
                  </a:moveTo>
                  <a:cubicBezTo>
                    <a:pt x="3812" y="9843"/>
                    <a:pt x="4235" y="13504"/>
                    <a:pt x="4447" y="16250"/>
                  </a:cubicBezTo>
                  <a:cubicBezTo>
                    <a:pt x="4659" y="18995"/>
                    <a:pt x="4659" y="20826"/>
                    <a:pt x="4024" y="21009"/>
                  </a:cubicBezTo>
                  <a:cubicBezTo>
                    <a:pt x="3388" y="21192"/>
                    <a:pt x="2118" y="19728"/>
                    <a:pt x="1271" y="17531"/>
                  </a:cubicBezTo>
                  <a:cubicBezTo>
                    <a:pt x="424" y="15334"/>
                    <a:pt x="0" y="12406"/>
                    <a:pt x="0" y="11856"/>
                  </a:cubicBezTo>
                  <a:cubicBezTo>
                    <a:pt x="0" y="11307"/>
                    <a:pt x="424" y="13138"/>
                    <a:pt x="1694" y="13687"/>
                  </a:cubicBezTo>
                  <a:cubicBezTo>
                    <a:pt x="2965" y="14236"/>
                    <a:pt x="5082" y="13504"/>
                    <a:pt x="7835" y="11856"/>
                  </a:cubicBezTo>
                  <a:cubicBezTo>
                    <a:pt x="10588" y="10209"/>
                    <a:pt x="13976" y="7646"/>
                    <a:pt x="16729" y="5267"/>
                  </a:cubicBezTo>
                  <a:cubicBezTo>
                    <a:pt x="19482" y="2887"/>
                    <a:pt x="21600" y="690"/>
                    <a:pt x="21600" y="141"/>
                  </a:cubicBezTo>
                  <a:cubicBezTo>
                    <a:pt x="21600" y="-408"/>
                    <a:pt x="19482" y="690"/>
                    <a:pt x="15882" y="2704"/>
                  </a:cubicBezTo>
                  <a:cubicBezTo>
                    <a:pt x="12282" y="4717"/>
                    <a:pt x="7200" y="7646"/>
                    <a:pt x="2118" y="1057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8" name="Línea"/>
            <p:cNvSpPr/>
            <p:nvPr/>
          </p:nvSpPr>
          <p:spPr>
            <a:xfrm>
              <a:off x="17829950" y="1039885"/>
              <a:ext cx="1890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49" name="Línea"/>
            <p:cNvSpPr/>
            <p:nvPr/>
          </p:nvSpPr>
          <p:spPr>
            <a:xfrm>
              <a:off x="17546346" y="1153327"/>
              <a:ext cx="434861" cy="207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0" name="Línea"/>
            <p:cNvSpPr/>
            <p:nvPr/>
          </p:nvSpPr>
          <p:spPr>
            <a:xfrm>
              <a:off x="17187112" y="3195285"/>
              <a:ext cx="18908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1" name="Línea"/>
            <p:cNvSpPr/>
            <p:nvPr/>
          </p:nvSpPr>
          <p:spPr>
            <a:xfrm>
              <a:off x="17187112" y="3195285"/>
              <a:ext cx="5672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2" name="Línea"/>
            <p:cNvSpPr/>
            <p:nvPr/>
          </p:nvSpPr>
          <p:spPr>
            <a:xfrm>
              <a:off x="16960228" y="3176378"/>
              <a:ext cx="1890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3" name="Línea"/>
            <p:cNvSpPr/>
            <p:nvPr/>
          </p:nvSpPr>
          <p:spPr>
            <a:xfrm>
              <a:off x="16808972" y="3214192"/>
              <a:ext cx="18907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4" name="Línea"/>
            <p:cNvSpPr/>
            <p:nvPr/>
          </p:nvSpPr>
          <p:spPr>
            <a:xfrm>
              <a:off x="16619901" y="3195285"/>
              <a:ext cx="75629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5" name="Línea"/>
            <p:cNvSpPr/>
            <p:nvPr/>
          </p:nvSpPr>
          <p:spPr>
            <a:xfrm>
              <a:off x="16487553" y="3214192"/>
              <a:ext cx="18907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6" name="Línea"/>
            <p:cNvSpPr/>
            <p:nvPr/>
          </p:nvSpPr>
          <p:spPr>
            <a:xfrm>
              <a:off x="17357275" y="2722610"/>
              <a:ext cx="7562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7" name="Línea"/>
            <p:cNvSpPr/>
            <p:nvPr/>
          </p:nvSpPr>
          <p:spPr>
            <a:xfrm>
              <a:off x="17035856" y="2760424"/>
              <a:ext cx="9453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8" name="Línea"/>
            <p:cNvSpPr/>
            <p:nvPr/>
          </p:nvSpPr>
          <p:spPr>
            <a:xfrm>
              <a:off x="16808972" y="2779331"/>
              <a:ext cx="11344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59" name="Línea"/>
            <p:cNvSpPr/>
            <p:nvPr/>
          </p:nvSpPr>
          <p:spPr>
            <a:xfrm>
              <a:off x="16544273" y="2817145"/>
              <a:ext cx="113444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0" name="Línea"/>
            <p:cNvSpPr/>
            <p:nvPr/>
          </p:nvSpPr>
          <p:spPr>
            <a:xfrm>
              <a:off x="7128580" y="-1418027"/>
              <a:ext cx="359234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1" name="Línea"/>
            <p:cNvSpPr/>
            <p:nvPr/>
          </p:nvSpPr>
          <p:spPr>
            <a:xfrm>
              <a:off x="7487813" y="-147474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980" name="Dibujo"/>
          <p:cNvGrpSpPr/>
          <p:nvPr/>
        </p:nvGrpSpPr>
        <p:grpSpPr>
          <a:xfrm>
            <a:off x="11249673" y="834768"/>
            <a:ext cx="8735042" cy="9113183"/>
            <a:chOff x="-7032774" y="-151256"/>
            <a:chExt cx="8735040" cy="9113181"/>
          </a:xfrm>
        </p:grpSpPr>
        <p:sp>
          <p:nvSpPr>
            <p:cNvPr id="963" name="Línea"/>
            <p:cNvSpPr/>
            <p:nvPr/>
          </p:nvSpPr>
          <p:spPr>
            <a:xfrm>
              <a:off x="-2394254" y="1345369"/>
              <a:ext cx="235670" cy="4307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585" fill="norm" stroke="1" extrusionOk="0">
                  <a:moveTo>
                    <a:pt x="11368" y="459"/>
                  </a:moveTo>
                  <a:cubicBezTo>
                    <a:pt x="14779" y="238"/>
                    <a:pt x="18189" y="17"/>
                    <a:pt x="19895" y="1"/>
                  </a:cubicBezTo>
                  <a:cubicBezTo>
                    <a:pt x="21600" y="-15"/>
                    <a:pt x="21600" y="174"/>
                    <a:pt x="20463" y="774"/>
                  </a:cubicBezTo>
                  <a:cubicBezTo>
                    <a:pt x="19326" y="1374"/>
                    <a:pt x="17053" y="2385"/>
                    <a:pt x="15347" y="3364"/>
                  </a:cubicBezTo>
                  <a:cubicBezTo>
                    <a:pt x="13642" y="4343"/>
                    <a:pt x="12505" y="5290"/>
                    <a:pt x="11084" y="6269"/>
                  </a:cubicBezTo>
                  <a:cubicBezTo>
                    <a:pt x="9663" y="7248"/>
                    <a:pt x="7958" y="8259"/>
                    <a:pt x="6537" y="9143"/>
                  </a:cubicBezTo>
                  <a:cubicBezTo>
                    <a:pt x="5116" y="10027"/>
                    <a:pt x="3979" y="10785"/>
                    <a:pt x="3126" y="11606"/>
                  </a:cubicBezTo>
                  <a:cubicBezTo>
                    <a:pt x="2274" y="12427"/>
                    <a:pt x="1705" y="13311"/>
                    <a:pt x="1137" y="14227"/>
                  </a:cubicBezTo>
                  <a:cubicBezTo>
                    <a:pt x="568" y="15143"/>
                    <a:pt x="0" y="16090"/>
                    <a:pt x="0" y="16990"/>
                  </a:cubicBezTo>
                  <a:cubicBezTo>
                    <a:pt x="0" y="17890"/>
                    <a:pt x="568" y="18743"/>
                    <a:pt x="853" y="19501"/>
                  </a:cubicBezTo>
                  <a:cubicBezTo>
                    <a:pt x="1137" y="20259"/>
                    <a:pt x="1137" y="20922"/>
                    <a:pt x="1137" y="21585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4" name="Línea"/>
            <p:cNvSpPr/>
            <p:nvPr/>
          </p:nvSpPr>
          <p:spPr>
            <a:xfrm>
              <a:off x="-5331144" y="1266770"/>
              <a:ext cx="3025124" cy="2249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0" y="303"/>
                    <a:pt x="21420" y="605"/>
                    <a:pt x="21082" y="1029"/>
                  </a:cubicBezTo>
                  <a:cubicBezTo>
                    <a:pt x="20745" y="1452"/>
                    <a:pt x="20160" y="1997"/>
                    <a:pt x="19417" y="2813"/>
                  </a:cubicBezTo>
                  <a:cubicBezTo>
                    <a:pt x="18675" y="3630"/>
                    <a:pt x="17775" y="4719"/>
                    <a:pt x="16808" y="5808"/>
                  </a:cubicBezTo>
                  <a:cubicBezTo>
                    <a:pt x="15840" y="6897"/>
                    <a:pt x="14805" y="7987"/>
                    <a:pt x="13860" y="8985"/>
                  </a:cubicBezTo>
                  <a:cubicBezTo>
                    <a:pt x="12915" y="9983"/>
                    <a:pt x="12060" y="10891"/>
                    <a:pt x="11182" y="11708"/>
                  </a:cubicBezTo>
                  <a:cubicBezTo>
                    <a:pt x="10305" y="12524"/>
                    <a:pt x="9405" y="13250"/>
                    <a:pt x="8550" y="13946"/>
                  </a:cubicBezTo>
                  <a:cubicBezTo>
                    <a:pt x="7695" y="14642"/>
                    <a:pt x="6885" y="15308"/>
                    <a:pt x="6008" y="16034"/>
                  </a:cubicBezTo>
                  <a:cubicBezTo>
                    <a:pt x="5130" y="16760"/>
                    <a:pt x="4185" y="17546"/>
                    <a:pt x="3173" y="18484"/>
                  </a:cubicBezTo>
                  <a:cubicBezTo>
                    <a:pt x="2160" y="19422"/>
                    <a:pt x="1080" y="2051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5" name="Línea"/>
            <p:cNvSpPr/>
            <p:nvPr/>
          </p:nvSpPr>
          <p:spPr>
            <a:xfrm>
              <a:off x="-5123166" y="3308727"/>
              <a:ext cx="245792" cy="440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64"/>
                    <a:pt x="21600" y="927"/>
                    <a:pt x="21323" y="1468"/>
                  </a:cubicBezTo>
                  <a:cubicBezTo>
                    <a:pt x="21046" y="2009"/>
                    <a:pt x="20492" y="2627"/>
                    <a:pt x="19662" y="3276"/>
                  </a:cubicBezTo>
                  <a:cubicBezTo>
                    <a:pt x="18831" y="3924"/>
                    <a:pt x="17723" y="4604"/>
                    <a:pt x="17169" y="5423"/>
                  </a:cubicBezTo>
                  <a:cubicBezTo>
                    <a:pt x="16615" y="6242"/>
                    <a:pt x="16615" y="7200"/>
                    <a:pt x="16338" y="7988"/>
                  </a:cubicBezTo>
                  <a:cubicBezTo>
                    <a:pt x="16062" y="8776"/>
                    <a:pt x="15508" y="9394"/>
                    <a:pt x="14677" y="10012"/>
                  </a:cubicBezTo>
                  <a:cubicBezTo>
                    <a:pt x="13846" y="10630"/>
                    <a:pt x="12738" y="11248"/>
                    <a:pt x="11631" y="11866"/>
                  </a:cubicBezTo>
                  <a:cubicBezTo>
                    <a:pt x="10523" y="12484"/>
                    <a:pt x="9415" y="13102"/>
                    <a:pt x="8585" y="13751"/>
                  </a:cubicBezTo>
                  <a:cubicBezTo>
                    <a:pt x="7754" y="14400"/>
                    <a:pt x="7200" y="15080"/>
                    <a:pt x="6646" y="15729"/>
                  </a:cubicBezTo>
                  <a:cubicBezTo>
                    <a:pt x="6092" y="16378"/>
                    <a:pt x="5538" y="16996"/>
                    <a:pt x="4708" y="17660"/>
                  </a:cubicBezTo>
                  <a:cubicBezTo>
                    <a:pt x="3877" y="18324"/>
                    <a:pt x="2769" y="19035"/>
                    <a:pt x="1938" y="19700"/>
                  </a:cubicBezTo>
                  <a:cubicBezTo>
                    <a:pt x="1108" y="20364"/>
                    <a:pt x="554" y="2098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6" name="Línea"/>
            <p:cNvSpPr/>
            <p:nvPr/>
          </p:nvSpPr>
          <p:spPr>
            <a:xfrm>
              <a:off x="-4612677" y="2930587"/>
              <a:ext cx="170165" cy="4443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827"/>
                    <a:pt x="21600" y="1654"/>
                    <a:pt x="21600" y="2727"/>
                  </a:cubicBezTo>
                  <a:cubicBezTo>
                    <a:pt x="21600" y="3799"/>
                    <a:pt x="21600" y="5117"/>
                    <a:pt x="20800" y="6158"/>
                  </a:cubicBezTo>
                  <a:cubicBezTo>
                    <a:pt x="20000" y="7200"/>
                    <a:pt x="18400" y="7966"/>
                    <a:pt x="17200" y="8793"/>
                  </a:cubicBezTo>
                  <a:cubicBezTo>
                    <a:pt x="16000" y="9620"/>
                    <a:pt x="15200" y="10509"/>
                    <a:pt x="14400" y="11275"/>
                  </a:cubicBezTo>
                  <a:cubicBezTo>
                    <a:pt x="13600" y="12041"/>
                    <a:pt x="12800" y="12684"/>
                    <a:pt x="11200" y="13420"/>
                  </a:cubicBezTo>
                  <a:cubicBezTo>
                    <a:pt x="9600" y="14155"/>
                    <a:pt x="7200" y="14982"/>
                    <a:pt x="5600" y="15702"/>
                  </a:cubicBezTo>
                  <a:cubicBezTo>
                    <a:pt x="4000" y="16422"/>
                    <a:pt x="3200" y="17035"/>
                    <a:pt x="2400" y="17770"/>
                  </a:cubicBezTo>
                  <a:cubicBezTo>
                    <a:pt x="1600" y="18506"/>
                    <a:pt x="800" y="19363"/>
                    <a:pt x="400" y="20022"/>
                  </a:cubicBezTo>
                  <a:cubicBezTo>
                    <a:pt x="0" y="20681"/>
                    <a:pt x="0" y="2114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7" name="Línea"/>
            <p:cNvSpPr/>
            <p:nvPr/>
          </p:nvSpPr>
          <p:spPr>
            <a:xfrm>
              <a:off x="-4121094" y="2684796"/>
              <a:ext cx="112361" cy="4480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600" fill="norm" stroke="1" extrusionOk="0">
                  <a:moveTo>
                    <a:pt x="14400" y="0"/>
                  </a:moveTo>
                  <a:cubicBezTo>
                    <a:pt x="16800" y="668"/>
                    <a:pt x="19200" y="1337"/>
                    <a:pt x="20400" y="2187"/>
                  </a:cubicBezTo>
                  <a:cubicBezTo>
                    <a:pt x="21600" y="3038"/>
                    <a:pt x="21600" y="4071"/>
                    <a:pt x="21000" y="5134"/>
                  </a:cubicBezTo>
                  <a:cubicBezTo>
                    <a:pt x="20400" y="6197"/>
                    <a:pt x="19200" y="7291"/>
                    <a:pt x="18000" y="8157"/>
                  </a:cubicBezTo>
                  <a:cubicBezTo>
                    <a:pt x="16800" y="9023"/>
                    <a:pt x="15600" y="9661"/>
                    <a:pt x="13800" y="10284"/>
                  </a:cubicBezTo>
                  <a:cubicBezTo>
                    <a:pt x="12000" y="10906"/>
                    <a:pt x="9600" y="11514"/>
                    <a:pt x="7800" y="12213"/>
                  </a:cubicBezTo>
                  <a:cubicBezTo>
                    <a:pt x="6000" y="12911"/>
                    <a:pt x="4800" y="13701"/>
                    <a:pt x="3600" y="14491"/>
                  </a:cubicBezTo>
                  <a:cubicBezTo>
                    <a:pt x="2400" y="15281"/>
                    <a:pt x="1200" y="16071"/>
                    <a:pt x="600" y="17073"/>
                  </a:cubicBezTo>
                  <a:cubicBezTo>
                    <a:pt x="0" y="18076"/>
                    <a:pt x="0" y="19291"/>
                    <a:pt x="0" y="19975"/>
                  </a:cubicBezTo>
                  <a:cubicBezTo>
                    <a:pt x="0" y="20658"/>
                    <a:pt x="0" y="20810"/>
                    <a:pt x="0" y="20992"/>
                  </a:cubicBezTo>
                  <a:cubicBezTo>
                    <a:pt x="0" y="21175"/>
                    <a:pt x="0" y="21387"/>
                    <a:pt x="0" y="21494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8" name="Línea"/>
            <p:cNvSpPr/>
            <p:nvPr/>
          </p:nvSpPr>
          <p:spPr>
            <a:xfrm>
              <a:off x="-3629512" y="2439005"/>
              <a:ext cx="56722" cy="4291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00" y="1078"/>
                    <a:pt x="16800" y="2157"/>
                    <a:pt x="15600" y="3394"/>
                  </a:cubicBezTo>
                  <a:cubicBezTo>
                    <a:pt x="14400" y="4631"/>
                    <a:pt x="14400" y="6026"/>
                    <a:pt x="14400" y="7343"/>
                  </a:cubicBezTo>
                  <a:cubicBezTo>
                    <a:pt x="14400" y="8659"/>
                    <a:pt x="14400" y="9896"/>
                    <a:pt x="14400" y="11212"/>
                  </a:cubicBezTo>
                  <a:cubicBezTo>
                    <a:pt x="14400" y="12529"/>
                    <a:pt x="14400" y="13924"/>
                    <a:pt x="13200" y="14971"/>
                  </a:cubicBezTo>
                  <a:cubicBezTo>
                    <a:pt x="12000" y="16018"/>
                    <a:pt x="9600" y="16715"/>
                    <a:pt x="7200" y="17381"/>
                  </a:cubicBezTo>
                  <a:cubicBezTo>
                    <a:pt x="4800" y="18048"/>
                    <a:pt x="2400" y="18682"/>
                    <a:pt x="1200" y="19380"/>
                  </a:cubicBezTo>
                  <a:cubicBezTo>
                    <a:pt x="0" y="20078"/>
                    <a:pt x="0" y="20839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69" name="Línea"/>
            <p:cNvSpPr/>
            <p:nvPr/>
          </p:nvSpPr>
          <p:spPr>
            <a:xfrm>
              <a:off x="-3137930" y="1985236"/>
              <a:ext cx="56722" cy="4367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247"/>
                    <a:pt x="21600" y="2494"/>
                    <a:pt x="21600" y="3787"/>
                  </a:cubicBezTo>
                  <a:cubicBezTo>
                    <a:pt x="21600" y="5081"/>
                    <a:pt x="21600" y="6421"/>
                    <a:pt x="21600" y="7777"/>
                  </a:cubicBezTo>
                  <a:cubicBezTo>
                    <a:pt x="21600" y="9132"/>
                    <a:pt x="21600" y="10504"/>
                    <a:pt x="20400" y="11595"/>
                  </a:cubicBezTo>
                  <a:cubicBezTo>
                    <a:pt x="19200" y="12686"/>
                    <a:pt x="16800" y="13496"/>
                    <a:pt x="14400" y="14260"/>
                  </a:cubicBezTo>
                  <a:cubicBezTo>
                    <a:pt x="12000" y="15023"/>
                    <a:pt x="9600" y="15740"/>
                    <a:pt x="7200" y="16488"/>
                  </a:cubicBezTo>
                  <a:cubicBezTo>
                    <a:pt x="4800" y="17236"/>
                    <a:pt x="2400" y="18016"/>
                    <a:pt x="1200" y="18873"/>
                  </a:cubicBezTo>
                  <a:cubicBezTo>
                    <a:pt x="0" y="19730"/>
                    <a:pt x="0" y="206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0" name="Línea"/>
            <p:cNvSpPr/>
            <p:nvPr/>
          </p:nvSpPr>
          <p:spPr>
            <a:xfrm>
              <a:off x="-2740095" y="1644910"/>
              <a:ext cx="37027" cy="4556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21150" y="0"/>
                  </a:moveTo>
                  <a:cubicBezTo>
                    <a:pt x="21150" y="1076"/>
                    <a:pt x="21150" y="2151"/>
                    <a:pt x="21150" y="3331"/>
                  </a:cubicBezTo>
                  <a:cubicBezTo>
                    <a:pt x="21150" y="4511"/>
                    <a:pt x="21150" y="5796"/>
                    <a:pt x="19350" y="6886"/>
                  </a:cubicBezTo>
                  <a:cubicBezTo>
                    <a:pt x="17550" y="7977"/>
                    <a:pt x="13950" y="8873"/>
                    <a:pt x="10350" y="9754"/>
                  </a:cubicBezTo>
                  <a:cubicBezTo>
                    <a:pt x="6750" y="10636"/>
                    <a:pt x="3150" y="11502"/>
                    <a:pt x="1350" y="12428"/>
                  </a:cubicBezTo>
                  <a:cubicBezTo>
                    <a:pt x="-450" y="13354"/>
                    <a:pt x="-450" y="14340"/>
                    <a:pt x="1350" y="15281"/>
                  </a:cubicBezTo>
                  <a:cubicBezTo>
                    <a:pt x="3150" y="16222"/>
                    <a:pt x="6750" y="17119"/>
                    <a:pt x="10350" y="18000"/>
                  </a:cubicBezTo>
                  <a:cubicBezTo>
                    <a:pt x="13950" y="18881"/>
                    <a:pt x="17550" y="19748"/>
                    <a:pt x="19350" y="20345"/>
                  </a:cubicBezTo>
                  <a:cubicBezTo>
                    <a:pt x="21150" y="20943"/>
                    <a:pt x="21150" y="21271"/>
                    <a:pt x="2115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1" name="Línea"/>
            <p:cNvSpPr/>
            <p:nvPr/>
          </p:nvSpPr>
          <p:spPr>
            <a:xfrm>
              <a:off x="-2211486" y="1285677"/>
              <a:ext cx="2665891" cy="2665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579" y="20477"/>
                    <a:pt x="19557" y="19353"/>
                    <a:pt x="18511" y="18255"/>
                  </a:cubicBezTo>
                  <a:cubicBezTo>
                    <a:pt x="17464" y="17157"/>
                    <a:pt x="16391" y="16085"/>
                    <a:pt x="15549" y="15217"/>
                  </a:cubicBezTo>
                  <a:cubicBezTo>
                    <a:pt x="14706" y="14349"/>
                    <a:pt x="14094" y="13685"/>
                    <a:pt x="13379" y="12945"/>
                  </a:cubicBezTo>
                  <a:cubicBezTo>
                    <a:pt x="12664" y="12204"/>
                    <a:pt x="11847" y="11387"/>
                    <a:pt x="10928" y="10494"/>
                  </a:cubicBezTo>
                  <a:cubicBezTo>
                    <a:pt x="10009" y="9600"/>
                    <a:pt x="8987" y="8630"/>
                    <a:pt x="7966" y="7634"/>
                  </a:cubicBezTo>
                  <a:cubicBezTo>
                    <a:pt x="6945" y="6638"/>
                    <a:pt x="5923" y="5617"/>
                    <a:pt x="5132" y="4851"/>
                  </a:cubicBezTo>
                  <a:cubicBezTo>
                    <a:pt x="4340" y="4085"/>
                    <a:pt x="3779" y="3574"/>
                    <a:pt x="3217" y="3064"/>
                  </a:cubicBezTo>
                  <a:cubicBezTo>
                    <a:pt x="2655" y="2553"/>
                    <a:pt x="2094" y="2043"/>
                    <a:pt x="1557" y="1532"/>
                  </a:cubicBezTo>
                  <a:cubicBezTo>
                    <a:pt x="1021" y="1021"/>
                    <a:pt x="511" y="511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2" name="Línea"/>
            <p:cNvSpPr/>
            <p:nvPr/>
          </p:nvSpPr>
          <p:spPr>
            <a:xfrm>
              <a:off x="-5633656" y="1266769"/>
              <a:ext cx="3308728" cy="983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23" y="20769"/>
                    <a:pt x="1646" y="19938"/>
                    <a:pt x="2880" y="18969"/>
                  </a:cubicBezTo>
                  <a:cubicBezTo>
                    <a:pt x="4114" y="18000"/>
                    <a:pt x="5760" y="16892"/>
                    <a:pt x="7056" y="15923"/>
                  </a:cubicBezTo>
                  <a:cubicBezTo>
                    <a:pt x="8352" y="14954"/>
                    <a:pt x="9298" y="14123"/>
                    <a:pt x="10245" y="13292"/>
                  </a:cubicBezTo>
                  <a:cubicBezTo>
                    <a:pt x="11191" y="12462"/>
                    <a:pt x="12137" y="11631"/>
                    <a:pt x="13145" y="10523"/>
                  </a:cubicBezTo>
                  <a:cubicBezTo>
                    <a:pt x="14153" y="9415"/>
                    <a:pt x="15223" y="8031"/>
                    <a:pt x="15963" y="7062"/>
                  </a:cubicBezTo>
                  <a:cubicBezTo>
                    <a:pt x="16704" y="6092"/>
                    <a:pt x="17115" y="5538"/>
                    <a:pt x="17733" y="4777"/>
                  </a:cubicBezTo>
                  <a:cubicBezTo>
                    <a:pt x="18350" y="4015"/>
                    <a:pt x="19173" y="3046"/>
                    <a:pt x="19851" y="2215"/>
                  </a:cubicBezTo>
                  <a:cubicBezTo>
                    <a:pt x="20530" y="1385"/>
                    <a:pt x="21065" y="69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3" name="Línea"/>
            <p:cNvSpPr/>
            <p:nvPr/>
          </p:nvSpPr>
          <p:spPr>
            <a:xfrm>
              <a:off x="-5766005" y="4878010"/>
              <a:ext cx="302513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050" y="3600"/>
                    <a:pt x="8100" y="7200"/>
                    <a:pt x="11700" y="10800"/>
                  </a:cubicBezTo>
                  <a:cubicBezTo>
                    <a:pt x="15300" y="14400"/>
                    <a:pt x="18450" y="18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4" name="Línea"/>
            <p:cNvSpPr/>
            <p:nvPr/>
          </p:nvSpPr>
          <p:spPr>
            <a:xfrm>
              <a:off x="-2476185" y="5709918"/>
              <a:ext cx="56723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5" name="Línea"/>
            <p:cNvSpPr/>
            <p:nvPr/>
          </p:nvSpPr>
          <p:spPr>
            <a:xfrm>
              <a:off x="-2400557" y="5728825"/>
              <a:ext cx="362604" cy="141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013" fill="norm" stroke="1" extrusionOk="0">
                  <a:moveTo>
                    <a:pt x="7821" y="0"/>
                  </a:moveTo>
                  <a:cubicBezTo>
                    <a:pt x="11172" y="4696"/>
                    <a:pt x="14524" y="9391"/>
                    <a:pt x="17131" y="13148"/>
                  </a:cubicBezTo>
                  <a:cubicBezTo>
                    <a:pt x="19738" y="16904"/>
                    <a:pt x="21600" y="19722"/>
                    <a:pt x="21414" y="20661"/>
                  </a:cubicBezTo>
                  <a:cubicBezTo>
                    <a:pt x="21228" y="21600"/>
                    <a:pt x="18993" y="20661"/>
                    <a:pt x="15083" y="17843"/>
                  </a:cubicBezTo>
                  <a:cubicBezTo>
                    <a:pt x="11172" y="15026"/>
                    <a:pt x="5586" y="10330"/>
                    <a:pt x="0" y="5635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6" name="Línea"/>
            <p:cNvSpPr/>
            <p:nvPr/>
          </p:nvSpPr>
          <p:spPr>
            <a:xfrm>
              <a:off x="114077" y="2231027"/>
              <a:ext cx="1588189" cy="2060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270"/>
                    <a:pt x="0" y="20939"/>
                    <a:pt x="386" y="20312"/>
                  </a:cubicBezTo>
                  <a:cubicBezTo>
                    <a:pt x="771" y="19684"/>
                    <a:pt x="1543" y="18760"/>
                    <a:pt x="2486" y="17736"/>
                  </a:cubicBezTo>
                  <a:cubicBezTo>
                    <a:pt x="3429" y="16712"/>
                    <a:pt x="4543" y="15589"/>
                    <a:pt x="5700" y="14499"/>
                  </a:cubicBezTo>
                  <a:cubicBezTo>
                    <a:pt x="6857" y="13409"/>
                    <a:pt x="8057" y="12352"/>
                    <a:pt x="9086" y="11394"/>
                  </a:cubicBezTo>
                  <a:cubicBezTo>
                    <a:pt x="10114" y="10437"/>
                    <a:pt x="10971" y="9578"/>
                    <a:pt x="11871" y="8818"/>
                  </a:cubicBezTo>
                  <a:cubicBezTo>
                    <a:pt x="12771" y="8059"/>
                    <a:pt x="13714" y="7398"/>
                    <a:pt x="14957" y="6242"/>
                  </a:cubicBezTo>
                  <a:cubicBezTo>
                    <a:pt x="16200" y="5086"/>
                    <a:pt x="17743" y="3435"/>
                    <a:pt x="18900" y="2312"/>
                  </a:cubicBezTo>
                  <a:cubicBezTo>
                    <a:pt x="20057" y="1189"/>
                    <a:pt x="20829" y="59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7" name="Línea"/>
            <p:cNvSpPr/>
            <p:nvPr/>
          </p:nvSpPr>
          <p:spPr>
            <a:xfrm>
              <a:off x="-37179" y="7033410"/>
              <a:ext cx="1399119" cy="19285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49" y="1765"/>
                    <a:pt x="3697" y="3529"/>
                    <a:pt x="5157" y="5012"/>
                  </a:cubicBezTo>
                  <a:cubicBezTo>
                    <a:pt x="6616" y="6494"/>
                    <a:pt x="7686" y="7694"/>
                    <a:pt x="8757" y="8788"/>
                  </a:cubicBezTo>
                  <a:cubicBezTo>
                    <a:pt x="9827" y="9882"/>
                    <a:pt x="10897" y="10871"/>
                    <a:pt x="12211" y="12071"/>
                  </a:cubicBezTo>
                  <a:cubicBezTo>
                    <a:pt x="13524" y="13271"/>
                    <a:pt x="15081" y="14682"/>
                    <a:pt x="16443" y="16094"/>
                  </a:cubicBezTo>
                  <a:cubicBezTo>
                    <a:pt x="17805" y="17506"/>
                    <a:pt x="18973" y="18918"/>
                    <a:pt x="19800" y="19835"/>
                  </a:cubicBezTo>
                  <a:cubicBezTo>
                    <a:pt x="20627" y="20753"/>
                    <a:pt x="21114" y="21176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8" name="Línea"/>
            <p:cNvSpPr/>
            <p:nvPr/>
          </p:nvSpPr>
          <p:spPr>
            <a:xfrm>
              <a:off x="1645545" y="4197357"/>
              <a:ext cx="5672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979" name="Línea"/>
            <p:cNvSpPr/>
            <p:nvPr/>
          </p:nvSpPr>
          <p:spPr>
            <a:xfrm>
              <a:off x="-7032775" y="-151257"/>
              <a:ext cx="8416992" cy="1663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2" h="21600" fill="norm" stroke="1" extrusionOk="0">
                  <a:moveTo>
                    <a:pt x="0" y="0"/>
                  </a:moveTo>
                  <a:cubicBezTo>
                    <a:pt x="534" y="409"/>
                    <a:pt x="1067" y="818"/>
                    <a:pt x="1504" y="1268"/>
                  </a:cubicBezTo>
                  <a:cubicBezTo>
                    <a:pt x="1940" y="1718"/>
                    <a:pt x="2280" y="2209"/>
                    <a:pt x="2676" y="2659"/>
                  </a:cubicBezTo>
                  <a:cubicBezTo>
                    <a:pt x="3072" y="3109"/>
                    <a:pt x="3525" y="3518"/>
                    <a:pt x="3937" y="3845"/>
                  </a:cubicBezTo>
                  <a:cubicBezTo>
                    <a:pt x="4349" y="4173"/>
                    <a:pt x="4721" y="4418"/>
                    <a:pt x="5157" y="4745"/>
                  </a:cubicBezTo>
                  <a:cubicBezTo>
                    <a:pt x="5594" y="5073"/>
                    <a:pt x="6095" y="5482"/>
                    <a:pt x="6516" y="5809"/>
                  </a:cubicBezTo>
                  <a:cubicBezTo>
                    <a:pt x="6936" y="6136"/>
                    <a:pt x="7275" y="6382"/>
                    <a:pt x="7728" y="6750"/>
                  </a:cubicBezTo>
                  <a:cubicBezTo>
                    <a:pt x="8181" y="7118"/>
                    <a:pt x="8747" y="7609"/>
                    <a:pt x="9224" y="7977"/>
                  </a:cubicBezTo>
                  <a:cubicBezTo>
                    <a:pt x="9701" y="8345"/>
                    <a:pt x="10089" y="8591"/>
                    <a:pt x="10469" y="8918"/>
                  </a:cubicBezTo>
                  <a:cubicBezTo>
                    <a:pt x="10849" y="9245"/>
                    <a:pt x="11220" y="9655"/>
                    <a:pt x="11633" y="9982"/>
                  </a:cubicBezTo>
                  <a:cubicBezTo>
                    <a:pt x="12045" y="10309"/>
                    <a:pt x="12498" y="10555"/>
                    <a:pt x="12999" y="10923"/>
                  </a:cubicBezTo>
                  <a:cubicBezTo>
                    <a:pt x="13500" y="11291"/>
                    <a:pt x="14050" y="11782"/>
                    <a:pt x="14551" y="12273"/>
                  </a:cubicBezTo>
                  <a:cubicBezTo>
                    <a:pt x="15052" y="12764"/>
                    <a:pt x="15505" y="13255"/>
                    <a:pt x="15957" y="13745"/>
                  </a:cubicBezTo>
                  <a:cubicBezTo>
                    <a:pt x="16410" y="14236"/>
                    <a:pt x="16863" y="14727"/>
                    <a:pt x="17307" y="15136"/>
                  </a:cubicBezTo>
                  <a:cubicBezTo>
                    <a:pt x="17752" y="15545"/>
                    <a:pt x="18189" y="15873"/>
                    <a:pt x="18585" y="16282"/>
                  </a:cubicBezTo>
                  <a:cubicBezTo>
                    <a:pt x="18981" y="16691"/>
                    <a:pt x="19337" y="17182"/>
                    <a:pt x="19636" y="17468"/>
                  </a:cubicBezTo>
                  <a:cubicBezTo>
                    <a:pt x="19935" y="17755"/>
                    <a:pt x="20177" y="17836"/>
                    <a:pt x="20460" y="18123"/>
                  </a:cubicBezTo>
                  <a:cubicBezTo>
                    <a:pt x="20743" y="18409"/>
                    <a:pt x="21066" y="18900"/>
                    <a:pt x="21277" y="19186"/>
                  </a:cubicBezTo>
                  <a:cubicBezTo>
                    <a:pt x="21487" y="19473"/>
                    <a:pt x="21584" y="19555"/>
                    <a:pt x="21592" y="19841"/>
                  </a:cubicBezTo>
                  <a:cubicBezTo>
                    <a:pt x="21600" y="20127"/>
                    <a:pt x="21519" y="20618"/>
                    <a:pt x="21430" y="20945"/>
                  </a:cubicBezTo>
                  <a:cubicBezTo>
                    <a:pt x="21341" y="21273"/>
                    <a:pt x="21244" y="21436"/>
                    <a:pt x="21147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981" name="Different steps that transform those numbers inside matrices"/>
          <p:cNvSpPr txBox="1"/>
          <p:nvPr/>
        </p:nvSpPr>
        <p:spPr>
          <a:xfrm>
            <a:off x="4250814" y="10573346"/>
            <a:ext cx="9889285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i="1" sz="44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Different steps that </a:t>
            </a:r>
            <a:r>
              <a:rPr b="1">
                <a:solidFill>
                  <a:srgbClr val="FF45FC"/>
                </a:solidFill>
              </a:rPr>
              <a:t>transform those numbers inside matrices</a:t>
            </a:r>
          </a:p>
        </p:txBody>
      </p:sp>
      <p:sp>
        <p:nvSpPr>
          <p:cNvPr id="982" name="Token ID"/>
          <p:cNvSpPr txBox="1"/>
          <p:nvPr/>
        </p:nvSpPr>
        <p:spPr>
          <a:xfrm>
            <a:off x="1826935" y="1367718"/>
            <a:ext cx="2041018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Token ID</a:t>
            </a:r>
          </a:p>
        </p:txBody>
      </p:sp>
      <p:sp>
        <p:nvSpPr>
          <p:cNvPr id="983" name="Vector embedding"/>
          <p:cNvSpPr txBox="1"/>
          <p:nvPr/>
        </p:nvSpPr>
        <p:spPr>
          <a:xfrm>
            <a:off x="4610658" y="733123"/>
            <a:ext cx="4169817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F7D254"/>
                </a:solidFill>
              </a:defRPr>
            </a:lvl1pPr>
          </a:lstStyle>
          <a:p>
            <a:pPr/>
            <a:r>
              <a:t>Vector embedding</a:t>
            </a:r>
          </a:p>
        </p:txBody>
      </p:sp>
      <p:sp>
        <p:nvSpPr>
          <p:cNvPr id="984" name="Probabilities"/>
          <p:cNvSpPr txBox="1"/>
          <p:nvPr/>
        </p:nvSpPr>
        <p:spPr>
          <a:xfrm>
            <a:off x="21180471" y="1590490"/>
            <a:ext cx="2838451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58C3F4"/>
                </a:solidFill>
              </a:defRPr>
            </a:lvl1pPr>
          </a:lstStyle>
          <a:p>
            <a:pPr/>
            <a:r>
              <a:t>Probabilities</a:t>
            </a:r>
          </a:p>
        </p:txBody>
      </p:sp>
      <p:sp>
        <p:nvSpPr>
          <p:cNvPr id="985" name="Each word"/>
          <p:cNvSpPr txBox="1"/>
          <p:nvPr/>
        </p:nvSpPr>
        <p:spPr>
          <a:xfrm>
            <a:off x="16865134" y="9833742"/>
            <a:ext cx="2471434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58C3F4"/>
                </a:solidFill>
              </a:defRPr>
            </a:lvl1pPr>
          </a:lstStyle>
          <a:p>
            <a:pPr/>
            <a:r>
              <a:t>Each word</a:t>
            </a:r>
          </a:p>
        </p:txBody>
      </p:sp>
      <p:sp>
        <p:nvSpPr>
          <p:cNvPr id="986" name="0.65"/>
          <p:cNvSpPr txBox="1"/>
          <p:nvPr/>
        </p:nvSpPr>
        <p:spPr>
          <a:xfrm>
            <a:off x="22822701" y="4768056"/>
            <a:ext cx="92987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0.65</a:t>
            </a:r>
          </a:p>
        </p:txBody>
      </p:sp>
      <p:sp>
        <p:nvSpPr>
          <p:cNvPr id="987" name="0.1"/>
          <p:cNvSpPr txBox="1"/>
          <p:nvPr/>
        </p:nvSpPr>
        <p:spPr>
          <a:xfrm>
            <a:off x="22263819" y="5539991"/>
            <a:ext cx="69685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0.1</a:t>
            </a:r>
          </a:p>
        </p:txBody>
      </p:sp>
      <p:sp>
        <p:nvSpPr>
          <p:cNvPr id="988" name="0.2"/>
          <p:cNvSpPr txBox="1"/>
          <p:nvPr/>
        </p:nvSpPr>
        <p:spPr>
          <a:xfrm>
            <a:off x="22453913" y="3970722"/>
            <a:ext cx="69685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0.2</a:t>
            </a:r>
          </a:p>
        </p:txBody>
      </p:sp>
      <p:sp>
        <p:nvSpPr>
          <p:cNvPr id="989" name="0.03"/>
          <p:cNvSpPr txBox="1"/>
          <p:nvPr/>
        </p:nvSpPr>
        <p:spPr>
          <a:xfrm>
            <a:off x="22051474" y="7198160"/>
            <a:ext cx="929869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0.03</a:t>
            </a:r>
          </a:p>
        </p:txBody>
      </p:sp>
      <p:sp>
        <p:nvSpPr>
          <p:cNvPr id="990" name="0.01"/>
          <p:cNvSpPr txBox="1"/>
          <p:nvPr/>
        </p:nvSpPr>
        <p:spPr>
          <a:xfrm>
            <a:off x="21777430" y="6655742"/>
            <a:ext cx="929870" cy="585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0.01</a:t>
            </a:r>
          </a:p>
        </p:txBody>
      </p:sp>
      <p:sp>
        <p:nvSpPr>
          <p:cNvPr id="991" name="0.01"/>
          <p:cNvSpPr txBox="1"/>
          <p:nvPr/>
        </p:nvSpPr>
        <p:spPr>
          <a:xfrm>
            <a:off x="21777430" y="3519723"/>
            <a:ext cx="929870" cy="58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300">
                <a:solidFill>
                  <a:srgbClr val="58C3F4"/>
                </a:solidFill>
              </a:defRPr>
            </a:lvl1pPr>
          </a:lstStyle>
          <a:p>
            <a:pPr/>
            <a:r>
              <a:t>0.01</a:t>
            </a:r>
          </a:p>
        </p:txBody>
      </p:sp>
      <p:sp>
        <p:nvSpPr>
          <p:cNvPr id="992" name="Sentence"/>
          <p:cNvSpPr txBox="1"/>
          <p:nvPr/>
        </p:nvSpPr>
        <p:spPr>
          <a:xfrm rot="19795060">
            <a:off x="801602" y="2791775"/>
            <a:ext cx="2205953" cy="671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/>
            </a:lvl1pPr>
          </a:lstStyle>
          <a:p>
            <a:pPr/>
            <a:r>
              <a:t>Sentence</a:t>
            </a:r>
          </a:p>
        </p:txBody>
      </p:sp>
      <p:sp>
        <p:nvSpPr>
          <p:cNvPr id="1001" name="Línea de conexión"/>
          <p:cNvSpPr/>
          <p:nvPr/>
        </p:nvSpPr>
        <p:spPr>
          <a:xfrm>
            <a:off x="4037076" y="1766254"/>
            <a:ext cx="277436" cy="970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81" h="21600" fill="norm" stroke="1" extrusionOk="0">
                <a:moveTo>
                  <a:pt x="0" y="0"/>
                </a:moveTo>
                <a:cubicBezTo>
                  <a:pt x="19547" y="6141"/>
                  <a:pt x="21600" y="13341"/>
                  <a:pt x="6159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002" name="Línea de conexión"/>
          <p:cNvSpPr/>
          <p:nvPr/>
        </p:nvSpPr>
        <p:spPr>
          <a:xfrm>
            <a:off x="6877108" y="1405070"/>
            <a:ext cx="336782" cy="1063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429" h="21600" fill="norm" stroke="1" extrusionOk="0">
                <a:moveTo>
                  <a:pt x="6836" y="0"/>
                </a:moveTo>
                <a:cubicBezTo>
                  <a:pt x="21600" y="8163"/>
                  <a:pt x="19321" y="15363"/>
                  <a:pt x="0" y="21600"/>
                </a:cubicBezTo>
              </a:path>
            </a:pathLst>
          </a:custGeom>
          <a:ln w="25400">
            <a:solidFill>
              <a:srgbClr val="F7D254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003" name="Línea de conexión"/>
          <p:cNvSpPr/>
          <p:nvPr/>
        </p:nvSpPr>
        <p:spPr>
          <a:xfrm>
            <a:off x="18213838" y="7969508"/>
            <a:ext cx="1367323" cy="1660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9132" y="3410"/>
                  <a:pt x="1932" y="10610"/>
                  <a:pt x="0" y="21600"/>
                </a:cubicBezTo>
              </a:path>
            </a:pathLst>
          </a:custGeom>
          <a:ln w="25400">
            <a:solidFill>
              <a:srgbClr val="59C4F6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1004" name="Línea de conexión"/>
          <p:cNvSpPr/>
          <p:nvPr/>
        </p:nvSpPr>
        <p:spPr>
          <a:xfrm>
            <a:off x="22960945" y="2262421"/>
            <a:ext cx="229693" cy="1415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885" h="21600" fill="norm" stroke="1" extrusionOk="0">
                <a:moveTo>
                  <a:pt x="10861" y="21600"/>
                </a:moveTo>
                <a:cubicBezTo>
                  <a:pt x="21600" y="12456"/>
                  <a:pt x="17980" y="5256"/>
                  <a:pt x="0" y="0"/>
                </a:cubicBezTo>
              </a:path>
            </a:pathLst>
          </a:custGeom>
          <a:ln w="25400">
            <a:solidFill>
              <a:srgbClr val="59C4F6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997" name="Línea"/>
          <p:cNvSpPr/>
          <p:nvPr/>
        </p:nvSpPr>
        <p:spPr>
          <a:xfrm flipV="1">
            <a:off x="9444257" y="9075315"/>
            <a:ext cx="1" cy="118598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98" name="Línea"/>
          <p:cNvSpPr/>
          <p:nvPr/>
        </p:nvSpPr>
        <p:spPr>
          <a:xfrm flipH="1" flipV="1">
            <a:off x="3307973" y="6813322"/>
            <a:ext cx="12657342" cy="3631245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99" name="Línea"/>
          <p:cNvSpPr/>
          <p:nvPr/>
        </p:nvSpPr>
        <p:spPr>
          <a:xfrm flipV="1">
            <a:off x="20276273" y="10790295"/>
            <a:ext cx="1" cy="1425562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0" name="What it outputs"/>
          <p:cNvSpPr txBox="1"/>
          <p:nvPr/>
        </p:nvSpPr>
        <p:spPr>
          <a:xfrm>
            <a:off x="18358877" y="12357223"/>
            <a:ext cx="3834792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 sz="4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What it outputs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7" name="Dibujo"/>
          <p:cNvGrpSpPr/>
          <p:nvPr/>
        </p:nvGrpSpPr>
        <p:grpSpPr>
          <a:xfrm>
            <a:off x="432646" y="440761"/>
            <a:ext cx="22071767" cy="11603782"/>
            <a:chOff x="-2956136" y="-751153"/>
            <a:chExt cx="22071765" cy="11603780"/>
          </a:xfrm>
        </p:grpSpPr>
        <p:sp>
          <p:nvSpPr>
            <p:cNvPr id="1006" name="Línea"/>
            <p:cNvSpPr/>
            <p:nvPr/>
          </p:nvSpPr>
          <p:spPr>
            <a:xfrm>
              <a:off x="-2438370" y="567210"/>
              <a:ext cx="2287750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07" name="Línea"/>
            <p:cNvSpPr/>
            <p:nvPr/>
          </p:nvSpPr>
          <p:spPr>
            <a:xfrm>
              <a:off x="-2432068" y="2023050"/>
              <a:ext cx="12606" cy="605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08" name="Línea"/>
            <p:cNvSpPr/>
            <p:nvPr/>
          </p:nvSpPr>
          <p:spPr>
            <a:xfrm>
              <a:off x="-150621" y="586117"/>
              <a:ext cx="18907" cy="6617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09" name="Línea"/>
            <p:cNvSpPr/>
            <p:nvPr/>
          </p:nvSpPr>
          <p:spPr>
            <a:xfrm>
              <a:off x="-2343836" y="1247863"/>
              <a:ext cx="2117587" cy="1361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0" name="Línea"/>
            <p:cNvSpPr/>
            <p:nvPr/>
          </p:nvSpPr>
          <p:spPr>
            <a:xfrm>
              <a:off x="-2022416" y="1701631"/>
              <a:ext cx="18908" cy="6995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1" name="Línea"/>
            <p:cNvSpPr/>
            <p:nvPr/>
          </p:nvSpPr>
          <p:spPr>
            <a:xfrm>
              <a:off x="-1681009" y="1474747"/>
              <a:ext cx="36734" cy="661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2" name="Línea"/>
            <p:cNvSpPr/>
            <p:nvPr/>
          </p:nvSpPr>
          <p:spPr>
            <a:xfrm>
              <a:off x="-1303949" y="1285677"/>
              <a:ext cx="12605" cy="64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3" name="Línea"/>
            <p:cNvSpPr/>
            <p:nvPr/>
          </p:nvSpPr>
          <p:spPr>
            <a:xfrm>
              <a:off x="-906902" y="1058792"/>
              <a:ext cx="37815" cy="5861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4" name="Línea"/>
            <p:cNvSpPr/>
            <p:nvPr/>
          </p:nvSpPr>
          <p:spPr>
            <a:xfrm>
              <a:off x="-547669" y="794094"/>
              <a:ext cx="37815" cy="548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5" name="Línea"/>
            <p:cNvSpPr/>
            <p:nvPr/>
          </p:nvSpPr>
          <p:spPr>
            <a:xfrm>
              <a:off x="-37180" y="245791"/>
              <a:ext cx="340328" cy="207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6" name="Línea"/>
            <p:cNvSpPr/>
            <p:nvPr/>
          </p:nvSpPr>
          <p:spPr>
            <a:xfrm>
              <a:off x="-56087" y="1039885"/>
              <a:ext cx="264700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7" name="Línea"/>
            <p:cNvSpPr/>
            <p:nvPr/>
          </p:nvSpPr>
          <p:spPr>
            <a:xfrm>
              <a:off x="378775" y="283605"/>
              <a:ext cx="18908" cy="5672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8" name="Línea"/>
            <p:cNvSpPr/>
            <p:nvPr/>
          </p:nvSpPr>
          <p:spPr>
            <a:xfrm>
              <a:off x="10876" y="352931"/>
              <a:ext cx="365990" cy="6316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19" name="Línea"/>
            <p:cNvSpPr/>
            <p:nvPr/>
          </p:nvSpPr>
          <p:spPr>
            <a:xfrm>
              <a:off x="634" y="726850"/>
              <a:ext cx="94537" cy="1806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0" name="Línea"/>
            <p:cNvSpPr/>
            <p:nvPr/>
          </p:nvSpPr>
          <p:spPr>
            <a:xfrm>
              <a:off x="189705" y="1455840"/>
              <a:ext cx="74841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1" name="Línea"/>
            <p:cNvSpPr/>
            <p:nvPr/>
          </p:nvSpPr>
          <p:spPr>
            <a:xfrm>
              <a:off x="340961" y="-113443"/>
              <a:ext cx="1890702" cy="1455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2" name="Línea"/>
            <p:cNvSpPr/>
            <p:nvPr/>
          </p:nvSpPr>
          <p:spPr>
            <a:xfrm>
              <a:off x="2137128" y="-75629"/>
              <a:ext cx="189070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3" name="Línea"/>
            <p:cNvSpPr/>
            <p:nvPr/>
          </p:nvSpPr>
          <p:spPr>
            <a:xfrm>
              <a:off x="473310" y="2665889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4" name="Línea"/>
            <p:cNvSpPr/>
            <p:nvPr/>
          </p:nvSpPr>
          <p:spPr>
            <a:xfrm>
              <a:off x="681287" y="1210049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5" name="Línea"/>
            <p:cNvSpPr/>
            <p:nvPr/>
          </p:nvSpPr>
          <p:spPr>
            <a:xfrm>
              <a:off x="983800" y="794094"/>
              <a:ext cx="75628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6" name="Línea"/>
            <p:cNvSpPr/>
            <p:nvPr/>
          </p:nvSpPr>
          <p:spPr>
            <a:xfrm>
              <a:off x="1324126" y="586117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7" name="Línea"/>
            <p:cNvSpPr/>
            <p:nvPr/>
          </p:nvSpPr>
          <p:spPr>
            <a:xfrm>
              <a:off x="1740080" y="283605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8" name="Línea"/>
            <p:cNvSpPr/>
            <p:nvPr/>
          </p:nvSpPr>
          <p:spPr>
            <a:xfrm>
              <a:off x="2231662" y="-453769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29" name="Línea"/>
            <p:cNvSpPr/>
            <p:nvPr/>
          </p:nvSpPr>
          <p:spPr>
            <a:xfrm>
              <a:off x="2061499" y="-472676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0" name="Línea"/>
            <p:cNvSpPr/>
            <p:nvPr/>
          </p:nvSpPr>
          <p:spPr>
            <a:xfrm>
              <a:off x="2553081" y="-751154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1" name="Línea"/>
            <p:cNvSpPr/>
            <p:nvPr/>
          </p:nvSpPr>
          <p:spPr>
            <a:xfrm>
              <a:off x="2751339" y="-529397"/>
              <a:ext cx="236592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2" name="Línea"/>
            <p:cNvSpPr/>
            <p:nvPr/>
          </p:nvSpPr>
          <p:spPr>
            <a:xfrm>
              <a:off x="3682153" y="2187864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3" name="Línea"/>
            <p:cNvSpPr/>
            <p:nvPr/>
          </p:nvSpPr>
          <p:spPr>
            <a:xfrm>
              <a:off x="3833410" y="618582"/>
              <a:ext cx="1890702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4" name="Línea"/>
            <p:cNvSpPr/>
            <p:nvPr/>
          </p:nvSpPr>
          <p:spPr>
            <a:xfrm>
              <a:off x="5629576" y="656396"/>
              <a:ext cx="189071" cy="2798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5" name="Línea"/>
            <p:cNvSpPr/>
            <p:nvPr/>
          </p:nvSpPr>
          <p:spPr>
            <a:xfrm>
              <a:off x="3965759" y="3397913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6" name="Línea"/>
            <p:cNvSpPr/>
            <p:nvPr/>
          </p:nvSpPr>
          <p:spPr>
            <a:xfrm>
              <a:off x="4173736" y="1942073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7" name="Línea"/>
            <p:cNvSpPr/>
            <p:nvPr/>
          </p:nvSpPr>
          <p:spPr>
            <a:xfrm>
              <a:off x="4476248" y="1526119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8" name="Línea"/>
            <p:cNvSpPr/>
            <p:nvPr/>
          </p:nvSpPr>
          <p:spPr>
            <a:xfrm>
              <a:off x="4816574" y="1318142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39" name="Línea"/>
            <p:cNvSpPr/>
            <p:nvPr/>
          </p:nvSpPr>
          <p:spPr>
            <a:xfrm>
              <a:off x="5232529" y="1015629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0" name="Línea"/>
            <p:cNvSpPr/>
            <p:nvPr/>
          </p:nvSpPr>
          <p:spPr>
            <a:xfrm>
              <a:off x="5724111" y="278256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1" name="Línea"/>
            <p:cNvSpPr/>
            <p:nvPr/>
          </p:nvSpPr>
          <p:spPr>
            <a:xfrm>
              <a:off x="5553948" y="259349"/>
              <a:ext cx="661746" cy="3252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2" name="Línea"/>
            <p:cNvSpPr/>
            <p:nvPr/>
          </p:nvSpPr>
          <p:spPr>
            <a:xfrm>
              <a:off x="6045530" y="-19130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3" name="Línea"/>
            <p:cNvSpPr/>
            <p:nvPr/>
          </p:nvSpPr>
          <p:spPr>
            <a:xfrm>
              <a:off x="6243788" y="202628"/>
              <a:ext cx="236592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4" name="Línea"/>
            <p:cNvSpPr/>
            <p:nvPr/>
          </p:nvSpPr>
          <p:spPr>
            <a:xfrm>
              <a:off x="4266343" y="-238701"/>
              <a:ext cx="1822352" cy="1562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502" fill="norm" stroke="1" extrusionOk="0">
                  <a:moveTo>
                    <a:pt x="86" y="21502"/>
                  </a:moveTo>
                  <a:cubicBezTo>
                    <a:pt x="11" y="19680"/>
                    <a:pt x="-63" y="17859"/>
                    <a:pt x="86" y="16080"/>
                  </a:cubicBezTo>
                  <a:cubicBezTo>
                    <a:pt x="235" y="14302"/>
                    <a:pt x="607" y="12567"/>
                    <a:pt x="1240" y="11006"/>
                  </a:cubicBezTo>
                  <a:cubicBezTo>
                    <a:pt x="1874" y="9444"/>
                    <a:pt x="2767" y="8056"/>
                    <a:pt x="3885" y="6755"/>
                  </a:cubicBezTo>
                  <a:cubicBezTo>
                    <a:pt x="5002" y="5454"/>
                    <a:pt x="6343" y="4239"/>
                    <a:pt x="8056" y="3112"/>
                  </a:cubicBezTo>
                  <a:cubicBezTo>
                    <a:pt x="9769" y="1984"/>
                    <a:pt x="11854" y="943"/>
                    <a:pt x="13679" y="422"/>
                  </a:cubicBezTo>
                  <a:cubicBezTo>
                    <a:pt x="15504" y="-98"/>
                    <a:pt x="17068" y="-98"/>
                    <a:pt x="18334" y="206"/>
                  </a:cubicBezTo>
                  <a:cubicBezTo>
                    <a:pt x="19600" y="509"/>
                    <a:pt x="20569" y="1116"/>
                    <a:pt x="21537" y="1724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5" name="Línea"/>
            <p:cNvSpPr/>
            <p:nvPr/>
          </p:nvSpPr>
          <p:spPr>
            <a:xfrm>
              <a:off x="5861809" y="-359234"/>
              <a:ext cx="301356" cy="36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466" fill="norm" stroke="1" extrusionOk="0">
                  <a:moveTo>
                    <a:pt x="9257" y="0"/>
                  </a:moveTo>
                  <a:cubicBezTo>
                    <a:pt x="11461" y="3295"/>
                    <a:pt x="13665" y="6590"/>
                    <a:pt x="15429" y="8969"/>
                  </a:cubicBezTo>
                  <a:cubicBezTo>
                    <a:pt x="17192" y="11349"/>
                    <a:pt x="18514" y="12814"/>
                    <a:pt x="19616" y="14461"/>
                  </a:cubicBezTo>
                  <a:cubicBezTo>
                    <a:pt x="20718" y="16108"/>
                    <a:pt x="21600" y="17939"/>
                    <a:pt x="20718" y="19220"/>
                  </a:cubicBezTo>
                  <a:cubicBezTo>
                    <a:pt x="19837" y="20502"/>
                    <a:pt x="17192" y="21234"/>
                    <a:pt x="13445" y="21417"/>
                  </a:cubicBezTo>
                  <a:cubicBezTo>
                    <a:pt x="9698" y="21600"/>
                    <a:pt x="4849" y="21234"/>
                    <a:pt x="0" y="20868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6" name="Línea"/>
            <p:cNvSpPr/>
            <p:nvPr/>
          </p:nvSpPr>
          <p:spPr>
            <a:xfrm>
              <a:off x="5010994" y="245791"/>
              <a:ext cx="794096" cy="5861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71" y="19277"/>
                    <a:pt x="343" y="16955"/>
                    <a:pt x="943" y="14748"/>
                  </a:cubicBezTo>
                  <a:cubicBezTo>
                    <a:pt x="1543" y="12542"/>
                    <a:pt x="2571" y="10452"/>
                    <a:pt x="4371" y="8361"/>
                  </a:cubicBezTo>
                  <a:cubicBezTo>
                    <a:pt x="6171" y="6271"/>
                    <a:pt x="8743" y="4181"/>
                    <a:pt x="11743" y="2787"/>
                  </a:cubicBezTo>
                  <a:cubicBezTo>
                    <a:pt x="14743" y="1394"/>
                    <a:pt x="18171" y="69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7" name="Línea"/>
            <p:cNvSpPr/>
            <p:nvPr/>
          </p:nvSpPr>
          <p:spPr>
            <a:xfrm>
              <a:off x="5672739" y="162191"/>
              <a:ext cx="195629" cy="1970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2" h="21104" fill="norm" stroke="1" extrusionOk="0">
                  <a:moveTo>
                    <a:pt x="0" y="854"/>
                  </a:moveTo>
                  <a:cubicBezTo>
                    <a:pt x="3375" y="179"/>
                    <a:pt x="6750" y="-496"/>
                    <a:pt x="10125" y="516"/>
                  </a:cubicBezTo>
                  <a:cubicBezTo>
                    <a:pt x="13500" y="1529"/>
                    <a:pt x="16875" y="4229"/>
                    <a:pt x="18900" y="7267"/>
                  </a:cubicBezTo>
                  <a:cubicBezTo>
                    <a:pt x="20925" y="10304"/>
                    <a:pt x="21600" y="13679"/>
                    <a:pt x="20250" y="16041"/>
                  </a:cubicBezTo>
                  <a:cubicBezTo>
                    <a:pt x="18900" y="18404"/>
                    <a:pt x="15525" y="19754"/>
                    <a:pt x="12150" y="21104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8" name="Línea"/>
            <p:cNvSpPr/>
            <p:nvPr/>
          </p:nvSpPr>
          <p:spPr>
            <a:xfrm>
              <a:off x="4219711" y="1852887"/>
              <a:ext cx="250475" cy="2287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8" h="21600" fill="norm" stroke="1" extrusionOk="0">
                  <a:moveTo>
                    <a:pt x="13989" y="0"/>
                  </a:moveTo>
                  <a:cubicBezTo>
                    <a:pt x="11355" y="0"/>
                    <a:pt x="8721" y="0"/>
                    <a:pt x="8194" y="149"/>
                  </a:cubicBezTo>
                  <a:cubicBezTo>
                    <a:pt x="7667" y="298"/>
                    <a:pt x="9248" y="595"/>
                    <a:pt x="10828" y="863"/>
                  </a:cubicBezTo>
                  <a:cubicBezTo>
                    <a:pt x="12409" y="1131"/>
                    <a:pt x="13989" y="1369"/>
                    <a:pt x="15306" y="1636"/>
                  </a:cubicBezTo>
                  <a:cubicBezTo>
                    <a:pt x="16624" y="1904"/>
                    <a:pt x="17677" y="2202"/>
                    <a:pt x="16887" y="2291"/>
                  </a:cubicBezTo>
                  <a:cubicBezTo>
                    <a:pt x="16097" y="2380"/>
                    <a:pt x="13463" y="2261"/>
                    <a:pt x="11092" y="2083"/>
                  </a:cubicBezTo>
                  <a:cubicBezTo>
                    <a:pt x="8721" y="1904"/>
                    <a:pt x="6614" y="1666"/>
                    <a:pt x="6614" y="1696"/>
                  </a:cubicBezTo>
                  <a:cubicBezTo>
                    <a:pt x="6614" y="1726"/>
                    <a:pt x="8721" y="2023"/>
                    <a:pt x="10565" y="2321"/>
                  </a:cubicBezTo>
                  <a:cubicBezTo>
                    <a:pt x="12409" y="2618"/>
                    <a:pt x="13989" y="2916"/>
                    <a:pt x="15570" y="3183"/>
                  </a:cubicBezTo>
                  <a:cubicBezTo>
                    <a:pt x="17150" y="3451"/>
                    <a:pt x="18731" y="3689"/>
                    <a:pt x="18204" y="3838"/>
                  </a:cubicBezTo>
                  <a:cubicBezTo>
                    <a:pt x="17677" y="3987"/>
                    <a:pt x="15043" y="4046"/>
                    <a:pt x="12409" y="3927"/>
                  </a:cubicBezTo>
                  <a:cubicBezTo>
                    <a:pt x="9775" y="3808"/>
                    <a:pt x="7141" y="3511"/>
                    <a:pt x="4770" y="3243"/>
                  </a:cubicBezTo>
                  <a:cubicBezTo>
                    <a:pt x="2399" y="2975"/>
                    <a:pt x="292" y="2737"/>
                    <a:pt x="28" y="2737"/>
                  </a:cubicBezTo>
                  <a:cubicBezTo>
                    <a:pt x="-235" y="2737"/>
                    <a:pt x="1345" y="2975"/>
                    <a:pt x="4506" y="3540"/>
                  </a:cubicBezTo>
                  <a:cubicBezTo>
                    <a:pt x="7667" y="4106"/>
                    <a:pt x="12409" y="4998"/>
                    <a:pt x="15306" y="5593"/>
                  </a:cubicBezTo>
                  <a:cubicBezTo>
                    <a:pt x="18204" y="6188"/>
                    <a:pt x="19258" y="6486"/>
                    <a:pt x="18467" y="6575"/>
                  </a:cubicBezTo>
                  <a:cubicBezTo>
                    <a:pt x="17677" y="6664"/>
                    <a:pt x="15043" y="6545"/>
                    <a:pt x="12145" y="6278"/>
                  </a:cubicBezTo>
                  <a:cubicBezTo>
                    <a:pt x="9248" y="6010"/>
                    <a:pt x="6087" y="5593"/>
                    <a:pt x="5033" y="5534"/>
                  </a:cubicBezTo>
                  <a:cubicBezTo>
                    <a:pt x="3980" y="5474"/>
                    <a:pt x="5033" y="5772"/>
                    <a:pt x="6614" y="6218"/>
                  </a:cubicBezTo>
                  <a:cubicBezTo>
                    <a:pt x="8194" y="6664"/>
                    <a:pt x="10302" y="7260"/>
                    <a:pt x="11619" y="7706"/>
                  </a:cubicBezTo>
                  <a:cubicBezTo>
                    <a:pt x="12936" y="8152"/>
                    <a:pt x="13463" y="8450"/>
                    <a:pt x="12145" y="8420"/>
                  </a:cubicBezTo>
                  <a:cubicBezTo>
                    <a:pt x="10828" y="8390"/>
                    <a:pt x="7667" y="8033"/>
                    <a:pt x="6614" y="8003"/>
                  </a:cubicBezTo>
                  <a:cubicBezTo>
                    <a:pt x="5560" y="7974"/>
                    <a:pt x="6614" y="8271"/>
                    <a:pt x="8458" y="8717"/>
                  </a:cubicBezTo>
                  <a:cubicBezTo>
                    <a:pt x="10302" y="9164"/>
                    <a:pt x="12936" y="9759"/>
                    <a:pt x="14780" y="10205"/>
                  </a:cubicBezTo>
                  <a:cubicBezTo>
                    <a:pt x="16624" y="10651"/>
                    <a:pt x="17677" y="10949"/>
                    <a:pt x="16887" y="11038"/>
                  </a:cubicBezTo>
                  <a:cubicBezTo>
                    <a:pt x="16097" y="11127"/>
                    <a:pt x="13463" y="11008"/>
                    <a:pt x="12936" y="11127"/>
                  </a:cubicBezTo>
                  <a:cubicBezTo>
                    <a:pt x="12409" y="11246"/>
                    <a:pt x="13989" y="11603"/>
                    <a:pt x="15570" y="12079"/>
                  </a:cubicBezTo>
                  <a:cubicBezTo>
                    <a:pt x="17150" y="12555"/>
                    <a:pt x="18731" y="13150"/>
                    <a:pt x="19785" y="13597"/>
                  </a:cubicBezTo>
                  <a:cubicBezTo>
                    <a:pt x="20838" y="14043"/>
                    <a:pt x="21365" y="14340"/>
                    <a:pt x="20048" y="14281"/>
                  </a:cubicBezTo>
                  <a:cubicBezTo>
                    <a:pt x="18731" y="14221"/>
                    <a:pt x="15570" y="13805"/>
                    <a:pt x="13199" y="13478"/>
                  </a:cubicBezTo>
                  <a:cubicBezTo>
                    <a:pt x="10828" y="13150"/>
                    <a:pt x="9248" y="12912"/>
                    <a:pt x="9248" y="12942"/>
                  </a:cubicBezTo>
                  <a:cubicBezTo>
                    <a:pt x="9248" y="12972"/>
                    <a:pt x="10828" y="13269"/>
                    <a:pt x="12936" y="13745"/>
                  </a:cubicBezTo>
                  <a:cubicBezTo>
                    <a:pt x="15043" y="14221"/>
                    <a:pt x="17677" y="14876"/>
                    <a:pt x="19258" y="15352"/>
                  </a:cubicBezTo>
                  <a:cubicBezTo>
                    <a:pt x="20838" y="15828"/>
                    <a:pt x="21365" y="16126"/>
                    <a:pt x="20575" y="16185"/>
                  </a:cubicBezTo>
                  <a:cubicBezTo>
                    <a:pt x="19785" y="16245"/>
                    <a:pt x="17677" y="16066"/>
                    <a:pt x="15306" y="15798"/>
                  </a:cubicBezTo>
                  <a:cubicBezTo>
                    <a:pt x="12936" y="15531"/>
                    <a:pt x="10302" y="15174"/>
                    <a:pt x="8194" y="14876"/>
                  </a:cubicBezTo>
                  <a:cubicBezTo>
                    <a:pt x="6087" y="14579"/>
                    <a:pt x="4506" y="14340"/>
                    <a:pt x="3980" y="14400"/>
                  </a:cubicBezTo>
                  <a:cubicBezTo>
                    <a:pt x="3453" y="14460"/>
                    <a:pt x="3980" y="14817"/>
                    <a:pt x="5560" y="15322"/>
                  </a:cubicBezTo>
                  <a:cubicBezTo>
                    <a:pt x="7141" y="15828"/>
                    <a:pt x="9775" y="16483"/>
                    <a:pt x="11882" y="17078"/>
                  </a:cubicBezTo>
                  <a:cubicBezTo>
                    <a:pt x="13989" y="17673"/>
                    <a:pt x="15570" y="18208"/>
                    <a:pt x="15306" y="18357"/>
                  </a:cubicBezTo>
                  <a:cubicBezTo>
                    <a:pt x="15043" y="18506"/>
                    <a:pt x="12936" y="18268"/>
                    <a:pt x="11092" y="18000"/>
                  </a:cubicBezTo>
                  <a:cubicBezTo>
                    <a:pt x="9248" y="17732"/>
                    <a:pt x="7667" y="17435"/>
                    <a:pt x="6877" y="17435"/>
                  </a:cubicBezTo>
                  <a:cubicBezTo>
                    <a:pt x="6087" y="17435"/>
                    <a:pt x="6087" y="17732"/>
                    <a:pt x="6614" y="18060"/>
                  </a:cubicBezTo>
                  <a:cubicBezTo>
                    <a:pt x="7141" y="18387"/>
                    <a:pt x="8194" y="18744"/>
                    <a:pt x="8985" y="19101"/>
                  </a:cubicBezTo>
                  <a:cubicBezTo>
                    <a:pt x="9775" y="19458"/>
                    <a:pt x="10302" y="19815"/>
                    <a:pt x="8721" y="19815"/>
                  </a:cubicBezTo>
                  <a:cubicBezTo>
                    <a:pt x="7141" y="19815"/>
                    <a:pt x="3453" y="19458"/>
                    <a:pt x="2663" y="19517"/>
                  </a:cubicBezTo>
                  <a:cubicBezTo>
                    <a:pt x="1872" y="19577"/>
                    <a:pt x="3980" y="20053"/>
                    <a:pt x="5297" y="20469"/>
                  </a:cubicBezTo>
                  <a:cubicBezTo>
                    <a:pt x="6614" y="20886"/>
                    <a:pt x="7141" y="21243"/>
                    <a:pt x="7667" y="21600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49" name="Línea"/>
            <p:cNvSpPr/>
            <p:nvPr/>
          </p:nvSpPr>
          <p:spPr>
            <a:xfrm>
              <a:off x="4941668" y="1178537"/>
              <a:ext cx="352760" cy="2499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575" fill="norm" stroke="1" extrusionOk="0">
                  <a:moveTo>
                    <a:pt x="9853" y="272"/>
                  </a:moveTo>
                  <a:cubicBezTo>
                    <a:pt x="11368" y="435"/>
                    <a:pt x="12884" y="598"/>
                    <a:pt x="14021" y="816"/>
                  </a:cubicBezTo>
                  <a:cubicBezTo>
                    <a:pt x="15158" y="1034"/>
                    <a:pt x="15916" y="1306"/>
                    <a:pt x="15347" y="1387"/>
                  </a:cubicBezTo>
                  <a:cubicBezTo>
                    <a:pt x="14779" y="1469"/>
                    <a:pt x="12884" y="1360"/>
                    <a:pt x="10989" y="1170"/>
                  </a:cubicBezTo>
                  <a:cubicBezTo>
                    <a:pt x="9095" y="979"/>
                    <a:pt x="7200" y="707"/>
                    <a:pt x="5495" y="462"/>
                  </a:cubicBezTo>
                  <a:cubicBezTo>
                    <a:pt x="3789" y="218"/>
                    <a:pt x="2274" y="0"/>
                    <a:pt x="2274" y="0"/>
                  </a:cubicBezTo>
                  <a:cubicBezTo>
                    <a:pt x="2274" y="0"/>
                    <a:pt x="3789" y="218"/>
                    <a:pt x="6821" y="789"/>
                  </a:cubicBezTo>
                  <a:cubicBezTo>
                    <a:pt x="9853" y="1360"/>
                    <a:pt x="14400" y="2285"/>
                    <a:pt x="16863" y="2884"/>
                  </a:cubicBezTo>
                  <a:cubicBezTo>
                    <a:pt x="19326" y="3482"/>
                    <a:pt x="19705" y="3754"/>
                    <a:pt x="18758" y="3836"/>
                  </a:cubicBezTo>
                  <a:cubicBezTo>
                    <a:pt x="17811" y="3917"/>
                    <a:pt x="15537" y="3809"/>
                    <a:pt x="13642" y="3645"/>
                  </a:cubicBezTo>
                  <a:cubicBezTo>
                    <a:pt x="11747" y="3482"/>
                    <a:pt x="10232" y="3264"/>
                    <a:pt x="8716" y="3047"/>
                  </a:cubicBezTo>
                  <a:cubicBezTo>
                    <a:pt x="7200" y="2829"/>
                    <a:pt x="5684" y="2612"/>
                    <a:pt x="5305" y="2639"/>
                  </a:cubicBezTo>
                  <a:cubicBezTo>
                    <a:pt x="4926" y="2666"/>
                    <a:pt x="5684" y="2938"/>
                    <a:pt x="7958" y="3591"/>
                  </a:cubicBezTo>
                  <a:cubicBezTo>
                    <a:pt x="10232" y="4244"/>
                    <a:pt x="14021" y="5278"/>
                    <a:pt x="16105" y="5985"/>
                  </a:cubicBezTo>
                  <a:cubicBezTo>
                    <a:pt x="18189" y="6692"/>
                    <a:pt x="18568" y="7073"/>
                    <a:pt x="17621" y="7182"/>
                  </a:cubicBezTo>
                  <a:cubicBezTo>
                    <a:pt x="16674" y="7291"/>
                    <a:pt x="14400" y="7127"/>
                    <a:pt x="12695" y="6937"/>
                  </a:cubicBezTo>
                  <a:cubicBezTo>
                    <a:pt x="10989" y="6747"/>
                    <a:pt x="9853" y="6529"/>
                    <a:pt x="7768" y="6148"/>
                  </a:cubicBezTo>
                  <a:cubicBezTo>
                    <a:pt x="5684" y="5767"/>
                    <a:pt x="2653" y="5223"/>
                    <a:pt x="2463" y="5169"/>
                  </a:cubicBezTo>
                  <a:cubicBezTo>
                    <a:pt x="2274" y="5114"/>
                    <a:pt x="4926" y="5550"/>
                    <a:pt x="8337" y="6230"/>
                  </a:cubicBezTo>
                  <a:cubicBezTo>
                    <a:pt x="11747" y="6910"/>
                    <a:pt x="15916" y="7835"/>
                    <a:pt x="18379" y="8488"/>
                  </a:cubicBezTo>
                  <a:cubicBezTo>
                    <a:pt x="20842" y="9141"/>
                    <a:pt x="21600" y="9521"/>
                    <a:pt x="21032" y="9712"/>
                  </a:cubicBezTo>
                  <a:cubicBezTo>
                    <a:pt x="20463" y="9902"/>
                    <a:pt x="18568" y="9902"/>
                    <a:pt x="16105" y="9657"/>
                  </a:cubicBezTo>
                  <a:cubicBezTo>
                    <a:pt x="13642" y="9413"/>
                    <a:pt x="10611" y="8923"/>
                    <a:pt x="8147" y="8460"/>
                  </a:cubicBezTo>
                  <a:cubicBezTo>
                    <a:pt x="5684" y="7998"/>
                    <a:pt x="3789" y="7563"/>
                    <a:pt x="3411" y="7508"/>
                  </a:cubicBezTo>
                  <a:cubicBezTo>
                    <a:pt x="3032" y="7454"/>
                    <a:pt x="4168" y="7780"/>
                    <a:pt x="5684" y="8243"/>
                  </a:cubicBezTo>
                  <a:cubicBezTo>
                    <a:pt x="7200" y="8705"/>
                    <a:pt x="9095" y="9304"/>
                    <a:pt x="10421" y="9766"/>
                  </a:cubicBezTo>
                  <a:cubicBezTo>
                    <a:pt x="11747" y="10229"/>
                    <a:pt x="12505" y="10555"/>
                    <a:pt x="13074" y="10854"/>
                  </a:cubicBezTo>
                  <a:cubicBezTo>
                    <a:pt x="13642" y="11154"/>
                    <a:pt x="14021" y="11426"/>
                    <a:pt x="13263" y="11480"/>
                  </a:cubicBezTo>
                  <a:cubicBezTo>
                    <a:pt x="12505" y="11535"/>
                    <a:pt x="10611" y="11371"/>
                    <a:pt x="8716" y="11099"/>
                  </a:cubicBezTo>
                  <a:cubicBezTo>
                    <a:pt x="6821" y="10827"/>
                    <a:pt x="4926" y="10446"/>
                    <a:pt x="3221" y="10065"/>
                  </a:cubicBezTo>
                  <a:cubicBezTo>
                    <a:pt x="1516" y="9685"/>
                    <a:pt x="0" y="9304"/>
                    <a:pt x="0" y="9277"/>
                  </a:cubicBezTo>
                  <a:cubicBezTo>
                    <a:pt x="0" y="9249"/>
                    <a:pt x="1516" y="9576"/>
                    <a:pt x="3789" y="10202"/>
                  </a:cubicBezTo>
                  <a:cubicBezTo>
                    <a:pt x="6063" y="10827"/>
                    <a:pt x="9095" y="11752"/>
                    <a:pt x="10989" y="12351"/>
                  </a:cubicBezTo>
                  <a:cubicBezTo>
                    <a:pt x="12884" y="12949"/>
                    <a:pt x="13642" y="13221"/>
                    <a:pt x="13074" y="13357"/>
                  </a:cubicBezTo>
                  <a:cubicBezTo>
                    <a:pt x="12505" y="13493"/>
                    <a:pt x="10611" y="13493"/>
                    <a:pt x="8905" y="13384"/>
                  </a:cubicBezTo>
                  <a:cubicBezTo>
                    <a:pt x="7200" y="13276"/>
                    <a:pt x="5684" y="13058"/>
                    <a:pt x="4168" y="12813"/>
                  </a:cubicBezTo>
                  <a:cubicBezTo>
                    <a:pt x="2653" y="12568"/>
                    <a:pt x="1137" y="12296"/>
                    <a:pt x="758" y="12296"/>
                  </a:cubicBezTo>
                  <a:cubicBezTo>
                    <a:pt x="379" y="12296"/>
                    <a:pt x="1137" y="12568"/>
                    <a:pt x="3032" y="13194"/>
                  </a:cubicBezTo>
                  <a:cubicBezTo>
                    <a:pt x="4926" y="13820"/>
                    <a:pt x="7958" y="14799"/>
                    <a:pt x="9853" y="15534"/>
                  </a:cubicBezTo>
                  <a:cubicBezTo>
                    <a:pt x="11747" y="16268"/>
                    <a:pt x="12505" y="16758"/>
                    <a:pt x="11937" y="16921"/>
                  </a:cubicBezTo>
                  <a:cubicBezTo>
                    <a:pt x="11368" y="17084"/>
                    <a:pt x="9474" y="16921"/>
                    <a:pt x="7958" y="16730"/>
                  </a:cubicBezTo>
                  <a:cubicBezTo>
                    <a:pt x="6442" y="16540"/>
                    <a:pt x="5305" y="16322"/>
                    <a:pt x="3979" y="16105"/>
                  </a:cubicBezTo>
                  <a:cubicBezTo>
                    <a:pt x="2653" y="15887"/>
                    <a:pt x="1137" y="15670"/>
                    <a:pt x="947" y="15724"/>
                  </a:cubicBezTo>
                  <a:cubicBezTo>
                    <a:pt x="758" y="15778"/>
                    <a:pt x="1895" y="16105"/>
                    <a:pt x="4358" y="16785"/>
                  </a:cubicBezTo>
                  <a:cubicBezTo>
                    <a:pt x="6821" y="17465"/>
                    <a:pt x="10611" y="18499"/>
                    <a:pt x="12695" y="19206"/>
                  </a:cubicBezTo>
                  <a:cubicBezTo>
                    <a:pt x="14779" y="19913"/>
                    <a:pt x="15158" y="20294"/>
                    <a:pt x="14589" y="20403"/>
                  </a:cubicBezTo>
                  <a:cubicBezTo>
                    <a:pt x="14021" y="20512"/>
                    <a:pt x="12505" y="20349"/>
                    <a:pt x="11179" y="20158"/>
                  </a:cubicBezTo>
                  <a:cubicBezTo>
                    <a:pt x="9853" y="19968"/>
                    <a:pt x="8716" y="19750"/>
                    <a:pt x="7579" y="19532"/>
                  </a:cubicBezTo>
                  <a:cubicBezTo>
                    <a:pt x="6442" y="19315"/>
                    <a:pt x="5305" y="19097"/>
                    <a:pt x="5116" y="19124"/>
                  </a:cubicBezTo>
                  <a:cubicBezTo>
                    <a:pt x="4926" y="19152"/>
                    <a:pt x="5684" y="19424"/>
                    <a:pt x="6442" y="19777"/>
                  </a:cubicBezTo>
                  <a:cubicBezTo>
                    <a:pt x="7200" y="20131"/>
                    <a:pt x="7958" y="20566"/>
                    <a:pt x="8526" y="20920"/>
                  </a:cubicBezTo>
                  <a:cubicBezTo>
                    <a:pt x="9095" y="21274"/>
                    <a:pt x="9474" y="21546"/>
                    <a:pt x="8526" y="21573"/>
                  </a:cubicBezTo>
                  <a:cubicBezTo>
                    <a:pt x="7579" y="21600"/>
                    <a:pt x="5305" y="21382"/>
                    <a:pt x="3032" y="21165"/>
                  </a:cubicBezTo>
                </a:path>
              </a:pathLst>
            </a:custGeom>
            <a:noFill/>
            <a:ln w="88900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0" name="Línea"/>
            <p:cNvSpPr/>
            <p:nvPr/>
          </p:nvSpPr>
          <p:spPr>
            <a:xfrm>
              <a:off x="6102251" y="3171029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1" name="Línea"/>
            <p:cNvSpPr/>
            <p:nvPr/>
          </p:nvSpPr>
          <p:spPr>
            <a:xfrm>
              <a:off x="6253508" y="1601747"/>
              <a:ext cx="1890702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2" name="Línea"/>
            <p:cNvSpPr/>
            <p:nvPr/>
          </p:nvSpPr>
          <p:spPr>
            <a:xfrm>
              <a:off x="8049674" y="1639561"/>
              <a:ext cx="189071" cy="27982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3" name="Línea"/>
            <p:cNvSpPr/>
            <p:nvPr/>
          </p:nvSpPr>
          <p:spPr>
            <a:xfrm>
              <a:off x="6385857" y="4381078"/>
              <a:ext cx="1569283" cy="1342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4" name="Línea"/>
            <p:cNvSpPr/>
            <p:nvPr/>
          </p:nvSpPr>
          <p:spPr>
            <a:xfrm>
              <a:off x="6593833" y="2925238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5" name="Línea"/>
            <p:cNvSpPr/>
            <p:nvPr/>
          </p:nvSpPr>
          <p:spPr>
            <a:xfrm>
              <a:off x="6896346" y="2509283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6" name="Línea"/>
            <p:cNvSpPr/>
            <p:nvPr/>
          </p:nvSpPr>
          <p:spPr>
            <a:xfrm>
              <a:off x="7236673" y="2301306"/>
              <a:ext cx="113442" cy="26469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7" name="Línea"/>
            <p:cNvSpPr/>
            <p:nvPr/>
          </p:nvSpPr>
          <p:spPr>
            <a:xfrm>
              <a:off x="7652627" y="1998794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8" name="Línea"/>
            <p:cNvSpPr/>
            <p:nvPr/>
          </p:nvSpPr>
          <p:spPr>
            <a:xfrm>
              <a:off x="8144209" y="1261420"/>
              <a:ext cx="397048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59" name="Línea"/>
            <p:cNvSpPr/>
            <p:nvPr/>
          </p:nvSpPr>
          <p:spPr>
            <a:xfrm>
              <a:off x="7974045" y="1242513"/>
              <a:ext cx="661747" cy="3252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0" name="Línea"/>
            <p:cNvSpPr/>
            <p:nvPr/>
          </p:nvSpPr>
          <p:spPr>
            <a:xfrm>
              <a:off x="8465628" y="964035"/>
              <a:ext cx="565049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1" name="Línea"/>
            <p:cNvSpPr/>
            <p:nvPr/>
          </p:nvSpPr>
          <p:spPr>
            <a:xfrm>
              <a:off x="8663885" y="1185792"/>
              <a:ext cx="236593" cy="23633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2" name="Línea"/>
            <p:cNvSpPr/>
            <p:nvPr/>
          </p:nvSpPr>
          <p:spPr>
            <a:xfrm>
              <a:off x="9151629" y="2268841"/>
              <a:ext cx="302515" cy="440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927"/>
                    <a:pt x="21600" y="1854"/>
                    <a:pt x="21375" y="2719"/>
                  </a:cubicBezTo>
                  <a:cubicBezTo>
                    <a:pt x="21150" y="3585"/>
                    <a:pt x="20700" y="4388"/>
                    <a:pt x="20025" y="5114"/>
                  </a:cubicBezTo>
                  <a:cubicBezTo>
                    <a:pt x="19350" y="5840"/>
                    <a:pt x="18450" y="6489"/>
                    <a:pt x="17550" y="7154"/>
                  </a:cubicBezTo>
                  <a:cubicBezTo>
                    <a:pt x="16650" y="7818"/>
                    <a:pt x="15750" y="8498"/>
                    <a:pt x="15075" y="9147"/>
                  </a:cubicBezTo>
                  <a:cubicBezTo>
                    <a:pt x="14400" y="9796"/>
                    <a:pt x="13950" y="10414"/>
                    <a:pt x="12825" y="11171"/>
                  </a:cubicBezTo>
                  <a:cubicBezTo>
                    <a:pt x="11700" y="11928"/>
                    <a:pt x="9900" y="12824"/>
                    <a:pt x="8775" y="13581"/>
                  </a:cubicBezTo>
                  <a:cubicBezTo>
                    <a:pt x="7650" y="14338"/>
                    <a:pt x="7200" y="14956"/>
                    <a:pt x="6300" y="15605"/>
                  </a:cubicBezTo>
                  <a:cubicBezTo>
                    <a:pt x="5400" y="16254"/>
                    <a:pt x="4050" y="16934"/>
                    <a:pt x="2925" y="17706"/>
                  </a:cubicBezTo>
                  <a:cubicBezTo>
                    <a:pt x="1800" y="18479"/>
                    <a:pt x="900" y="19344"/>
                    <a:pt x="450" y="20009"/>
                  </a:cubicBezTo>
                  <a:cubicBezTo>
                    <a:pt x="0" y="20673"/>
                    <a:pt x="0" y="2113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3" name="Línea"/>
            <p:cNvSpPr/>
            <p:nvPr/>
          </p:nvSpPr>
          <p:spPr>
            <a:xfrm>
              <a:off x="9246165" y="4462055"/>
              <a:ext cx="3100751" cy="23255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205" y="468"/>
                    <a:pt x="20810" y="937"/>
                    <a:pt x="20217" y="1639"/>
                  </a:cubicBezTo>
                  <a:cubicBezTo>
                    <a:pt x="19624" y="2341"/>
                    <a:pt x="18834" y="3278"/>
                    <a:pt x="17824" y="4449"/>
                  </a:cubicBezTo>
                  <a:cubicBezTo>
                    <a:pt x="16815" y="5620"/>
                    <a:pt x="15585" y="7024"/>
                    <a:pt x="14532" y="8224"/>
                  </a:cubicBezTo>
                  <a:cubicBezTo>
                    <a:pt x="13478" y="9424"/>
                    <a:pt x="12600" y="10420"/>
                    <a:pt x="11546" y="11502"/>
                  </a:cubicBezTo>
                  <a:cubicBezTo>
                    <a:pt x="10493" y="12585"/>
                    <a:pt x="9263" y="13756"/>
                    <a:pt x="8078" y="14780"/>
                  </a:cubicBezTo>
                  <a:cubicBezTo>
                    <a:pt x="6893" y="15805"/>
                    <a:pt x="5751" y="16683"/>
                    <a:pt x="4763" y="17502"/>
                  </a:cubicBezTo>
                  <a:cubicBezTo>
                    <a:pt x="3776" y="18322"/>
                    <a:pt x="2941" y="19083"/>
                    <a:pt x="2173" y="19756"/>
                  </a:cubicBezTo>
                  <a:cubicBezTo>
                    <a:pt x="1405" y="20429"/>
                    <a:pt x="702" y="2101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4" name="Línea"/>
            <p:cNvSpPr/>
            <p:nvPr/>
          </p:nvSpPr>
          <p:spPr>
            <a:xfrm>
              <a:off x="12317310" y="4924032"/>
              <a:ext cx="74842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5" name="Línea"/>
            <p:cNvSpPr/>
            <p:nvPr/>
          </p:nvSpPr>
          <p:spPr>
            <a:xfrm>
              <a:off x="12468566" y="3354750"/>
              <a:ext cx="1890703" cy="1455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6" name="Línea"/>
            <p:cNvSpPr/>
            <p:nvPr/>
          </p:nvSpPr>
          <p:spPr>
            <a:xfrm>
              <a:off x="14264733" y="3392564"/>
              <a:ext cx="189071" cy="2798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7" name="Línea"/>
            <p:cNvSpPr/>
            <p:nvPr/>
          </p:nvSpPr>
          <p:spPr>
            <a:xfrm>
              <a:off x="12600916" y="6134081"/>
              <a:ext cx="1569283" cy="13424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8" name="Línea"/>
            <p:cNvSpPr/>
            <p:nvPr/>
          </p:nvSpPr>
          <p:spPr>
            <a:xfrm>
              <a:off x="12808893" y="4678241"/>
              <a:ext cx="18908" cy="2590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69" name="Línea"/>
            <p:cNvSpPr/>
            <p:nvPr/>
          </p:nvSpPr>
          <p:spPr>
            <a:xfrm>
              <a:off x="13111405" y="4262287"/>
              <a:ext cx="75629" cy="2571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0" name="Línea"/>
            <p:cNvSpPr/>
            <p:nvPr/>
          </p:nvSpPr>
          <p:spPr>
            <a:xfrm>
              <a:off x="13451732" y="4054310"/>
              <a:ext cx="113443" cy="2646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1" name="Línea"/>
            <p:cNvSpPr/>
            <p:nvPr/>
          </p:nvSpPr>
          <p:spPr>
            <a:xfrm>
              <a:off x="13867686" y="3751797"/>
              <a:ext cx="75629" cy="2628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2" name="Línea"/>
            <p:cNvSpPr/>
            <p:nvPr/>
          </p:nvSpPr>
          <p:spPr>
            <a:xfrm>
              <a:off x="14359267" y="3014424"/>
              <a:ext cx="397049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3" name="Línea"/>
            <p:cNvSpPr/>
            <p:nvPr/>
          </p:nvSpPr>
          <p:spPr>
            <a:xfrm>
              <a:off x="14189104" y="2995517"/>
              <a:ext cx="661747" cy="32520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4" name="Línea"/>
            <p:cNvSpPr/>
            <p:nvPr/>
          </p:nvSpPr>
          <p:spPr>
            <a:xfrm>
              <a:off x="14680686" y="2717038"/>
              <a:ext cx="565050" cy="30578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5" name="Línea"/>
            <p:cNvSpPr/>
            <p:nvPr/>
          </p:nvSpPr>
          <p:spPr>
            <a:xfrm>
              <a:off x="16260667" y="1096606"/>
              <a:ext cx="226885" cy="6636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6" name="Línea"/>
            <p:cNvSpPr/>
            <p:nvPr/>
          </p:nvSpPr>
          <p:spPr>
            <a:xfrm>
              <a:off x="16468644" y="623931"/>
              <a:ext cx="378142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7" name="Línea"/>
            <p:cNvSpPr/>
            <p:nvPr/>
          </p:nvSpPr>
          <p:spPr>
            <a:xfrm>
              <a:off x="16336295" y="7317015"/>
              <a:ext cx="340328" cy="39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8" name="Línea"/>
            <p:cNvSpPr/>
            <p:nvPr/>
          </p:nvSpPr>
          <p:spPr>
            <a:xfrm>
              <a:off x="16714435" y="813001"/>
              <a:ext cx="207979" cy="627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79" name="Línea"/>
            <p:cNvSpPr/>
            <p:nvPr/>
          </p:nvSpPr>
          <p:spPr>
            <a:xfrm>
              <a:off x="16525366" y="1191142"/>
              <a:ext cx="264700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0" name="Línea"/>
            <p:cNvSpPr/>
            <p:nvPr/>
          </p:nvSpPr>
          <p:spPr>
            <a:xfrm>
              <a:off x="16487553" y="1626003"/>
              <a:ext cx="302513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1" name="Línea"/>
            <p:cNvSpPr/>
            <p:nvPr/>
          </p:nvSpPr>
          <p:spPr>
            <a:xfrm>
              <a:off x="16468645" y="2098678"/>
              <a:ext cx="321421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2" name="Línea"/>
            <p:cNvSpPr/>
            <p:nvPr/>
          </p:nvSpPr>
          <p:spPr>
            <a:xfrm>
              <a:off x="16487553" y="2628075"/>
              <a:ext cx="302513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3" name="Línea"/>
            <p:cNvSpPr/>
            <p:nvPr/>
          </p:nvSpPr>
          <p:spPr>
            <a:xfrm>
              <a:off x="16468645" y="3081843"/>
              <a:ext cx="283606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4" name="Línea"/>
            <p:cNvSpPr/>
            <p:nvPr/>
          </p:nvSpPr>
          <p:spPr>
            <a:xfrm>
              <a:off x="16411925" y="3573426"/>
              <a:ext cx="378141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5" name="Línea"/>
            <p:cNvSpPr/>
            <p:nvPr/>
          </p:nvSpPr>
          <p:spPr>
            <a:xfrm>
              <a:off x="16430831" y="4027194"/>
              <a:ext cx="359235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6" name="Línea"/>
            <p:cNvSpPr/>
            <p:nvPr/>
          </p:nvSpPr>
          <p:spPr>
            <a:xfrm>
              <a:off x="16430831" y="4518776"/>
              <a:ext cx="340327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7" name="Línea"/>
            <p:cNvSpPr/>
            <p:nvPr/>
          </p:nvSpPr>
          <p:spPr>
            <a:xfrm>
              <a:off x="16355203" y="4991451"/>
              <a:ext cx="415955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8" name="Línea"/>
            <p:cNvSpPr/>
            <p:nvPr/>
          </p:nvSpPr>
          <p:spPr>
            <a:xfrm>
              <a:off x="16355203" y="5558662"/>
              <a:ext cx="378142" cy="283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89" name="Línea"/>
            <p:cNvSpPr/>
            <p:nvPr/>
          </p:nvSpPr>
          <p:spPr>
            <a:xfrm>
              <a:off x="16525366" y="6125873"/>
              <a:ext cx="1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0" name="Línea"/>
            <p:cNvSpPr/>
            <p:nvPr/>
          </p:nvSpPr>
          <p:spPr>
            <a:xfrm>
              <a:off x="16525366" y="6296035"/>
              <a:ext cx="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1" name="Línea"/>
            <p:cNvSpPr/>
            <p:nvPr/>
          </p:nvSpPr>
          <p:spPr>
            <a:xfrm>
              <a:off x="16525366" y="6541827"/>
              <a:ext cx="1890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2" name="Línea"/>
            <p:cNvSpPr/>
            <p:nvPr/>
          </p:nvSpPr>
          <p:spPr>
            <a:xfrm>
              <a:off x="16374110" y="6844339"/>
              <a:ext cx="28360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3" name="Línea"/>
            <p:cNvSpPr/>
            <p:nvPr/>
          </p:nvSpPr>
          <p:spPr>
            <a:xfrm>
              <a:off x="16468645" y="945350"/>
              <a:ext cx="18909" cy="264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4" name="Línea"/>
            <p:cNvSpPr/>
            <p:nvPr/>
          </p:nvSpPr>
          <p:spPr>
            <a:xfrm>
              <a:off x="16903507" y="642838"/>
              <a:ext cx="12605" cy="296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5" name="Línea"/>
            <p:cNvSpPr/>
            <p:nvPr/>
          </p:nvSpPr>
          <p:spPr>
            <a:xfrm>
              <a:off x="16714437" y="7071224"/>
              <a:ext cx="37814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6" name="Línea"/>
            <p:cNvSpPr/>
            <p:nvPr/>
          </p:nvSpPr>
          <p:spPr>
            <a:xfrm>
              <a:off x="17295204" y="996722"/>
              <a:ext cx="226885" cy="6636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7" name="Línea"/>
            <p:cNvSpPr/>
            <p:nvPr/>
          </p:nvSpPr>
          <p:spPr>
            <a:xfrm>
              <a:off x="17503181" y="524047"/>
              <a:ext cx="378142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8" name="Línea"/>
            <p:cNvSpPr/>
            <p:nvPr/>
          </p:nvSpPr>
          <p:spPr>
            <a:xfrm>
              <a:off x="17370832" y="7217131"/>
              <a:ext cx="340328" cy="39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099" name="Línea"/>
            <p:cNvSpPr/>
            <p:nvPr/>
          </p:nvSpPr>
          <p:spPr>
            <a:xfrm>
              <a:off x="17748972" y="713117"/>
              <a:ext cx="207979" cy="627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0" name="Línea"/>
            <p:cNvSpPr/>
            <p:nvPr/>
          </p:nvSpPr>
          <p:spPr>
            <a:xfrm>
              <a:off x="17559903" y="1091257"/>
              <a:ext cx="264699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1" name="Línea"/>
            <p:cNvSpPr/>
            <p:nvPr/>
          </p:nvSpPr>
          <p:spPr>
            <a:xfrm>
              <a:off x="17522090" y="1526119"/>
              <a:ext cx="302512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2" name="Línea"/>
            <p:cNvSpPr/>
            <p:nvPr/>
          </p:nvSpPr>
          <p:spPr>
            <a:xfrm>
              <a:off x="17503182" y="1998794"/>
              <a:ext cx="321420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3" name="Línea"/>
            <p:cNvSpPr/>
            <p:nvPr/>
          </p:nvSpPr>
          <p:spPr>
            <a:xfrm>
              <a:off x="17522090" y="2528191"/>
              <a:ext cx="302512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4" name="Línea"/>
            <p:cNvSpPr/>
            <p:nvPr/>
          </p:nvSpPr>
          <p:spPr>
            <a:xfrm>
              <a:off x="17503182" y="2981959"/>
              <a:ext cx="283606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5" name="Línea"/>
            <p:cNvSpPr/>
            <p:nvPr/>
          </p:nvSpPr>
          <p:spPr>
            <a:xfrm>
              <a:off x="17446462" y="3473541"/>
              <a:ext cx="378140" cy="2836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6" name="Línea"/>
            <p:cNvSpPr/>
            <p:nvPr/>
          </p:nvSpPr>
          <p:spPr>
            <a:xfrm>
              <a:off x="17465368" y="3927310"/>
              <a:ext cx="359234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7" name="Línea"/>
            <p:cNvSpPr/>
            <p:nvPr/>
          </p:nvSpPr>
          <p:spPr>
            <a:xfrm>
              <a:off x="17465368" y="4418892"/>
              <a:ext cx="340327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8" name="Línea"/>
            <p:cNvSpPr/>
            <p:nvPr/>
          </p:nvSpPr>
          <p:spPr>
            <a:xfrm>
              <a:off x="17389740" y="4891567"/>
              <a:ext cx="415955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09" name="Línea"/>
            <p:cNvSpPr/>
            <p:nvPr/>
          </p:nvSpPr>
          <p:spPr>
            <a:xfrm>
              <a:off x="17389740" y="5458778"/>
              <a:ext cx="378142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0" name="Línea"/>
            <p:cNvSpPr/>
            <p:nvPr/>
          </p:nvSpPr>
          <p:spPr>
            <a:xfrm>
              <a:off x="17559903" y="6025989"/>
              <a:ext cx="1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1" name="Línea"/>
            <p:cNvSpPr/>
            <p:nvPr/>
          </p:nvSpPr>
          <p:spPr>
            <a:xfrm>
              <a:off x="17559903" y="6196151"/>
              <a:ext cx="1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2" name="Línea"/>
            <p:cNvSpPr/>
            <p:nvPr/>
          </p:nvSpPr>
          <p:spPr>
            <a:xfrm>
              <a:off x="17559903" y="6441942"/>
              <a:ext cx="18908" cy="18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3" name="Línea"/>
            <p:cNvSpPr/>
            <p:nvPr/>
          </p:nvSpPr>
          <p:spPr>
            <a:xfrm>
              <a:off x="17408647" y="6744455"/>
              <a:ext cx="28360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4" name="Línea"/>
            <p:cNvSpPr/>
            <p:nvPr/>
          </p:nvSpPr>
          <p:spPr>
            <a:xfrm>
              <a:off x="17503182" y="845466"/>
              <a:ext cx="18909" cy="264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5" name="Línea"/>
            <p:cNvSpPr/>
            <p:nvPr/>
          </p:nvSpPr>
          <p:spPr>
            <a:xfrm>
              <a:off x="17938044" y="542954"/>
              <a:ext cx="12605" cy="296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6" name="Línea"/>
            <p:cNvSpPr/>
            <p:nvPr/>
          </p:nvSpPr>
          <p:spPr>
            <a:xfrm>
              <a:off x="17748973" y="6971340"/>
              <a:ext cx="37815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7" name="Línea"/>
            <p:cNvSpPr/>
            <p:nvPr/>
          </p:nvSpPr>
          <p:spPr>
            <a:xfrm>
              <a:off x="14839004" y="2930587"/>
              <a:ext cx="276480" cy="24200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7" h="21600" fill="norm" stroke="1" extrusionOk="0">
                  <a:moveTo>
                    <a:pt x="20437" y="0"/>
                  </a:moveTo>
                  <a:cubicBezTo>
                    <a:pt x="20437" y="281"/>
                    <a:pt x="20437" y="562"/>
                    <a:pt x="20677" y="844"/>
                  </a:cubicBezTo>
                  <a:cubicBezTo>
                    <a:pt x="20917" y="1125"/>
                    <a:pt x="21397" y="1406"/>
                    <a:pt x="20677" y="1463"/>
                  </a:cubicBezTo>
                  <a:cubicBezTo>
                    <a:pt x="19957" y="1519"/>
                    <a:pt x="18037" y="1350"/>
                    <a:pt x="16357" y="1125"/>
                  </a:cubicBezTo>
                  <a:cubicBezTo>
                    <a:pt x="14677" y="900"/>
                    <a:pt x="13237" y="619"/>
                    <a:pt x="12757" y="647"/>
                  </a:cubicBezTo>
                  <a:cubicBezTo>
                    <a:pt x="12277" y="675"/>
                    <a:pt x="12757" y="1013"/>
                    <a:pt x="13717" y="1463"/>
                  </a:cubicBezTo>
                  <a:cubicBezTo>
                    <a:pt x="14677" y="1913"/>
                    <a:pt x="16117" y="2475"/>
                    <a:pt x="17077" y="2897"/>
                  </a:cubicBezTo>
                  <a:cubicBezTo>
                    <a:pt x="18037" y="3319"/>
                    <a:pt x="18517" y="3600"/>
                    <a:pt x="18037" y="3600"/>
                  </a:cubicBezTo>
                  <a:cubicBezTo>
                    <a:pt x="17557" y="3600"/>
                    <a:pt x="16117" y="3319"/>
                    <a:pt x="14917" y="3037"/>
                  </a:cubicBezTo>
                  <a:cubicBezTo>
                    <a:pt x="13717" y="2756"/>
                    <a:pt x="12757" y="2475"/>
                    <a:pt x="11317" y="2109"/>
                  </a:cubicBezTo>
                  <a:cubicBezTo>
                    <a:pt x="9877" y="1744"/>
                    <a:pt x="7957" y="1294"/>
                    <a:pt x="7237" y="1209"/>
                  </a:cubicBezTo>
                  <a:cubicBezTo>
                    <a:pt x="6517" y="1125"/>
                    <a:pt x="6997" y="1406"/>
                    <a:pt x="8437" y="1997"/>
                  </a:cubicBezTo>
                  <a:cubicBezTo>
                    <a:pt x="9877" y="2588"/>
                    <a:pt x="12277" y="3488"/>
                    <a:pt x="13717" y="4078"/>
                  </a:cubicBezTo>
                  <a:cubicBezTo>
                    <a:pt x="15157" y="4669"/>
                    <a:pt x="15637" y="4950"/>
                    <a:pt x="14917" y="4978"/>
                  </a:cubicBezTo>
                  <a:cubicBezTo>
                    <a:pt x="14197" y="5006"/>
                    <a:pt x="12277" y="4781"/>
                    <a:pt x="10837" y="4528"/>
                  </a:cubicBezTo>
                  <a:cubicBezTo>
                    <a:pt x="9397" y="4275"/>
                    <a:pt x="8437" y="3994"/>
                    <a:pt x="7237" y="3713"/>
                  </a:cubicBezTo>
                  <a:cubicBezTo>
                    <a:pt x="6037" y="3431"/>
                    <a:pt x="4597" y="3150"/>
                    <a:pt x="4357" y="3178"/>
                  </a:cubicBezTo>
                  <a:cubicBezTo>
                    <a:pt x="4117" y="3206"/>
                    <a:pt x="5077" y="3544"/>
                    <a:pt x="7237" y="4191"/>
                  </a:cubicBezTo>
                  <a:cubicBezTo>
                    <a:pt x="9397" y="4838"/>
                    <a:pt x="12757" y="5794"/>
                    <a:pt x="14677" y="6441"/>
                  </a:cubicBezTo>
                  <a:cubicBezTo>
                    <a:pt x="16597" y="7088"/>
                    <a:pt x="17077" y="7425"/>
                    <a:pt x="16357" y="7453"/>
                  </a:cubicBezTo>
                  <a:cubicBezTo>
                    <a:pt x="15637" y="7481"/>
                    <a:pt x="13717" y="7200"/>
                    <a:pt x="12037" y="6891"/>
                  </a:cubicBezTo>
                  <a:cubicBezTo>
                    <a:pt x="10357" y="6581"/>
                    <a:pt x="8917" y="6244"/>
                    <a:pt x="7717" y="5934"/>
                  </a:cubicBezTo>
                  <a:cubicBezTo>
                    <a:pt x="6517" y="5625"/>
                    <a:pt x="5557" y="5344"/>
                    <a:pt x="5557" y="5344"/>
                  </a:cubicBezTo>
                  <a:cubicBezTo>
                    <a:pt x="5557" y="5344"/>
                    <a:pt x="6517" y="5625"/>
                    <a:pt x="8677" y="6244"/>
                  </a:cubicBezTo>
                  <a:cubicBezTo>
                    <a:pt x="10837" y="6863"/>
                    <a:pt x="14197" y="7819"/>
                    <a:pt x="16117" y="8438"/>
                  </a:cubicBezTo>
                  <a:cubicBezTo>
                    <a:pt x="18037" y="9056"/>
                    <a:pt x="18517" y="9338"/>
                    <a:pt x="17797" y="9338"/>
                  </a:cubicBezTo>
                  <a:cubicBezTo>
                    <a:pt x="17077" y="9338"/>
                    <a:pt x="15157" y="9056"/>
                    <a:pt x="13237" y="8775"/>
                  </a:cubicBezTo>
                  <a:cubicBezTo>
                    <a:pt x="11317" y="8494"/>
                    <a:pt x="9397" y="8213"/>
                    <a:pt x="7717" y="7931"/>
                  </a:cubicBezTo>
                  <a:cubicBezTo>
                    <a:pt x="6037" y="7650"/>
                    <a:pt x="4597" y="7369"/>
                    <a:pt x="4357" y="7397"/>
                  </a:cubicBezTo>
                  <a:cubicBezTo>
                    <a:pt x="4117" y="7425"/>
                    <a:pt x="5077" y="7763"/>
                    <a:pt x="6757" y="8241"/>
                  </a:cubicBezTo>
                  <a:cubicBezTo>
                    <a:pt x="8437" y="8719"/>
                    <a:pt x="10837" y="9338"/>
                    <a:pt x="12517" y="9844"/>
                  </a:cubicBezTo>
                  <a:cubicBezTo>
                    <a:pt x="14197" y="10350"/>
                    <a:pt x="15157" y="10744"/>
                    <a:pt x="14677" y="10856"/>
                  </a:cubicBezTo>
                  <a:cubicBezTo>
                    <a:pt x="14197" y="10969"/>
                    <a:pt x="12277" y="10800"/>
                    <a:pt x="10597" y="10575"/>
                  </a:cubicBezTo>
                  <a:cubicBezTo>
                    <a:pt x="8917" y="10350"/>
                    <a:pt x="7477" y="10069"/>
                    <a:pt x="6277" y="9788"/>
                  </a:cubicBezTo>
                  <a:cubicBezTo>
                    <a:pt x="5077" y="9506"/>
                    <a:pt x="4117" y="9225"/>
                    <a:pt x="4117" y="9225"/>
                  </a:cubicBezTo>
                  <a:cubicBezTo>
                    <a:pt x="4117" y="9225"/>
                    <a:pt x="5077" y="9506"/>
                    <a:pt x="6997" y="9984"/>
                  </a:cubicBezTo>
                  <a:cubicBezTo>
                    <a:pt x="8917" y="10463"/>
                    <a:pt x="11797" y="11138"/>
                    <a:pt x="13717" y="11700"/>
                  </a:cubicBezTo>
                  <a:cubicBezTo>
                    <a:pt x="15637" y="12263"/>
                    <a:pt x="16597" y="12713"/>
                    <a:pt x="16117" y="12825"/>
                  </a:cubicBezTo>
                  <a:cubicBezTo>
                    <a:pt x="15637" y="12938"/>
                    <a:pt x="13717" y="12713"/>
                    <a:pt x="12037" y="12488"/>
                  </a:cubicBezTo>
                  <a:cubicBezTo>
                    <a:pt x="10357" y="12263"/>
                    <a:pt x="8917" y="12038"/>
                    <a:pt x="7477" y="11813"/>
                  </a:cubicBezTo>
                  <a:cubicBezTo>
                    <a:pt x="6037" y="11588"/>
                    <a:pt x="4597" y="11363"/>
                    <a:pt x="3157" y="11138"/>
                  </a:cubicBezTo>
                  <a:cubicBezTo>
                    <a:pt x="1717" y="10913"/>
                    <a:pt x="277" y="10688"/>
                    <a:pt x="757" y="10800"/>
                  </a:cubicBezTo>
                  <a:cubicBezTo>
                    <a:pt x="1237" y="10913"/>
                    <a:pt x="3637" y="11363"/>
                    <a:pt x="6517" y="12066"/>
                  </a:cubicBezTo>
                  <a:cubicBezTo>
                    <a:pt x="9397" y="12769"/>
                    <a:pt x="12757" y="13725"/>
                    <a:pt x="14677" y="14344"/>
                  </a:cubicBezTo>
                  <a:cubicBezTo>
                    <a:pt x="16597" y="14963"/>
                    <a:pt x="17077" y="15244"/>
                    <a:pt x="16357" y="15300"/>
                  </a:cubicBezTo>
                  <a:cubicBezTo>
                    <a:pt x="15637" y="15356"/>
                    <a:pt x="13717" y="15188"/>
                    <a:pt x="11797" y="14934"/>
                  </a:cubicBezTo>
                  <a:cubicBezTo>
                    <a:pt x="9877" y="14681"/>
                    <a:pt x="7957" y="14344"/>
                    <a:pt x="7957" y="14541"/>
                  </a:cubicBezTo>
                  <a:cubicBezTo>
                    <a:pt x="7957" y="14738"/>
                    <a:pt x="9877" y="15469"/>
                    <a:pt x="10837" y="16003"/>
                  </a:cubicBezTo>
                  <a:cubicBezTo>
                    <a:pt x="11797" y="16538"/>
                    <a:pt x="11797" y="16875"/>
                    <a:pt x="10837" y="16931"/>
                  </a:cubicBezTo>
                  <a:cubicBezTo>
                    <a:pt x="9877" y="16987"/>
                    <a:pt x="7957" y="16763"/>
                    <a:pt x="6517" y="16509"/>
                  </a:cubicBezTo>
                  <a:cubicBezTo>
                    <a:pt x="5077" y="16256"/>
                    <a:pt x="4117" y="15975"/>
                    <a:pt x="3157" y="15694"/>
                  </a:cubicBezTo>
                  <a:cubicBezTo>
                    <a:pt x="2197" y="15413"/>
                    <a:pt x="1237" y="15131"/>
                    <a:pt x="997" y="15131"/>
                  </a:cubicBezTo>
                  <a:cubicBezTo>
                    <a:pt x="757" y="15131"/>
                    <a:pt x="1237" y="15413"/>
                    <a:pt x="2917" y="15947"/>
                  </a:cubicBezTo>
                  <a:cubicBezTo>
                    <a:pt x="4597" y="16481"/>
                    <a:pt x="7477" y="17269"/>
                    <a:pt x="9157" y="17831"/>
                  </a:cubicBezTo>
                  <a:cubicBezTo>
                    <a:pt x="10837" y="18394"/>
                    <a:pt x="11317" y="18731"/>
                    <a:pt x="10597" y="18788"/>
                  </a:cubicBezTo>
                  <a:cubicBezTo>
                    <a:pt x="9877" y="18844"/>
                    <a:pt x="7957" y="18619"/>
                    <a:pt x="6517" y="18366"/>
                  </a:cubicBezTo>
                  <a:cubicBezTo>
                    <a:pt x="5077" y="18113"/>
                    <a:pt x="4117" y="17831"/>
                    <a:pt x="2917" y="17550"/>
                  </a:cubicBezTo>
                  <a:cubicBezTo>
                    <a:pt x="1717" y="17269"/>
                    <a:pt x="277" y="16988"/>
                    <a:pt x="37" y="17072"/>
                  </a:cubicBezTo>
                  <a:cubicBezTo>
                    <a:pt x="-203" y="17156"/>
                    <a:pt x="757" y="17606"/>
                    <a:pt x="1957" y="18113"/>
                  </a:cubicBezTo>
                  <a:cubicBezTo>
                    <a:pt x="3157" y="18619"/>
                    <a:pt x="4597" y="19181"/>
                    <a:pt x="5317" y="19603"/>
                  </a:cubicBezTo>
                  <a:cubicBezTo>
                    <a:pt x="6037" y="20025"/>
                    <a:pt x="6037" y="20306"/>
                    <a:pt x="4837" y="20278"/>
                  </a:cubicBezTo>
                  <a:cubicBezTo>
                    <a:pt x="3637" y="20250"/>
                    <a:pt x="1237" y="19913"/>
                    <a:pt x="997" y="20081"/>
                  </a:cubicBezTo>
                  <a:cubicBezTo>
                    <a:pt x="757" y="20250"/>
                    <a:pt x="2677" y="20925"/>
                    <a:pt x="4597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8" name="Línea"/>
            <p:cNvSpPr/>
            <p:nvPr/>
          </p:nvSpPr>
          <p:spPr>
            <a:xfrm>
              <a:off x="16525366" y="7884225"/>
              <a:ext cx="75629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19" name="Línea"/>
            <p:cNvSpPr/>
            <p:nvPr/>
          </p:nvSpPr>
          <p:spPr>
            <a:xfrm>
              <a:off x="16771157" y="7922039"/>
              <a:ext cx="75629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0" name="Línea"/>
            <p:cNvSpPr/>
            <p:nvPr/>
          </p:nvSpPr>
          <p:spPr>
            <a:xfrm>
              <a:off x="16941320" y="7940946"/>
              <a:ext cx="24579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1" name="Línea"/>
            <p:cNvSpPr/>
            <p:nvPr/>
          </p:nvSpPr>
          <p:spPr>
            <a:xfrm>
              <a:off x="16600994" y="813001"/>
              <a:ext cx="94536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2" name="Línea"/>
            <p:cNvSpPr/>
            <p:nvPr/>
          </p:nvSpPr>
          <p:spPr>
            <a:xfrm>
              <a:off x="16827878" y="831908"/>
              <a:ext cx="13235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3" name="Línea"/>
            <p:cNvSpPr/>
            <p:nvPr/>
          </p:nvSpPr>
          <p:spPr>
            <a:xfrm>
              <a:off x="17054763" y="83190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4" name="Línea"/>
            <p:cNvSpPr/>
            <p:nvPr/>
          </p:nvSpPr>
          <p:spPr>
            <a:xfrm>
              <a:off x="16998041" y="434861"/>
              <a:ext cx="1890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5" name="Línea"/>
            <p:cNvSpPr/>
            <p:nvPr/>
          </p:nvSpPr>
          <p:spPr>
            <a:xfrm>
              <a:off x="17168204" y="472675"/>
              <a:ext cx="397050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143" y="5400"/>
                    <a:pt x="10286" y="10800"/>
                    <a:pt x="13886" y="14400"/>
                  </a:cubicBezTo>
                  <a:cubicBezTo>
                    <a:pt x="17486" y="18000"/>
                    <a:pt x="19543" y="198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6" name="Línea"/>
            <p:cNvSpPr/>
            <p:nvPr/>
          </p:nvSpPr>
          <p:spPr>
            <a:xfrm>
              <a:off x="17640881" y="472675"/>
              <a:ext cx="151257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7" name="Línea"/>
            <p:cNvSpPr/>
            <p:nvPr/>
          </p:nvSpPr>
          <p:spPr>
            <a:xfrm>
              <a:off x="16846785" y="7298108"/>
              <a:ext cx="94536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8" name="Línea"/>
            <p:cNvSpPr/>
            <p:nvPr/>
          </p:nvSpPr>
          <p:spPr>
            <a:xfrm>
              <a:off x="17054763" y="7317015"/>
              <a:ext cx="151257" cy="18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29" name="Línea"/>
            <p:cNvSpPr/>
            <p:nvPr/>
          </p:nvSpPr>
          <p:spPr>
            <a:xfrm>
              <a:off x="17300554" y="7298108"/>
              <a:ext cx="170165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0" name="Línea"/>
            <p:cNvSpPr/>
            <p:nvPr/>
          </p:nvSpPr>
          <p:spPr>
            <a:xfrm>
              <a:off x="17584159" y="7317015"/>
              <a:ext cx="37815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1" name="Línea"/>
            <p:cNvSpPr/>
            <p:nvPr/>
          </p:nvSpPr>
          <p:spPr>
            <a:xfrm>
              <a:off x="17508531" y="2609168"/>
              <a:ext cx="1292956" cy="189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600" fill="norm" stroke="1" extrusionOk="0">
                  <a:moveTo>
                    <a:pt x="0" y="21600"/>
                  </a:moveTo>
                  <a:cubicBezTo>
                    <a:pt x="1573" y="18720"/>
                    <a:pt x="3146" y="15840"/>
                    <a:pt x="5085" y="12600"/>
                  </a:cubicBezTo>
                  <a:cubicBezTo>
                    <a:pt x="7025" y="9360"/>
                    <a:pt x="9332" y="5760"/>
                    <a:pt x="11534" y="3600"/>
                  </a:cubicBezTo>
                  <a:cubicBezTo>
                    <a:pt x="13736" y="1440"/>
                    <a:pt x="15833" y="720"/>
                    <a:pt x="17249" y="360"/>
                  </a:cubicBezTo>
                  <a:cubicBezTo>
                    <a:pt x="18664" y="0"/>
                    <a:pt x="19398" y="0"/>
                    <a:pt x="20027" y="0"/>
                  </a:cubicBezTo>
                  <a:cubicBezTo>
                    <a:pt x="20656" y="0"/>
                    <a:pt x="21181" y="0"/>
                    <a:pt x="21390" y="360"/>
                  </a:cubicBezTo>
                  <a:cubicBezTo>
                    <a:pt x="21600" y="720"/>
                    <a:pt x="21495" y="1440"/>
                    <a:pt x="21390" y="216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2" name="Línea"/>
            <p:cNvSpPr/>
            <p:nvPr/>
          </p:nvSpPr>
          <p:spPr>
            <a:xfrm>
              <a:off x="17432903" y="3138564"/>
              <a:ext cx="1323492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4400"/>
                    <a:pt x="4114" y="7200"/>
                    <a:pt x="7149" y="3600"/>
                  </a:cubicBezTo>
                  <a:cubicBezTo>
                    <a:pt x="10183" y="0"/>
                    <a:pt x="14194" y="0"/>
                    <a:pt x="16509" y="0"/>
                  </a:cubicBezTo>
                  <a:cubicBezTo>
                    <a:pt x="18823" y="0"/>
                    <a:pt x="19440" y="0"/>
                    <a:pt x="20006" y="0"/>
                  </a:cubicBezTo>
                  <a:cubicBezTo>
                    <a:pt x="20571" y="0"/>
                    <a:pt x="21086" y="0"/>
                    <a:pt x="21343" y="0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3" name="Línea"/>
            <p:cNvSpPr/>
            <p:nvPr/>
          </p:nvSpPr>
          <p:spPr>
            <a:xfrm>
              <a:off x="18756394" y="2646982"/>
              <a:ext cx="50420" cy="378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1080"/>
                    <a:pt x="21600" y="2160"/>
                    <a:pt x="21600" y="5760"/>
                  </a:cubicBezTo>
                  <a:cubicBezTo>
                    <a:pt x="21600" y="9360"/>
                    <a:pt x="10800" y="1548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4" name="Línea"/>
            <p:cNvSpPr/>
            <p:nvPr/>
          </p:nvSpPr>
          <p:spPr>
            <a:xfrm>
              <a:off x="18832022" y="2401191"/>
              <a:ext cx="189072" cy="1134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5" name="Línea"/>
            <p:cNvSpPr/>
            <p:nvPr/>
          </p:nvSpPr>
          <p:spPr>
            <a:xfrm>
              <a:off x="18869837" y="2854959"/>
              <a:ext cx="226885" cy="2268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6" name="Línea"/>
            <p:cNvSpPr/>
            <p:nvPr/>
          </p:nvSpPr>
          <p:spPr>
            <a:xfrm>
              <a:off x="19096721" y="2382284"/>
              <a:ext cx="18908" cy="365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876"/>
                  </a:moveTo>
                  <a:cubicBezTo>
                    <a:pt x="0" y="19738"/>
                    <a:pt x="0" y="21600"/>
                    <a:pt x="0" y="21600"/>
                  </a:cubicBezTo>
                  <a:cubicBezTo>
                    <a:pt x="0" y="21600"/>
                    <a:pt x="0" y="19738"/>
                    <a:pt x="3600" y="15828"/>
                  </a:cubicBezTo>
                  <a:cubicBezTo>
                    <a:pt x="7200" y="11917"/>
                    <a:pt x="14400" y="5959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7" name="Línea"/>
            <p:cNvSpPr/>
            <p:nvPr/>
          </p:nvSpPr>
          <p:spPr>
            <a:xfrm>
              <a:off x="17924485" y="2363377"/>
              <a:ext cx="102098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467" y="18000"/>
                    <a:pt x="6933" y="14400"/>
                    <a:pt x="10533" y="10800"/>
                  </a:cubicBezTo>
                  <a:cubicBezTo>
                    <a:pt x="14133" y="7200"/>
                    <a:pt x="17867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8" name="Línea"/>
            <p:cNvSpPr/>
            <p:nvPr/>
          </p:nvSpPr>
          <p:spPr>
            <a:xfrm>
              <a:off x="17527438" y="2662522"/>
              <a:ext cx="1171155" cy="463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0628" fill="norm" stroke="1" extrusionOk="0">
                  <a:moveTo>
                    <a:pt x="20903" y="5199"/>
                  </a:moveTo>
                  <a:cubicBezTo>
                    <a:pt x="21019" y="6602"/>
                    <a:pt x="21135" y="8005"/>
                    <a:pt x="21135" y="9407"/>
                  </a:cubicBezTo>
                  <a:cubicBezTo>
                    <a:pt x="21135" y="10810"/>
                    <a:pt x="21019" y="12212"/>
                    <a:pt x="20961" y="12212"/>
                  </a:cubicBezTo>
                  <a:cubicBezTo>
                    <a:pt x="20903" y="12212"/>
                    <a:pt x="20903" y="10810"/>
                    <a:pt x="20903" y="9127"/>
                  </a:cubicBezTo>
                  <a:cubicBezTo>
                    <a:pt x="20903" y="7444"/>
                    <a:pt x="20903" y="5480"/>
                    <a:pt x="21019" y="3797"/>
                  </a:cubicBezTo>
                  <a:cubicBezTo>
                    <a:pt x="21135" y="2114"/>
                    <a:pt x="21368" y="711"/>
                    <a:pt x="21484" y="711"/>
                  </a:cubicBezTo>
                  <a:cubicBezTo>
                    <a:pt x="21600" y="711"/>
                    <a:pt x="21600" y="2114"/>
                    <a:pt x="21542" y="3657"/>
                  </a:cubicBezTo>
                  <a:cubicBezTo>
                    <a:pt x="21484" y="5199"/>
                    <a:pt x="21368" y="6883"/>
                    <a:pt x="21252" y="8425"/>
                  </a:cubicBezTo>
                  <a:cubicBezTo>
                    <a:pt x="21135" y="9968"/>
                    <a:pt x="21019" y="11371"/>
                    <a:pt x="20903" y="11371"/>
                  </a:cubicBezTo>
                  <a:cubicBezTo>
                    <a:pt x="20787" y="11371"/>
                    <a:pt x="20671" y="9968"/>
                    <a:pt x="20671" y="8145"/>
                  </a:cubicBezTo>
                  <a:cubicBezTo>
                    <a:pt x="20671" y="6322"/>
                    <a:pt x="20787" y="4077"/>
                    <a:pt x="20845" y="2254"/>
                  </a:cubicBezTo>
                  <a:cubicBezTo>
                    <a:pt x="20903" y="431"/>
                    <a:pt x="20903" y="-972"/>
                    <a:pt x="20729" y="1412"/>
                  </a:cubicBezTo>
                  <a:cubicBezTo>
                    <a:pt x="20555" y="3797"/>
                    <a:pt x="20206" y="9968"/>
                    <a:pt x="19858" y="13615"/>
                  </a:cubicBezTo>
                  <a:cubicBezTo>
                    <a:pt x="19510" y="17262"/>
                    <a:pt x="19161" y="18384"/>
                    <a:pt x="18987" y="18244"/>
                  </a:cubicBezTo>
                  <a:cubicBezTo>
                    <a:pt x="18813" y="18103"/>
                    <a:pt x="18813" y="16701"/>
                    <a:pt x="18871" y="14597"/>
                  </a:cubicBezTo>
                  <a:cubicBezTo>
                    <a:pt x="18929" y="12493"/>
                    <a:pt x="19045" y="9688"/>
                    <a:pt x="18987" y="9688"/>
                  </a:cubicBezTo>
                  <a:cubicBezTo>
                    <a:pt x="18929" y="9688"/>
                    <a:pt x="18697" y="12493"/>
                    <a:pt x="18465" y="14597"/>
                  </a:cubicBezTo>
                  <a:cubicBezTo>
                    <a:pt x="18232" y="16701"/>
                    <a:pt x="18000" y="18103"/>
                    <a:pt x="17884" y="17963"/>
                  </a:cubicBezTo>
                  <a:cubicBezTo>
                    <a:pt x="17768" y="17823"/>
                    <a:pt x="17768" y="16140"/>
                    <a:pt x="17768" y="14877"/>
                  </a:cubicBezTo>
                  <a:cubicBezTo>
                    <a:pt x="17768" y="13615"/>
                    <a:pt x="17768" y="12773"/>
                    <a:pt x="17652" y="13334"/>
                  </a:cubicBezTo>
                  <a:cubicBezTo>
                    <a:pt x="17535" y="13896"/>
                    <a:pt x="17303" y="15859"/>
                    <a:pt x="17013" y="17542"/>
                  </a:cubicBezTo>
                  <a:cubicBezTo>
                    <a:pt x="16723" y="19225"/>
                    <a:pt x="16374" y="20628"/>
                    <a:pt x="16200" y="20628"/>
                  </a:cubicBezTo>
                  <a:cubicBezTo>
                    <a:pt x="16026" y="20628"/>
                    <a:pt x="16026" y="19225"/>
                    <a:pt x="16026" y="17122"/>
                  </a:cubicBezTo>
                  <a:cubicBezTo>
                    <a:pt x="16026" y="15018"/>
                    <a:pt x="16026" y="12212"/>
                    <a:pt x="16084" y="10109"/>
                  </a:cubicBezTo>
                  <a:cubicBezTo>
                    <a:pt x="16142" y="8005"/>
                    <a:pt x="16258" y="6602"/>
                    <a:pt x="16316" y="6742"/>
                  </a:cubicBezTo>
                  <a:cubicBezTo>
                    <a:pt x="16374" y="6883"/>
                    <a:pt x="16374" y="8566"/>
                    <a:pt x="16316" y="10249"/>
                  </a:cubicBezTo>
                  <a:cubicBezTo>
                    <a:pt x="16258" y="11932"/>
                    <a:pt x="16142" y="13615"/>
                    <a:pt x="15910" y="15298"/>
                  </a:cubicBezTo>
                  <a:cubicBezTo>
                    <a:pt x="15677" y="16981"/>
                    <a:pt x="15329" y="18664"/>
                    <a:pt x="15155" y="18664"/>
                  </a:cubicBezTo>
                  <a:cubicBezTo>
                    <a:pt x="14981" y="18664"/>
                    <a:pt x="14981" y="16981"/>
                    <a:pt x="14981" y="14036"/>
                  </a:cubicBezTo>
                  <a:cubicBezTo>
                    <a:pt x="14981" y="11090"/>
                    <a:pt x="14981" y="6883"/>
                    <a:pt x="15039" y="4077"/>
                  </a:cubicBezTo>
                  <a:cubicBezTo>
                    <a:pt x="15097" y="1272"/>
                    <a:pt x="15213" y="-130"/>
                    <a:pt x="15271" y="10"/>
                  </a:cubicBezTo>
                  <a:cubicBezTo>
                    <a:pt x="15329" y="150"/>
                    <a:pt x="15329" y="1833"/>
                    <a:pt x="15213" y="4919"/>
                  </a:cubicBezTo>
                  <a:cubicBezTo>
                    <a:pt x="15097" y="8005"/>
                    <a:pt x="14865" y="12493"/>
                    <a:pt x="14574" y="15438"/>
                  </a:cubicBezTo>
                  <a:cubicBezTo>
                    <a:pt x="14284" y="18384"/>
                    <a:pt x="13935" y="19786"/>
                    <a:pt x="13703" y="19786"/>
                  </a:cubicBezTo>
                  <a:cubicBezTo>
                    <a:pt x="13471" y="19786"/>
                    <a:pt x="13355" y="18384"/>
                    <a:pt x="13297" y="16140"/>
                  </a:cubicBezTo>
                  <a:cubicBezTo>
                    <a:pt x="13239" y="13896"/>
                    <a:pt x="13239" y="10810"/>
                    <a:pt x="13297" y="8005"/>
                  </a:cubicBezTo>
                  <a:cubicBezTo>
                    <a:pt x="13355" y="5199"/>
                    <a:pt x="13471" y="2675"/>
                    <a:pt x="13529" y="2254"/>
                  </a:cubicBezTo>
                  <a:cubicBezTo>
                    <a:pt x="13587" y="1833"/>
                    <a:pt x="13587" y="3516"/>
                    <a:pt x="13471" y="5760"/>
                  </a:cubicBezTo>
                  <a:cubicBezTo>
                    <a:pt x="13355" y="8005"/>
                    <a:pt x="13123" y="10810"/>
                    <a:pt x="12948" y="12914"/>
                  </a:cubicBezTo>
                  <a:cubicBezTo>
                    <a:pt x="12774" y="15018"/>
                    <a:pt x="12658" y="16420"/>
                    <a:pt x="12484" y="16280"/>
                  </a:cubicBezTo>
                  <a:cubicBezTo>
                    <a:pt x="12310" y="16140"/>
                    <a:pt x="12077" y="14457"/>
                    <a:pt x="11961" y="12914"/>
                  </a:cubicBezTo>
                  <a:cubicBezTo>
                    <a:pt x="11845" y="11371"/>
                    <a:pt x="11845" y="9968"/>
                    <a:pt x="11845" y="8566"/>
                  </a:cubicBezTo>
                  <a:cubicBezTo>
                    <a:pt x="11845" y="7163"/>
                    <a:pt x="11845" y="5760"/>
                    <a:pt x="11671" y="5760"/>
                  </a:cubicBezTo>
                  <a:cubicBezTo>
                    <a:pt x="11497" y="5760"/>
                    <a:pt x="11148" y="7163"/>
                    <a:pt x="10858" y="8566"/>
                  </a:cubicBezTo>
                  <a:cubicBezTo>
                    <a:pt x="10568" y="9968"/>
                    <a:pt x="10335" y="11371"/>
                    <a:pt x="10103" y="11371"/>
                  </a:cubicBezTo>
                  <a:cubicBezTo>
                    <a:pt x="9871" y="11371"/>
                    <a:pt x="9639" y="9968"/>
                    <a:pt x="9523" y="8566"/>
                  </a:cubicBezTo>
                  <a:cubicBezTo>
                    <a:pt x="9406" y="7163"/>
                    <a:pt x="9406" y="5760"/>
                    <a:pt x="9290" y="5760"/>
                  </a:cubicBezTo>
                  <a:cubicBezTo>
                    <a:pt x="9174" y="5760"/>
                    <a:pt x="8942" y="7163"/>
                    <a:pt x="8768" y="8566"/>
                  </a:cubicBezTo>
                  <a:cubicBezTo>
                    <a:pt x="8594" y="9968"/>
                    <a:pt x="8477" y="11371"/>
                    <a:pt x="8303" y="12773"/>
                  </a:cubicBezTo>
                  <a:cubicBezTo>
                    <a:pt x="8129" y="14176"/>
                    <a:pt x="7897" y="15579"/>
                    <a:pt x="7781" y="15438"/>
                  </a:cubicBezTo>
                  <a:cubicBezTo>
                    <a:pt x="7665" y="15298"/>
                    <a:pt x="7665" y="13615"/>
                    <a:pt x="7665" y="12072"/>
                  </a:cubicBezTo>
                  <a:cubicBezTo>
                    <a:pt x="7665" y="10529"/>
                    <a:pt x="7665" y="9127"/>
                    <a:pt x="7665" y="7724"/>
                  </a:cubicBezTo>
                  <a:cubicBezTo>
                    <a:pt x="7665" y="6322"/>
                    <a:pt x="7665" y="4919"/>
                    <a:pt x="7606" y="4919"/>
                  </a:cubicBezTo>
                  <a:cubicBezTo>
                    <a:pt x="7548" y="4919"/>
                    <a:pt x="7432" y="6322"/>
                    <a:pt x="7316" y="7864"/>
                  </a:cubicBezTo>
                  <a:cubicBezTo>
                    <a:pt x="7200" y="9407"/>
                    <a:pt x="7084" y="11090"/>
                    <a:pt x="6852" y="13194"/>
                  </a:cubicBezTo>
                  <a:cubicBezTo>
                    <a:pt x="6619" y="15298"/>
                    <a:pt x="6271" y="17823"/>
                    <a:pt x="6097" y="18103"/>
                  </a:cubicBezTo>
                  <a:cubicBezTo>
                    <a:pt x="5923" y="18384"/>
                    <a:pt x="5923" y="16420"/>
                    <a:pt x="5923" y="14737"/>
                  </a:cubicBezTo>
                  <a:cubicBezTo>
                    <a:pt x="5923" y="13054"/>
                    <a:pt x="5923" y="11651"/>
                    <a:pt x="5923" y="10249"/>
                  </a:cubicBezTo>
                  <a:cubicBezTo>
                    <a:pt x="5923" y="8846"/>
                    <a:pt x="5923" y="7444"/>
                    <a:pt x="5806" y="7444"/>
                  </a:cubicBezTo>
                  <a:cubicBezTo>
                    <a:pt x="5690" y="7444"/>
                    <a:pt x="5458" y="8846"/>
                    <a:pt x="5226" y="10249"/>
                  </a:cubicBezTo>
                  <a:cubicBezTo>
                    <a:pt x="4994" y="11651"/>
                    <a:pt x="4761" y="13054"/>
                    <a:pt x="4587" y="14457"/>
                  </a:cubicBezTo>
                  <a:cubicBezTo>
                    <a:pt x="4413" y="15859"/>
                    <a:pt x="4297" y="17262"/>
                    <a:pt x="4181" y="17262"/>
                  </a:cubicBezTo>
                  <a:cubicBezTo>
                    <a:pt x="4065" y="17262"/>
                    <a:pt x="3948" y="15859"/>
                    <a:pt x="3890" y="13755"/>
                  </a:cubicBezTo>
                  <a:cubicBezTo>
                    <a:pt x="3832" y="11651"/>
                    <a:pt x="3832" y="8846"/>
                    <a:pt x="3658" y="8145"/>
                  </a:cubicBezTo>
                  <a:cubicBezTo>
                    <a:pt x="3484" y="7444"/>
                    <a:pt x="3135" y="8846"/>
                    <a:pt x="2903" y="10249"/>
                  </a:cubicBezTo>
                  <a:cubicBezTo>
                    <a:pt x="2671" y="11651"/>
                    <a:pt x="2555" y="13054"/>
                    <a:pt x="2090" y="13896"/>
                  </a:cubicBezTo>
                  <a:cubicBezTo>
                    <a:pt x="1626" y="14737"/>
                    <a:pt x="813" y="15018"/>
                    <a:pt x="0" y="1529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39" name="Línea"/>
            <p:cNvSpPr/>
            <p:nvPr/>
          </p:nvSpPr>
          <p:spPr>
            <a:xfrm>
              <a:off x="17752784" y="2439005"/>
              <a:ext cx="1117053" cy="2016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5822" y="0"/>
                  </a:moveTo>
                  <a:cubicBezTo>
                    <a:pt x="4735" y="4050"/>
                    <a:pt x="3649" y="8100"/>
                    <a:pt x="2563" y="11475"/>
                  </a:cubicBezTo>
                  <a:cubicBezTo>
                    <a:pt x="1477" y="14850"/>
                    <a:pt x="391" y="17550"/>
                    <a:pt x="90" y="17888"/>
                  </a:cubicBezTo>
                  <a:cubicBezTo>
                    <a:pt x="-212" y="18225"/>
                    <a:pt x="271" y="16200"/>
                    <a:pt x="1176" y="13500"/>
                  </a:cubicBezTo>
                  <a:cubicBezTo>
                    <a:pt x="2081" y="10800"/>
                    <a:pt x="3408" y="7425"/>
                    <a:pt x="4373" y="5400"/>
                  </a:cubicBezTo>
                  <a:cubicBezTo>
                    <a:pt x="5339" y="3375"/>
                    <a:pt x="5942" y="2700"/>
                    <a:pt x="6003" y="3712"/>
                  </a:cubicBezTo>
                  <a:cubicBezTo>
                    <a:pt x="6063" y="4725"/>
                    <a:pt x="5580" y="7425"/>
                    <a:pt x="5097" y="9787"/>
                  </a:cubicBezTo>
                  <a:cubicBezTo>
                    <a:pt x="4615" y="12150"/>
                    <a:pt x="4132" y="14175"/>
                    <a:pt x="3408" y="16538"/>
                  </a:cubicBezTo>
                  <a:cubicBezTo>
                    <a:pt x="2684" y="18900"/>
                    <a:pt x="1719" y="21600"/>
                    <a:pt x="1538" y="21600"/>
                  </a:cubicBezTo>
                  <a:cubicBezTo>
                    <a:pt x="1357" y="21600"/>
                    <a:pt x="1960" y="18900"/>
                    <a:pt x="2986" y="15863"/>
                  </a:cubicBezTo>
                  <a:cubicBezTo>
                    <a:pt x="4011" y="12825"/>
                    <a:pt x="5460" y="9450"/>
                    <a:pt x="6485" y="7762"/>
                  </a:cubicBezTo>
                  <a:cubicBezTo>
                    <a:pt x="7511" y="6075"/>
                    <a:pt x="8114" y="6075"/>
                    <a:pt x="8114" y="7087"/>
                  </a:cubicBezTo>
                  <a:cubicBezTo>
                    <a:pt x="8114" y="8100"/>
                    <a:pt x="7511" y="10125"/>
                    <a:pt x="6908" y="11812"/>
                  </a:cubicBezTo>
                  <a:cubicBezTo>
                    <a:pt x="6304" y="13500"/>
                    <a:pt x="5701" y="14850"/>
                    <a:pt x="5701" y="14512"/>
                  </a:cubicBezTo>
                  <a:cubicBezTo>
                    <a:pt x="5701" y="14175"/>
                    <a:pt x="6304" y="12150"/>
                    <a:pt x="6908" y="10800"/>
                  </a:cubicBezTo>
                  <a:cubicBezTo>
                    <a:pt x="7511" y="9450"/>
                    <a:pt x="8114" y="8775"/>
                    <a:pt x="8899" y="7762"/>
                  </a:cubicBezTo>
                  <a:cubicBezTo>
                    <a:pt x="9683" y="6750"/>
                    <a:pt x="10648" y="5400"/>
                    <a:pt x="10648" y="6750"/>
                  </a:cubicBezTo>
                  <a:cubicBezTo>
                    <a:pt x="10648" y="8100"/>
                    <a:pt x="9683" y="12150"/>
                    <a:pt x="8899" y="14850"/>
                  </a:cubicBezTo>
                  <a:cubicBezTo>
                    <a:pt x="8114" y="17550"/>
                    <a:pt x="7511" y="18900"/>
                    <a:pt x="7511" y="18563"/>
                  </a:cubicBezTo>
                  <a:cubicBezTo>
                    <a:pt x="7511" y="18225"/>
                    <a:pt x="8114" y="16200"/>
                    <a:pt x="9019" y="13838"/>
                  </a:cubicBezTo>
                  <a:cubicBezTo>
                    <a:pt x="9924" y="11475"/>
                    <a:pt x="11131" y="8775"/>
                    <a:pt x="11976" y="6412"/>
                  </a:cubicBezTo>
                  <a:cubicBezTo>
                    <a:pt x="12820" y="4050"/>
                    <a:pt x="13303" y="2025"/>
                    <a:pt x="13243" y="2025"/>
                  </a:cubicBezTo>
                  <a:cubicBezTo>
                    <a:pt x="13182" y="2025"/>
                    <a:pt x="12579" y="4050"/>
                    <a:pt x="11976" y="5737"/>
                  </a:cubicBezTo>
                  <a:cubicBezTo>
                    <a:pt x="11372" y="7425"/>
                    <a:pt x="10769" y="8775"/>
                    <a:pt x="10166" y="10125"/>
                  </a:cubicBezTo>
                  <a:cubicBezTo>
                    <a:pt x="9562" y="11475"/>
                    <a:pt x="8959" y="12825"/>
                    <a:pt x="8959" y="12825"/>
                  </a:cubicBezTo>
                  <a:cubicBezTo>
                    <a:pt x="8959" y="12825"/>
                    <a:pt x="9562" y="11475"/>
                    <a:pt x="10769" y="10125"/>
                  </a:cubicBezTo>
                  <a:cubicBezTo>
                    <a:pt x="11976" y="8775"/>
                    <a:pt x="13786" y="7425"/>
                    <a:pt x="15234" y="6075"/>
                  </a:cubicBezTo>
                  <a:cubicBezTo>
                    <a:pt x="16682" y="4725"/>
                    <a:pt x="17768" y="3375"/>
                    <a:pt x="18009" y="3037"/>
                  </a:cubicBezTo>
                  <a:cubicBezTo>
                    <a:pt x="18251" y="2700"/>
                    <a:pt x="17647" y="3375"/>
                    <a:pt x="17044" y="4050"/>
                  </a:cubicBezTo>
                  <a:cubicBezTo>
                    <a:pt x="16441" y="4725"/>
                    <a:pt x="15837" y="5400"/>
                    <a:pt x="15234" y="6075"/>
                  </a:cubicBezTo>
                  <a:cubicBezTo>
                    <a:pt x="14630" y="6750"/>
                    <a:pt x="14027" y="7425"/>
                    <a:pt x="14087" y="7425"/>
                  </a:cubicBezTo>
                  <a:cubicBezTo>
                    <a:pt x="14148" y="7425"/>
                    <a:pt x="14872" y="6750"/>
                    <a:pt x="15535" y="6412"/>
                  </a:cubicBezTo>
                  <a:cubicBezTo>
                    <a:pt x="16199" y="6075"/>
                    <a:pt x="16803" y="6075"/>
                    <a:pt x="17647" y="6075"/>
                  </a:cubicBezTo>
                  <a:cubicBezTo>
                    <a:pt x="18492" y="6075"/>
                    <a:pt x="19578" y="6075"/>
                    <a:pt x="19819" y="6075"/>
                  </a:cubicBezTo>
                  <a:cubicBezTo>
                    <a:pt x="20061" y="6075"/>
                    <a:pt x="19457" y="6075"/>
                    <a:pt x="18854" y="6412"/>
                  </a:cubicBezTo>
                  <a:cubicBezTo>
                    <a:pt x="18251" y="6750"/>
                    <a:pt x="17647" y="7425"/>
                    <a:pt x="17044" y="8100"/>
                  </a:cubicBezTo>
                  <a:cubicBezTo>
                    <a:pt x="16441" y="8775"/>
                    <a:pt x="15837" y="9450"/>
                    <a:pt x="15897" y="9450"/>
                  </a:cubicBezTo>
                  <a:cubicBezTo>
                    <a:pt x="15958" y="9450"/>
                    <a:pt x="16682" y="8775"/>
                    <a:pt x="17708" y="8437"/>
                  </a:cubicBezTo>
                  <a:cubicBezTo>
                    <a:pt x="18733" y="8100"/>
                    <a:pt x="20061" y="8100"/>
                    <a:pt x="21388" y="81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0" name="Línea"/>
            <p:cNvSpPr/>
            <p:nvPr/>
          </p:nvSpPr>
          <p:spPr>
            <a:xfrm>
              <a:off x="18926557" y="2562608"/>
              <a:ext cx="130774" cy="330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0955" fill="norm" stroke="1" extrusionOk="0">
                  <a:moveTo>
                    <a:pt x="15429" y="2955"/>
                  </a:moveTo>
                  <a:cubicBezTo>
                    <a:pt x="15429" y="4955"/>
                    <a:pt x="15429" y="6955"/>
                    <a:pt x="15429" y="8955"/>
                  </a:cubicBezTo>
                  <a:cubicBezTo>
                    <a:pt x="15429" y="10955"/>
                    <a:pt x="15429" y="12955"/>
                    <a:pt x="15429" y="12955"/>
                  </a:cubicBezTo>
                  <a:cubicBezTo>
                    <a:pt x="15429" y="12955"/>
                    <a:pt x="15429" y="10955"/>
                    <a:pt x="16457" y="7955"/>
                  </a:cubicBezTo>
                  <a:cubicBezTo>
                    <a:pt x="17486" y="4955"/>
                    <a:pt x="19543" y="955"/>
                    <a:pt x="20571" y="155"/>
                  </a:cubicBezTo>
                  <a:cubicBezTo>
                    <a:pt x="21600" y="-645"/>
                    <a:pt x="21600" y="1755"/>
                    <a:pt x="20571" y="4955"/>
                  </a:cubicBezTo>
                  <a:cubicBezTo>
                    <a:pt x="19543" y="8155"/>
                    <a:pt x="17486" y="12155"/>
                    <a:pt x="15943" y="15155"/>
                  </a:cubicBezTo>
                  <a:cubicBezTo>
                    <a:pt x="14400" y="18155"/>
                    <a:pt x="13371" y="20155"/>
                    <a:pt x="11314" y="20355"/>
                  </a:cubicBezTo>
                  <a:cubicBezTo>
                    <a:pt x="9257" y="20555"/>
                    <a:pt x="6171" y="18955"/>
                    <a:pt x="4629" y="16155"/>
                  </a:cubicBezTo>
                  <a:cubicBezTo>
                    <a:pt x="3086" y="13355"/>
                    <a:pt x="3086" y="9355"/>
                    <a:pt x="3600" y="6355"/>
                  </a:cubicBezTo>
                  <a:cubicBezTo>
                    <a:pt x="4114" y="3355"/>
                    <a:pt x="5143" y="1355"/>
                    <a:pt x="5657" y="1355"/>
                  </a:cubicBezTo>
                  <a:cubicBezTo>
                    <a:pt x="6171" y="1355"/>
                    <a:pt x="6171" y="3355"/>
                    <a:pt x="5143" y="6955"/>
                  </a:cubicBezTo>
                  <a:cubicBezTo>
                    <a:pt x="4114" y="10555"/>
                    <a:pt x="2057" y="15755"/>
                    <a:pt x="0" y="2095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1" name="Línea"/>
            <p:cNvSpPr/>
            <p:nvPr/>
          </p:nvSpPr>
          <p:spPr>
            <a:xfrm>
              <a:off x="17508531" y="2665099"/>
              <a:ext cx="1058794" cy="4642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fill="norm" stroke="1" extrusionOk="0">
                  <a:moveTo>
                    <a:pt x="21600" y="2628"/>
                  </a:moveTo>
                  <a:cubicBezTo>
                    <a:pt x="21600" y="5508"/>
                    <a:pt x="21600" y="8388"/>
                    <a:pt x="21471" y="10548"/>
                  </a:cubicBezTo>
                  <a:cubicBezTo>
                    <a:pt x="21343" y="12708"/>
                    <a:pt x="21086" y="14148"/>
                    <a:pt x="20893" y="14004"/>
                  </a:cubicBezTo>
                  <a:cubicBezTo>
                    <a:pt x="20700" y="13860"/>
                    <a:pt x="20571" y="12132"/>
                    <a:pt x="20507" y="10404"/>
                  </a:cubicBezTo>
                  <a:cubicBezTo>
                    <a:pt x="20443" y="8676"/>
                    <a:pt x="20443" y="6948"/>
                    <a:pt x="20443" y="5364"/>
                  </a:cubicBezTo>
                  <a:cubicBezTo>
                    <a:pt x="20443" y="3780"/>
                    <a:pt x="20443" y="2340"/>
                    <a:pt x="20314" y="2340"/>
                  </a:cubicBezTo>
                  <a:cubicBezTo>
                    <a:pt x="20186" y="2340"/>
                    <a:pt x="19929" y="3780"/>
                    <a:pt x="19607" y="6084"/>
                  </a:cubicBezTo>
                  <a:cubicBezTo>
                    <a:pt x="19286" y="8388"/>
                    <a:pt x="18900" y="11556"/>
                    <a:pt x="18514" y="13860"/>
                  </a:cubicBezTo>
                  <a:cubicBezTo>
                    <a:pt x="18129" y="16164"/>
                    <a:pt x="17743" y="17604"/>
                    <a:pt x="17550" y="17172"/>
                  </a:cubicBezTo>
                  <a:cubicBezTo>
                    <a:pt x="17357" y="16740"/>
                    <a:pt x="17357" y="14436"/>
                    <a:pt x="17421" y="11844"/>
                  </a:cubicBezTo>
                  <a:cubicBezTo>
                    <a:pt x="17486" y="9252"/>
                    <a:pt x="17614" y="6372"/>
                    <a:pt x="17743" y="4212"/>
                  </a:cubicBezTo>
                  <a:cubicBezTo>
                    <a:pt x="17871" y="2052"/>
                    <a:pt x="18000" y="612"/>
                    <a:pt x="18064" y="612"/>
                  </a:cubicBezTo>
                  <a:cubicBezTo>
                    <a:pt x="18129" y="612"/>
                    <a:pt x="18129" y="2052"/>
                    <a:pt x="17807" y="5364"/>
                  </a:cubicBezTo>
                  <a:cubicBezTo>
                    <a:pt x="17486" y="8676"/>
                    <a:pt x="16843" y="13860"/>
                    <a:pt x="16264" y="17028"/>
                  </a:cubicBezTo>
                  <a:cubicBezTo>
                    <a:pt x="15686" y="20196"/>
                    <a:pt x="15171" y="21348"/>
                    <a:pt x="14914" y="21204"/>
                  </a:cubicBezTo>
                  <a:cubicBezTo>
                    <a:pt x="14657" y="21060"/>
                    <a:pt x="14657" y="19620"/>
                    <a:pt x="14721" y="16740"/>
                  </a:cubicBezTo>
                  <a:cubicBezTo>
                    <a:pt x="14786" y="13860"/>
                    <a:pt x="14914" y="9540"/>
                    <a:pt x="15043" y="6660"/>
                  </a:cubicBezTo>
                  <a:cubicBezTo>
                    <a:pt x="15171" y="3780"/>
                    <a:pt x="15300" y="2340"/>
                    <a:pt x="15300" y="2340"/>
                  </a:cubicBezTo>
                  <a:cubicBezTo>
                    <a:pt x="15300" y="2340"/>
                    <a:pt x="15171" y="3780"/>
                    <a:pt x="14721" y="6372"/>
                  </a:cubicBezTo>
                  <a:cubicBezTo>
                    <a:pt x="14271" y="8964"/>
                    <a:pt x="13500" y="12708"/>
                    <a:pt x="12793" y="14868"/>
                  </a:cubicBezTo>
                  <a:cubicBezTo>
                    <a:pt x="12086" y="17028"/>
                    <a:pt x="11443" y="17604"/>
                    <a:pt x="11121" y="17028"/>
                  </a:cubicBezTo>
                  <a:cubicBezTo>
                    <a:pt x="10800" y="16452"/>
                    <a:pt x="10800" y="14724"/>
                    <a:pt x="10864" y="12420"/>
                  </a:cubicBezTo>
                  <a:cubicBezTo>
                    <a:pt x="10929" y="10116"/>
                    <a:pt x="11057" y="7236"/>
                    <a:pt x="11186" y="4788"/>
                  </a:cubicBezTo>
                  <a:cubicBezTo>
                    <a:pt x="11314" y="2340"/>
                    <a:pt x="11443" y="324"/>
                    <a:pt x="11507" y="36"/>
                  </a:cubicBezTo>
                  <a:cubicBezTo>
                    <a:pt x="11571" y="-252"/>
                    <a:pt x="11571" y="1188"/>
                    <a:pt x="11250" y="4212"/>
                  </a:cubicBezTo>
                  <a:cubicBezTo>
                    <a:pt x="10929" y="7236"/>
                    <a:pt x="10286" y="11844"/>
                    <a:pt x="9771" y="14868"/>
                  </a:cubicBezTo>
                  <a:cubicBezTo>
                    <a:pt x="9257" y="17892"/>
                    <a:pt x="8871" y="19332"/>
                    <a:pt x="8550" y="19332"/>
                  </a:cubicBezTo>
                  <a:cubicBezTo>
                    <a:pt x="8229" y="19332"/>
                    <a:pt x="7971" y="17892"/>
                    <a:pt x="7843" y="15588"/>
                  </a:cubicBezTo>
                  <a:cubicBezTo>
                    <a:pt x="7714" y="13284"/>
                    <a:pt x="7714" y="10116"/>
                    <a:pt x="7779" y="7668"/>
                  </a:cubicBezTo>
                  <a:cubicBezTo>
                    <a:pt x="7843" y="5220"/>
                    <a:pt x="7971" y="3492"/>
                    <a:pt x="7843" y="3348"/>
                  </a:cubicBezTo>
                  <a:cubicBezTo>
                    <a:pt x="7714" y="3204"/>
                    <a:pt x="7329" y="4644"/>
                    <a:pt x="6943" y="6804"/>
                  </a:cubicBezTo>
                  <a:cubicBezTo>
                    <a:pt x="6557" y="8964"/>
                    <a:pt x="6171" y="11844"/>
                    <a:pt x="5786" y="14004"/>
                  </a:cubicBezTo>
                  <a:cubicBezTo>
                    <a:pt x="5400" y="16164"/>
                    <a:pt x="5014" y="17604"/>
                    <a:pt x="4757" y="17604"/>
                  </a:cubicBezTo>
                  <a:cubicBezTo>
                    <a:pt x="4500" y="17604"/>
                    <a:pt x="4371" y="16164"/>
                    <a:pt x="4371" y="13716"/>
                  </a:cubicBezTo>
                  <a:cubicBezTo>
                    <a:pt x="4371" y="11268"/>
                    <a:pt x="4500" y="7812"/>
                    <a:pt x="4500" y="6804"/>
                  </a:cubicBezTo>
                  <a:cubicBezTo>
                    <a:pt x="4500" y="5796"/>
                    <a:pt x="4371" y="7236"/>
                    <a:pt x="4179" y="8676"/>
                  </a:cubicBezTo>
                  <a:cubicBezTo>
                    <a:pt x="3986" y="10116"/>
                    <a:pt x="3729" y="11556"/>
                    <a:pt x="3407" y="12852"/>
                  </a:cubicBezTo>
                  <a:cubicBezTo>
                    <a:pt x="3086" y="14148"/>
                    <a:pt x="2700" y="15300"/>
                    <a:pt x="2507" y="15156"/>
                  </a:cubicBezTo>
                  <a:cubicBezTo>
                    <a:pt x="2314" y="15012"/>
                    <a:pt x="2314" y="13572"/>
                    <a:pt x="1929" y="12276"/>
                  </a:cubicBezTo>
                  <a:cubicBezTo>
                    <a:pt x="1543" y="10980"/>
                    <a:pt x="771" y="9828"/>
                    <a:pt x="0" y="8676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2" name="Línea"/>
            <p:cNvSpPr/>
            <p:nvPr/>
          </p:nvSpPr>
          <p:spPr>
            <a:xfrm>
              <a:off x="17470718" y="3724681"/>
              <a:ext cx="56721" cy="567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3" name="Línea"/>
            <p:cNvSpPr/>
            <p:nvPr/>
          </p:nvSpPr>
          <p:spPr>
            <a:xfrm>
              <a:off x="18226997" y="3308727"/>
              <a:ext cx="1" cy="3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4" name="Línea"/>
            <p:cNvSpPr/>
            <p:nvPr/>
          </p:nvSpPr>
          <p:spPr>
            <a:xfrm>
              <a:off x="17376182" y="3705774"/>
              <a:ext cx="831910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7509" y="18000"/>
                    <a:pt x="13418" y="14400"/>
                    <a:pt x="9818" y="10800"/>
                  </a:cubicBezTo>
                  <a:cubicBezTo>
                    <a:pt x="6218" y="7200"/>
                    <a:pt x="3109" y="3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5" name="Línea"/>
            <p:cNvSpPr/>
            <p:nvPr/>
          </p:nvSpPr>
          <p:spPr>
            <a:xfrm>
              <a:off x="17376182" y="3214205"/>
              <a:ext cx="737375" cy="516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9" fill="norm" stroke="1" extrusionOk="0">
                  <a:moveTo>
                    <a:pt x="3877" y="2341"/>
                  </a:moveTo>
                  <a:cubicBezTo>
                    <a:pt x="4062" y="3903"/>
                    <a:pt x="4246" y="5464"/>
                    <a:pt x="4338" y="5594"/>
                  </a:cubicBezTo>
                  <a:cubicBezTo>
                    <a:pt x="4431" y="5725"/>
                    <a:pt x="4431" y="4423"/>
                    <a:pt x="4523" y="3122"/>
                  </a:cubicBezTo>
                  <a:cubicBezTo>
                    <a:pt x="4615" y="1821"/>
                    <a:pt x="4800" y="520"/>
                    <a:pt x="5077" y="520"/>
                  </a:cubicBezTo>
                  <a:cubicBezTo>
                    <a:pt x="5354" y="520"/>
                    <a:pt x="5723" y="1821"/>
                    <a:pt x="6000" y="3643"/>
                  </a:cubicBezTo>
                  <a:cubicBezTo>
                    <a:pt x="6277" y="5464"/>
                    <a:pt x="6462" y="7806"/>
                    <a:pt x="6554" y="8327"/>
                  </a:cubicBezTo>
                  <a:cubicBezTo>
                    <a:pt x="6646" y="8847"/>
                    <a:pt x="6646" y="7546"/>
                    <a:pt x="6831" y="6245"/>
                  </a:cubicBezTo>
                  <a:cubicBezTo>
                    <a:pt x="7015" y="4944"/>
                    <a:pt x="7385" y="3643"/>
                    <a:pt x="7938" y="3382"/>
                  </a:cubicBezTo>
                  <a:cubicBezTo>
                    <a:pt x="8492" y="3122"/>
                    <a:pt x="9231" y="3903"/>
                    <a:pt x="9692" y="5594"/>
                  </a:cubicBezTo>
                  <a:cubicBezTo>
                    <a:pt x="10154" y="7286"/>
                    <a:pt x="10338" y="9888"/>
                    <a:pt x="10431" y="12361"/>
                  </a:cubicBezTo>
                  <a:cubicBezTo>
                    <a:pt x="10523" y="14833"/>
                    <a:pt x="10523" y="17175"/>
                    <a:pt x="10431" y="17566"/>
                  </a:cubicBezTo>
                  <a:cubicBezTo>
                    <a:pt x="10338" y="17956"/>
                    <a:pt x="10154" y="16394"/>
                    <a:pt x="10062" y="14052"/>
                  </a:cubicBezTo>
                  <a:cubicBezTo>
                    <a:pt x="9969" y="11710"/>
                    <a:pt x="9969" y="8587"/>
                    <a:pt x="10062" y="6245"/>
                  </a:cubicBezTo>
                  <a:cubicBezTo>
                    <a:pt x="10154" y="3903"/>
                    <a:pt x="10338" y="2341"/>
                    <a:pt x="10892" y="1300"/>
                  </a:cubicBezTo>
                  <a:cubicBezTo>
                    <a:pt x="11446" y="259"/>
                    <a:pt x="12369" y="-261"/>
                    <a:pt x="13015" y="129"/>
                  </a:cubicBezTo>
                  <a:cubicBezTo>
                    <a:pt x="13662" y="520"/>
                    <a:pt x="14031" y="1821"/>
                    <a:pt x="14215" y="4553"/>
                  </a:cubicBezTo>
                  <a:cubicBezTo>
                    <a:pt x="14400" y="7286"/>
                    <a:pt x="14400" y="11450"/>
                    <a:pt x="14308" y="14182"/>
                  </a:cubicBezTo>
                  <a:cubicBezTo>
                    <a:pt x="14215" y="16915"/>
                    <a:pt x="14031" y="18216"/>
                    <a:pt x="13754" y="18216"/>
                  </a:cubicBezTo>
                  <a:cubicBezTo>
                    <a:pt x="13477" y="18216"/>
                    <a:pt x="13108" y="16915"/>
                    <a:pt x="12923" y="14963"/>
                  </a:cubicBezTo>
                  <a:cubicBezTo>
                    <a:pt x="12738" y="13011"/>
                    <a:pt x="12738" y="10409"/>
                    <a:pt x="12923" y="8457"/>
                  </a:cubicBezTo>
                  <a:cubicBezTo>
                    <a:pt x="13108" y="6505"/>
                    <a:pt x="13477" y="5204"/>
                    <a:pt x="14031" y="4163"/>
                  </a:cubicBezTo>
                  <a:cubicBezTo>
                    <a:pt x="14585" y="3122"/>
                    <a:pt x="15323" y="2341"/>
                    <a:pt x="15969" y="2472"/>
                  </a:cubicBezTo>
                  <a:cubicBezTo>
                    <a:pt x="16615" y="2602"/>
                    <a:pt x="17169" y="3643"/>
                    <a:pt x="17631" y="5594"/>
                  </a:cubicBezTo>
                  <a:cubicBezTo>
                    <a:pt x="18092" y="7546"/>
                    <a:pt x="18462" y="10409"/>
                    <a:pt x="18554" y="12881"/>
                  </a:cubicBezTo>
                  <a:cubicBezTo>
                    <a:pt x="18646" y="15353"/>
                    <a:pt x="18462" y="17435"/>
                    <a:pt x="18185" y="17305"/>
                  </a:cubicBezTo>
                  <a:cubicBezTo>
                    <a:pt x="17908" y="17175"/>
                    <a:pt x="17538" y="14833"/>
                    <a:pt x="17354" y="12231"/>
                  </a:cubicBezTo>
                  <a:cubicBezTo>
                    <a:pt x="17169" y="9628"/>
                    <a:pt x="17169" y="6766"/>
                    <a:pt x="17262" y="4684"/>
                  </a:cubicBezTo>
                  <a:cubicBezTo>
                    <a:pt x="17354" y="2602"/>
                    <a:pt x="17538" y="1300"/>
                    <a:pt x="18000" y="1040"/>
                  </a:cubicBezTo>
                  <a:cubicBezTo>
                    <a:pt x="18462" y="780"/>
                    <a:pt x="19200" y="1561"/>
                    <a:pt x="19846" y="4033"/>
                  </a:cubicBezTo>
                  <a:cubicBezTo>
                    <a:pt x="20492" y="6505"/>
                    <a:pt x="21046" y="10669"/>
                    <a:pt x="21323" y="13402"/>
                  </a:cubicBezTo>
                  <a:cubicBezTo>
                    <a:pt x="21600" y="16134"/>
                    <a:pt x="21600" y="17435"/>
                    <a:pt x="21600" y="18737"/>
                  </a:cubicBezTo>
                  <a:cubicBezTo>
                    <a:pt x="21600" y="20038"/>
                    <a:pt x="21600" y="21339"/>
                    <a:pt x="21323" y="21339"/>
                  </a:cubicBezTo>
                  <a:cubicBezTo>
                    <a:pt x="21046" y="21339"/>
                    <a:pt x="20492" y="20038"/>
                    <a:pt x="20031" y="17435"/>
                  </a:cubicBezTo>
                  <a:cubicBezTo>
                    <a:pt x="19569" y="14833"/>
                    <a:pt x="19200" y="10929"/>
                    <a:pt x="19015" y="8327"/>
                  </a:cubicBezTo>
                  <a:cubicBezTo>
                    <a:pt x="18831" y="5725"/>
                    <a:pt x="18831" y="4423"/>
                    <a:pt x="19108" y="3252"/>
                  </a:cubicBezTo>
                  <a:cubicBezTo>
                    <a:pt x="19385" y="2081"/>
                    <a:pt x="19938" y="1040"/>
                    <a:pt x="20308" y="1170"/>
                  </a:cubicBezTo>
                  <a:cubicBezTo>
                    <a:pt x="20677" y="1300"/>
                    <a:pt x="20862" y="2602"/>
                    <a:pt x="20954" y="4553"/>
                  </a:cubicBezTo>
                  <a:cubicBezTo>
                    <a:pt x="21046" y="6505"/>
                    <a:pt x="21046" y="9108"/>
                    <a:pt x="20862" y="11059"/>
                  </a:cubicBezTo>
                  <a:cubicBezTo>
                    <a:pt x="20677" y="13011"/>
                    <a:pt x="20308" y="14312"/>
                    <a:pt x="19662" y="15223"/>
                  </a:cubicBezTo>
                  <a:cubicBezTo>
                    <a:pt x="19015" y="16134"/>
                    <a:pt x="18092" y="16655"/>
                    <a:pt x="17262" y="16525"/>
                  </a:cubicBezTo>
                  <a:cubicBezTo>
                    <a:pt x="16431" y="16394"/>
                    <a:pt x="15692" y="15614"/>
                    <a:pt x="14862" y="13792"/>
                  </a:cubicBezTo>
                  <a:cubicBezTo>
                    <a:pt x="14031" y="11970"/>
                    <a:pt x="13108" y="9108"/>
                    <a:pt x="12369" y="7156"/>
                  </a:cubicBezTo>
                  <a:cubicBezTo>
                    <a:pt x="11631" y="5204"/>
                    <a:pt x="11077" y="4163"/>
                    <a:pt x="10800" y="4293"/>
                  </a:cubicBezTo>
                  <a:cubicBezTo>
                    <a:pt x="10523" y="4423"/>
                    <a:pt x="10523" y="5725"/>
                    <a:pt x="10431" y="7676"/>
                  </a:cubicBezTo>
                  <a:cubicBezTo>
                    <a:pt x="10338" y="9628"/>
                    <a:pt x="10154" y="12231"/>
                    <a:pt x="9785" y="14182"/>
                  </a:cubicBezTo>
                  <a:cubicBezTo>
                    <a:pt x="9415" y="16134"/>
                    <a:pt x="8862" y="17435"/>
                    <a:pt x="8308" y="17566"/>
                  </a:cubicBezTo>
                  <a:cubicBezTo>
                    <a:pt x="7754" y="17696"/>
                    <a:pt x="7200" y="16655"/>
                    <a:pt x="6554" y="14443"/>
                  </a:cubicBezTo>
                  <a:cubicBezTo>
                    <a:pt x="5908" y="12231"/>
                    <a:pt x="5169" y="8847"/>
                    <a:pt x="4615" y="6505"/>
                  </a:cubicBezTo>
                  <a:cubicBezTo>
                    <a:pt x="4062" y="4163"/>
                    <a:pt x="3692" y="2862"/>
                    <a:pt x="3508" y="2992"/>
                  </a:cubicBezTo>
                  <a:cubicBezTo>
                    <a:pt x="3323" y="3122"/>
                    <a:pt x="3323" y="4684"/>
                    <a:pt x="3323" y="6375"/>
                  </a:cubicBezTo>
                  <a:cubicBezTo>
                    <a:pt x="3323" y="8067"/>
                    <a:pt x="3323" y="9888"/>
                    <a:pt x="3231" y="11450"/>
                  </a:cubicBezTo>
                  <a:cubicBezTo>
                    <a:pt x="3138" y="13011"/>
                    <a:pt x="2954" y="14312"/>
                    <a:pt x="2400" y="15093"/>
                  </a:cubicBezTo>
                  <a:cubicBezTo>
                    <a:pt x="1846" y="15874"/>
                    <a:pt x="923" y="16134"/>
                    <a:pt x="0" y="16394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6" name="Línea"/>
            <p:cNvSpPr/>
            <p:nvPr/>
          </p:nvSpPr>
          <p:spPr>
            <a:xfrm>
              <a:off x="18226997" y="3573426"/>
              <a:ext cx="283607" cy="1701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7" name="Línea"/>
            <p:cNvSpPr/>
            <p:nvPr/>
          </p:nvSpPr>
          <p:spPr>
            <a:xfrm>
              <a:off x="18510603" y="3252006"/>
              <a:ext cx="18908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8" name="Línea"/>
            <p:cNvSpPr/>
            <p:nvPr/>
          </p:nvSpPr>
          <p:spPr>
            <a:xfrm>
              <a:off x="18248619" y="3270913"/>
              <a:ext cx="148542" cy="34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fill="norm" stroke="1" extrusionOk="0">
                  <a:moveTo>
                    <a:pt x="21212" y="0"/>
                  </a:moveTo>
                  <a:cubicBezTo>
                    <a:pt x="21212" y="2000"/>
                    <a:pt x="21212" y="4000"/>
                    <a:pt x="19862" y="4200"/>
                  </a:cubicBezTo>
                  <a:cubicBezTo>
                    <a:pt x="18512" y="4400"/>
                    <a:pt x="15812" y="2800"/>
                    <a:pt x="14912" y="3000"/>
                  </a:cubicBezTo>
                  <a:cubicBezTo>
                    <a:pt x="14012" y="3200"/>
                    <a:pt x="14912" y="5200"/>
                    <a:pt x="15362" y="8000"/>
                  </a:cubicBezTo>
                  <a:cubicBezTo>
                    <a:pt x="15812" y="10800"/>
                    <a:pt x="15812" y="14400"/>
                    <a:pt x="14462" y="15400"/>
                  </a:cubicBezTo>
                  <a:cubicBezTo>
                    <a:pt x="13112" y="16400"/>
                    <a:pt x="10412" y="14800"/>
                    <a:pt x="8612" y="13000"/>
                  </a:cubicBezTo>
                  <a:cubicBezTo>
                    <a:pt x="6812" y="11200"/>
                    <a:pt x="5912" y="9200"/>
                    <a:pt x="5012" y="7200"/>
                  </a:cubicBezTo>
                  <a:cubicBezTo>
                    <a:pt x="4112" y="5200"/>
                    <a:pt x="3212" y="3200"/>
                    <a:pt x="3212" y="3200"/>
                  </a:cubicBezTo>
                  <a:cubicBezTo>
                    <a:pt x="3212" y="3200"/>
                    <a:pt x="4112" y="5200"/>
                    <a:pt x="5462" y="7200"/>
                  </a:cubicBezTo>
                  <a:cubicBezTo>
                    <a:pt x="6812" y="9200"/>
                    <a:pt x="8612" y="11200"/>
                    <a:pt x="7712" y="11000"/>
                  </a:cubicBezTo>
                  <a:cubicBezTo>
                    <a:pt x="6812" y="10800"/>
                    <a:pt x="3212" y="8400"/>
                    <a:pt x="1412" y="8200"/>
                  </a:cubicBezTo>
                  <a:cubicBezTo>
                    <a:pt x="-388" y="8000"/>
                    <a:pt x="-388" y="10000"/>
                    <a:pt x="962" y="12600"/>
                  </a:cubicBezTo>
                  <a:cubicBezTo>
                    <a:pt x="2312" y="15200"/>
                    <a:pt x="5012" y="18400"/>
                    <a:pt x="7712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49" name="Línea"/>
            <p:cNvSpPr/>
            <p:nvPr/>
          </p:nvSpPr>
          <p:spPr>
            <a:xfrm>
              <a:off x="17546346" y="2136492"/>
              <a:ext cx="756282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600" y="18000"/>
                    <a:pt x="7200" y="14400"/>
                    <a:pt x="10800" y="10800"/>
                  </a:cubicBezTo>
                  <a:cubicBezTo>
                    <a:pt x="14400" y="7200"/>
                    <a:pt x="18000" y="36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0" name="Línea"/>
            <p:cNvSpPr/>
            <p:nvPr/>
          </p:nvSpPr>
          <p:spPr>
            <a:xfrm>
              <a:off x="17536033" y="2179745"/>
              <a:ext cx="785500" cy="435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033" fill="norm" stroke="1" extrusionOk="0">
                  <a:moveTo>
                    <a:pt x="18945" y="650"/>
                  </a:moveTo>
                  <a:cubicBezTo>
                    <a:pt x="19809" y="346"/>
                    <a:pt x="20673" y="41"/>
                    <a:pt x="21105" y="650"/>
                  </a:cubicBezTo>
                  <a:cubicBezTo>
                    <a:pt x="21537" y="1258"/>
                    <a:pt x="21537" y="2779"/>
                    <a:pt x="21537" y="5822"/>
                  </a:cubicBezTo>
                  <a:cubicBezTo>
                    <a:pt x="21537" y="8864"/>
                    <a:pt x="21537" y="13427"/>
                    <a:pt x="21451" y="16470"/>
                  </a:cubicBezTo>
                  <a:cubicBezTo>
                    <a:pt x="21364" y="19512"/>
                    <a:pt x="21191" y="21033"/>
                    <a:pt x="20932" y="21033"/>
                  </a:cubicBezTo>
                  <a:cubicBezTo>
                    <a:pt x="20673" y="21033"/>
                    <a:pt x="20327" y="19512"/>
                    <a:pt x="19982" y="17230"/>
                  </a:cubicBezTo>
                  <a:cubicBezTo>
                    <a:pt x="19636" y="14948"/>
                    <a:pt x="19291" y="11906"/>
                    <a:pt x="19031" y="9625"/>
                  </a:cubicBezTo>
                  <a:cubicBezTo>
                    <a:pt x="18772" y="7343"/>
                    <a:pt x="18599" y="5822"/>
                    <a:pt x="18513" y="5822"/>
                  </a:cubicBezTo>
                  <a:cubicBezTo>
                    <a:pt x="18427" y="5822"/>
                    <a:pt x="18427" y="7343"/>
                    <a:pt x="18427" y="8864"/>
                  </a:cubicBezTo>
                  <a:cubicBezTo>
                    <a:pt x="18427" y="10385"/>
                    <a:pt x="18427" y="11906"/>
                    <a:pt x="18340" y="13427"/>
                  </a:cubicBezTo>
                  <a:cubicBezTo>
                    <a:pt x="18254" y="14948"/>
                    <a:pt x="18081" y="16470"/>
                    <a:pt x="17822" y="16470"/>
                  </a:cubicBezTo>
                  <a:cubicBezTo>
                    <a:pt x="17563" y="16470"/>
                    <a:pt x="17217" y="14948"/>
                    <a:pt x="16871" y="13275"/>
                  </a:cubicBezTo>
                  <a:cubicBezTo>
                    <a:pt x="16526" y="11602"/>
                    <a:pt x="16180" y="9777"/>
                    <a:pt x="15921" y="8103"/>
                  </a:cubicBezTo>
                  <a:cubicBezTo>
                    <a:pt x="15662" y="6430"/>
                    <a:pt x="15489" y="4909"/>
                    <a:pt x="15403" y="4909"/>
                  </a:cubicBezTo>
                  <a:cubicBezTo>
                    <a:pt x="15316" y="4909"/>
                    <a:pt x="15316" y="6430"/>
                    <a:pt x="15403" y="7951"/>
                  </a:cubicBezTo>
                  <a:cubicBezTo>
                    <a:pt x="15489" y="9472"/>
                    <a:pt x="15662" y="10994"/>
                    <a:pt x="15662" y="12971"/>
                  </a:cubicBezTo>
                  <a:cubicBezTo>
                    <a:pt x="15662" y="14948"/>
                    <a:pt x="15489" y="17382"/>
                    <a:pt x="15057" y="17991"/>
                  </a:cubicBezTo>
                  <a:cubicBezTo>
                    <a:pt x="14625" y="18599"/>
                    <a:pt x="13934" y="17382"/>
                    <a:pt x="13156" y="14492"/>
                  </a:cubicBezTo>
                  <a:cubicBezTo>
                    <a:pt x="12379" y="11602"/>
                    <a:pt x="11515" y="7039"/>
                    <a:pt x="10910" y="3996"/>
                  </a:cubicBezTo>
                  <a:cubicBezTo>
                    <a:pt x="10305" y="954"/>
                    <a:pt x="9959" y="-567"/>
                    <a:pt x="9959" y="194"/>
                  </a:cubicBezTo>
                  <a:cubicBezTo>
                    <a:pt x="9959" y="954"/>
                    <a:pt x="10305" y="3996"/>
                    <a:pt x="10478" y="7191"/>
                  </a:cubicBezTo>
                  <a:cubicBezTo>
                    <a:pt x="10651" y="10385"/>
                    <a:pt x="10651" y="13732"/>
                    <a:pt x="10564" y="16165"/>
                  </a:cubicBezTo>
                  <a:cubicBezTo>
                    <a:pt x="10478" y="18599"/>
                    <a:pt x="10305" y="20120"/>
                    <a:pt x="9787" y="20577"/>
                  </a:cubicBezTo>
                  <a:cubicBezTo>
                    <a:pt x="9268" y="21033"/>
                    <a:pt x="8404" y="20425"/>
                    <a:pt x="7713" y="18599"/>
                  </a:cubicBezTo>
                  <a:cubicBezTo>
                    <a:pt x="7022" y="16774"/>
                    <a:pt x="6503" y="13732"/>
                    <a:pt x="5985" y="11450"/>
                  </a:cubicBezTo>
                  <a:cubicBezTo>
                    <a:pt x="5467" y="9168"/>
                    <a:pt x="4948" y="7647"/>
                    <a:pt x="4603" y="5974"/>
                  </a:cubicBezTo>
                  <a:cubicBezTo>
                    <a:pt x="4257" y="4301"/>
                    <a:pt x="4084" y="2475"/>
                    <a:pt x="3998" y="2475"/>
                  </a:cubicBezTo>
                  <a:cubicBezTo>
                    <a:pt x="3911" y="2475"/>
                    <a:pt x="3911" y="4301"/>
                    <a:pt x="3998" y="6887"/>
                  </a:cubicBezTo>
                  <a:cubicBezTo>
                    <a:pt x="4084" y="9472"/>
                    <a:pt x="4257" y="12819"/>
                    <a:pt x="4343" y="15253"/>
                  </a:cubicBezTo>
                  <a:cubicBezTo>
                    <a:pt x="4430" y="17687"/>
                    <a:pt x="4430" y="19208"/>
                    <a:pt x="3998" y="19360"/>
                  </a:cubicBezTo>
                  <a:cubicBezTo>
                    <a:pt x="3566" y="19512"/>
                    <a:pt x="2702" y="18295"/>
                    <a:pt x="2097" y="16317"/>
                  </a:cubicBezTo>
                  <a:cubicBezTo>
                    <a:pt x="1492" y="14340"/>
                    <a:pt x="1147" y="11602"/>
                    <a:pt x="801" y="9168"/>
                  </a:cubicBezTo>
                  <a:cubicBezTo>
                    <a:pt x="455" y="6734"/>
                    <a:pt x="110" y="4605"/>
                    <a:pt x="23" y="4301"/>
                  </a:cubicBezTo>
                  <a:cubicBezTo>
                    <a:pt x="-63" y="3996"/>
                    <a:pt x="110" y="5518"/>
                    <a:pt x="196" y="8560"/>
                  </a:cubicBezTo>
                  <a:cubicBezTo>
                    <a:pt x="283" y="11602"/>
                    <a:pt x="283" y="16165"/>
                    <a:pt x="283" y="20729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1" name="Línea"/>
            <p:cNvSpPr/>
            <p:nvPr/>
          </p:nvSpPr>
          <p:spPr>
            <a:xfrm>
              <a:off x="17981206" y="1868146"/>
              <a:ext cx="555559" cy="1927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307" fill="norm" stroke="1" extrusionOk="0">
                  <a:moveTo>
                    <a:pt x="0" y="4584"/>
                  </a:moveTo>
                  <a:cubicBezTo>
                    <a:pt x="4854" y="3888"/>
                    <a:pt x="9708" y="3191"/>
                    <a:pt x="12742" y="2842"/>
                  </a:cubicBezTo>
                  <a:cubicBezTo>
                    <a:pt x="15775" y="2494"/>
                    <a:pt x="16989" y="2494"/>
                    <a:pt x="18324" y="1797"/>
                  </a:cubicBezTo>
                  <a:cubicBezTo>
                    <a:pt x="19658" y="1101"/>
                    <a:pt x="21115" y="-293"/>
                    <a:pt x="21357" y="55"/>
                  </a:cubicBezTo>
                  <a:cubicBezTo>
                    <a:pt x="21600" y="404"/>
                    <a:pt x="20629" y="2494"/>
                    <a:pt x="18688" y="6326"/>
                  </a:cubicBezTo>
                  <a:cubicBezTo>
                    <a:pt x="16746" y="10159"/>
                    <a:pt x="13834" y="15733"/>
                    <a:pt x="10921" y="21307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2" name="Línea"/>
            <p:cNvSpPr/>
            <p:nvPr/>
          </p:nvSpPr>
          <p:spPr>
            <a:xfrm>
              <a:off x="18548418" y="1947422"/>
              <a:ext cx="18907" cy="548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3" name="Línea"/>
            <p:cNvSpPr/>
            <p:nvPr/>
          </p:nvSpPr>
          <p:spPr>
            <a:xfrm>
              <a:off x="18403462" y="2060864"/>
              <a:ext cx="124139" cy="359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fill="norm" stroke="1" extrusionOk="0">
                  <a:moveTo>
                    <a:pt x="15120" y="0"/>
                  </a:moveTo>
                  <a:cubicBezTo>
                    <a:pt x="17280" y="3789"/>
                    <a:pt x="19440" y="7579"/>
                    <a:pt x="20520" y="10421"/>
                  </a:cubicBezTo>
                  <a:cubicBezTo>
                    <a:pt x="21600" y="13263"/>
                    <a:pt x="21600" y="15158"/>
                    <a:pt x="19980" y="16863"/>
                  </a:cubicBezTo>
                  <a:cubicBezTo>
                    <a:pt x="18360" y="18568"/>
                    <a:pt x="15120" y="20084"/>
                    <a:pt x="12420" y="19705"/>
                  </a:cubicBezTo>
                  <a:cubicBezTo>
                    <a:pt x="9720" y="19326"/>
                    <a:pt x="7560" y="17053"/>
                    <a:pt x="5940" y="14779"/>
                  </a:cubicBezTo>
                  <a:cubicBezTo>
                    <a:pt x="4320" y="12505"/>
                    <a:pt x="3240" y="10232"/>
                    <a:pt x="2160" y="8147"/>
                  </a:cubicBezTo>
                  <a:cubicBezTo>
                    <a:pt x="1080" y="6063"/>
                    <a:pt x="0" y="4168"/>
                    <a:pt x="0" y="4358"/>
                  </a:cubicBezTo>
                  <a:cubicBezTo>
                    <a:pt x="0" y="4547"/>
                    <a:pt x="1080" y="6821"/>
                    <a:pt x="1620" y="10042"/>
                  </a:cubicBezTo>
                  <a:cubicBezTo>
                    <a:pt x="2160" y="13263"/>
                    <a:pt x="2160" y="17432"/>
                    <a:pt x="216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4" name="Línea"/>
            <p:cNvSpPr/>
            <p:nvPr/>
          </p:nvSpPr>
          <p:spPr>
            <a:xfrm>
              <a:off x="17677905" y="1960027"/>
              <a:ext cx="726539" cy="1386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600" fill="norm" stroke="1" extrusionOk="0">
                  <a:moveTo>
                    <a:pt x="19962" y="21600"/>
                  </a:moveTo>
                  <a:cubicBezTo>
                    <a:pt x="20701" y="18655"/>
                    <a:pt x="21439" y="15709"/>
                    <a:pt x="21254" y="14236"/>
                  </a:cubicBezTo>
                  <a:cubicBezTo>
                    <a:pt x="21070" y="12764"/>
                    <a:pt x="19962" y="12764"/>
                    <a:pt x="17101" y="12273"/>
                  </a:cubicBezTo>
                  <a:cubicBezTo>
                    <a:pt x="14239" y="11782"/>
                    <a:pt x="9624" y="10800"/>
                    <a:pt x="6854" y="10800"/>
                  </a:cubicBezTo>
                  <a:cubicBezTo>
                    <a:pt x="4085" y="10800"/>
                    <a:pt x="3162" y="11782"/>
                    <a:pt x="3162" y="11782"/>
                  </a:cubicBezTo>
                  <a:cubicBezTo>
                    <a:pt x="3162" y="11782"/>
                    <a:pt x="4085" y="10800"/>
                    <a:pt x="6024" y="9327"/>
                  </a:cubicBezTo>
                  <a:cubicBezTo>
                    <a:pt x="7962" y="7855"/>
                    <a:pt x="10916" y="5891"/>
                    <a:pt x="12854" y="3927"/>
                  </a:cubicBezTo>
                  <a:cubicBezTo>
                    <a:pt x="14793" y="1964"/>
                    <a:pt x="15716" y="0"/>
                    <a:pt x="15716" y="0"/>
                  </a:cubicBezTo>
                  <a:cubicBezTo>
                    <a:pt x="15716" y="0"/>
                    <a:pt x="14793" y="1964"/>
                    <a:pt x="12485" y="4909"/>
                  </a:cubicBezTo>
                  <a:cubicBezTo>
                    <a:pt x="10177" y="7855"/>
                    <a:pt x="6485" y="11782"/>
                    <a:pt x="3993" y="14236"/>
                  </a:cubicBezTo>
                  <a:cubicBezTo>
                    <a:pt x="1501" y="16691"/>
                    <a:pt x="208" y="17673"/>
                    <a:pt x="24" y="18164"/>
                  </a:cubicBezTo>
                  <a:cubicBezTo>
                    <a:pt x="-161" y="18655"/>
                    <a:pt x="762" y="18655"/>
                    <a:pt x="2701" y="17182"/>
                  </a:cubicBezTo>
                  <a:cubicBezTo>
                    <a:pt x="4639" y="15709"/>
                    <a:pt x="7593" y="12764"/>
                    <a:pt x="10547" y="981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5" name="Línea"/>
            <p:cNvSpPr/>
            <p:nvPr/>
          </p:nvSpPr>
          <p:spPr>
            <a:xfrm>
              <a:off x="17451810" y="4726754"/>
              <a:ext cx="170164" cy="56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6" name="Línea"/>
            <p:cNvSpPr/>
            <p:nvPr/>
          </p:nvSpPr>
          <p:spPr>
            <a:xfrm>
              <a:off x="17565253" y="4726754"/>
              <a:ext cx="37814" cy="4348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7" name="Línea"/>
            <p:cNvSpPr/>
            <p:nvPr/>
          </p:nvSpPr>
          <p:spPr>
            <a:xfrm>
              <a:off x="17338368" y="5199429"/>
              <a:ext cx="189071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8" name="Línea"/>
            <p:cNvSpPr/>
            <p:nvPr/>
          </p:nvSpPr>
          <p:spPr>
            <a:xfrm>
              <a:off x="17621973" y="4499869"/>
              <a:ext cx="264700" cy="2457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59" name="Línea"/>
            <p:cNvSpPr/>
            <p:nvPr/>
          </p:nvSpPr>
          <p:spPr>
            <a:xfrm>
              <a:off x="17735415" y="4443148"/>
              <a:ext cx="170164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0" name="Línea"/>
            <p:cNvSpPr/>
            <p:nvPr/>
          </p:nvSpPr>
          <p:spPr>
            <a:xfrm>
              <a:off x="17508531" y="4480962"/>
              <a:ext cx="245792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000"/>
                    <a:pt x="21600" y="8000"/>
                    <a:pt x="18000" y="11600"/>
                  </a:cubicBezTo>
                  <a:cubicBezTo>
                    <a:pt x="14400" y="15200"/>
                    <a:pt x="7200" y="18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1" name="Línea"/>
            <p:cNvSpPr/>
            <p:nvPr/>
          </p:nvSpPr>
          <p:spPr>
            <a:xfrm>
              <a:off x="17886672" y="4429307"/>
              <a:ext cx="85870" cy="448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359" fill="norm" stroke="1" extrusionOk="0">
                  <a:moveTo>
                    <a:pt x="0" y="1559"/>
                  </a:moveTo>
                  <a:cubicBezTo>
                    <a:pt x="6171" y="659"/>
                    <a:pt x="12343" y="-241"/>
                    <a:pt x="16200" y="59"/>
                  </a:cubicBezTo>
                  <a:cubicBezTo>
                    <a:pt x="20057" y="359"/>
                    <a:pt x="21600" y="1859"/>
                    <a:pt x="20829" y="5609"/>
                  </a:cubicBezTo>
                  <a:cubicBezTo>
                    <a:pt x="20057" y="9359"/>
                    <a:pt x="16971" y="15359"/>
                    <a:pt x="13886" y="21359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2" name="Línea"/>
            <p:cNvSpPr/>
            <p:nvPr/>
          </p:nvSpPr>
          <p:spPr>
            <a:xfrm>
              <a:off x="17584159" y="4896917"/>
              <a:ext cx="3214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3" name="Línea"/>
            <p:cNvSpPr/>
            <p:nvPr/>
          </p:nvSpPr>
          <p:spPr>
            <a:xfrm>
              <a:off x="17621973" y="4575497"/>
              <a:ext cx="237142" cy="415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18758" y="0"/>
                  </a:moveTo>
                  <a:cubicBezTo>
                    <a:pt x="19895" y="3273"/>
                    <a:pt x="21032" y="6545"/>
                    <a:pt x="21316" y="9000"/>
                  </a:cubicBezTo>
                  <a:cubicBezTo>
                    <a:pt x="21600" y="11455"/>
                    <a:pt x="21032" y="13091"/>
                    <a:pt x="19895" y="14891"/>
                  </a:cubicBezTo>
                  <a:cubicBezTo>
                    <a:pt x="18758" y="16691"/>
                    <a:pt x="17053" y="18655"/>
                    <a:pt x="15632" y="18818"/>
                  </a:cubicBezTo>
                  <a:cubicBezTo>
                    <a:pt x="14211" y="18982"/>
                    <a:pt x="13074" y="17345"/>
                    <a:pt x="12221" y="15709"/>
                  </a:cubicBezTo>
                  <a:cubicBezTo>
                    <a:pt x="11368" y="14073"/>
                    <a:pt x="10800" y="12436"/>
                    <a:pt x="10516" y="10800"/>
                  </a:cubicBezTo>
                  <a:cubicBezTo>
                    <a:pt x="10231" y="9164"/>
                    <a:pt x="10231" y="7527"/>
                    <a:pt x="10231" y="7527"/>
                  </a:cubicBezTo>
                  <a:cubicBezTo>
                    <a:pt x="10231" y="7527"/>
                    <a:pt x="10231" y="9164"/>
                    <a:pt x="10231" y="10964"/>
                  </a:cubicBezTo>
                  <a:cubicBezTo>
                    <a:pt x="10231" y="12764"/>
                    <a:pt x="10231" y="14727"/>
                    <a:pt x="9663" y="16527"/>
                  </a:cubicBezTo>
                  <a:cubicBezTo>
                    <a:pt x="9095" y="18327"/>
                    <a:pt x="7958" y="19964"/>
                    <a:pt x="6253" y="19800"/>
                  </a:cubicBezTo>
                  <a:cubicBezTo>
                    <a:pt x="4547" y="19636"/>
                    <a:pt x="2274" y="17673"/>
                    <a:pt x="1137" y="17673"/>
                  </a:cubicBezTo>
                  <a:cubicBezTo>
                    <a:pt x="0" y="17673"/>
                    <a:pt x="0" y="19636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4" name="Línea"/>
            <p:cNvSpPr/>
            <p:nvPr/>
          </p:nvSpPr>
          <p:spPr>
            <a:xfrm>
              <a:off x="17376182" y="4764568"/>
              <a:ext cx="113442" cy="3592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3789"/>
                    <a:pt x="19200" y="7579"/>
                    <a:pt x="17400" y="10989"/>
                  </a:cubicBezTo>
                  <a:cubicBezTo>
                    <a:pt x="15600" y="14400"/>
                    <a:pt x="13200" y="17432"/>
                    <a:pt x="10800" y="17811"/>
                  </a:cubicBezTo>
                  <a:cubicBezTo>
                    <a:pt x="8400" y="18189"/>
                    <a:pt x="6000" y="15916"/>
                    <a:pt x="4200" y="13832"/>
                  </a:cubicBezTo>
                  <a:cubicBezTo>
                    <a:pt x="2400" y="11747"/>
                    <a:pt x="1200" y="9853"/>
                    <a:pt x="600" y="7958"/>
                  </a:cubicBezTo>
                  <a:cubicBezTo>
                    <a:pt x="0" y="6063"/>
                    <a:pt x="0" y="4168"/>
                    <a:pt x="0" y="6442"/>
                  </a:cubicBezTo>
                  <a:cubicBezTo>
                    <a:pt x="0" y="8716"/>
                    <a:pt x="0" y="15158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5" name="Línea"/>
            <p:cNvSpPr/>
            <p:nvPr/>
          </p:nvSpPr>
          <p:spPr>
            <a:xfrm>
              <a:off x="17508531" y="5445220"/>
              <a:ext cx="1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21600"/>
                  </a:moveTo>
                  <a:cubicBezTo>
                    <a:pt x="-5400" y="14400"/>
                    <a:pt x="-5400" y="7200"/>
                    <a:pt x="162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6" name="Línea"/>
            <p:cNvSpPr/>
            <p:nvPr/>
          </p:nvSpPr>
          <p:spPr>
            <a:xfrm>
              <a:off x="17432903" y="5293964"/>
              <a:ext cx="37816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7" name="Línea"/>
            <p:cNvSpPr/>
            <p:nvPr/>
          </p:nvSpPr>
          <p:spPr>
            <a:xfrm>
              <a:off x="17376032" y="5634290"/>
              <a:ext cx="472826" cy="921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1060" fill="norm" stroke="1" extrusionOk="0">
                  <a:moveTo>
                    <a:pt x="860" y="0"/>
                  </a:moveTo>
                  <a:cubicBezTo>
                    <a:pt x="291" y="7200"/>
                    <a:pt x="-277" y="14400"/>
                    <a:pt x="149" y="18000"/>
                  </a:cubicBezTo>
                  <a:cubicBezTo>
                    <a:pt x="576" y="21600"/>
                    <a:pt x="1997" y="21600"/>
                    <a:pt x="5691" y="20160"/>
                  </a:cubicBezTo>
                  <a:cubicBezTo>
                    <a:pt x="9386" y="18720"/>
                    <a:pt x="15355" y="15840"/>
                    <a:pt x="21323" y="1296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8" name="Línea"/>
            <p:cNvSpPr/>
            <p:nvPr/>
          </p:nvSpPr>
          <p:spPr>
            <a:xfrm>
              <a:off x="17508531" y="5123801"/>
              <a:ext cx="415955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69" name="Línea"/>
            <p:cNvSpPr/>
            <p:nvPr/>
          </p:nvSpPr>
          <p:spPr>
            <a:xfrm>
              <a:off x="17432903" y="5218336"/>
              <a:ext cx="490795" cy="490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261" fill="norm" stroke="1" extrusionOk="0">
                  <a:moveTo>
                    <a:pt x="20769" y="0"/>
                  </a:moveTo>
                  <a:cubicBezTo>
                    <a:pt x="21046" y="5468"/>
                    <a:pt x="21323" y="10937"/>
                    <a:pt x="21462" y="14765"/>
                  </a:cubicBezTo>
                  <a:cubicBezTo>
                    <a:pt x="21600" y="18592"/>
                    <a:pt x="21600" y="20780"/>
                    <a:pt x="21462" y="21190"/>
                  </a:cubicBezTo>
                  <a:cubicBezTo>
                    <a:pt x="21323" y="21600"/>
                    <a:pt x="21046" y="20233"/>
                    <a:pt x="20631" y="17362"/>
                  </a:cubicBezTo>
                  <a:cubicBezTo>
                    <a:pt x="20215" y="14491"/>
                    <a:pt x="19662" y="10116"/>
                    <a:pt x="19108" y="6972"/>
                  </a:cubicBezTo>
                  <a:cubicBezTo>
                    <a:pt x="18554" y="3828"/>
                    <a:pt x="18000" y="1914"/>
                    <a:pt x="17723" y="1640"/>
                  </a:cubicBezTo>
                  <a:cubicBezTo>
                    <a:pt x="17446" y="1367"/>
                    <a:pt x="17446" y="2734"/>
                    <a:pt x="17446" y="5468"/>
                  </a:cubicBezTo>
                  <a:cubicBezTo>
                    <a:pt x="17446" y="8203"/>
                    <a:pt x="17446" y="12304"/>
                    <a:pt x="17446" y="15038"/>
                  </a:cubicBezTo>
                  <a:cubicBezTo>
                    <a:pt x="17446" y="17772"/>
                    <a:pt x="17446" y="19139"/>
                    <a:pt x="17169" y="19139"/>
                  </a:cubicBezTo>
                  <a:cubicBezTo>
                    <a:pt x="16892" y="19139"/>
                    <a:pt x="16338" y="17772"/>
                    <a:pt x="15508" y="15038"/>
                  </a:cubicBezTo>
                  <a:cubicBezTo>
                    <a:pt x="14677" y="12304"/>
                    <a:pt x="13569" y="8203"/>
                    <a:pt x="12877" y="5332"/>
                  </a:cubicBezTo>
                  <a:cubicBezTo>
                    <a:pt x="12185" y="2461"/>
                    <a:pt x="11908" y="820"/>
                    <a:pt x="11908" y="1504"/>
                  </a:cubicBezTo>
                  <a:cubicBezTo>
                    <a:pt x="11908" y="2187"/>
                    <a:pt x="12185" y="5195"/>
                    <a:pt x="12323" y="8066"/>
                  </a:cubicBezTo>
                  <a:cubicBezTo>
                    <a:pt x="12462" y="10937"/>
                    <a:pt x="12462" y="13671"/>
                    <a:pt x="12323" y="15722"/>
                  </a:cubicBezTo>
                  <a:cubicBezTo>
                    <a:pt x="12185" y="17772"/>
                    <a:pt x="11908" y="19139"/>
                    <a:pt x="11354" y="19139"/>
                  </a:cubicBezTo>
                  <a:cubicBezTo>
                    <a:pt x="10800" y="19139"/>
                    <a:pt x="9969" y="17772"/>
                    <a:pt x="9277" y="15585"/>
                  </a:cubicBezTo>
                  <a:cubicBezTo>
                    <a:pt x="8585" y="13397"/>
                    <a:pt x="8031" y="10390"/>
                    <a:pt x="7477" y="7929"/>
                  </a:cubicBezTo>
                  <a:cubicBezTo>
                    <a:pt x="6923" y="5468"/>
                    <a:pt x="6369" y="3554"/>
                    <a:pt x="6092" y="3418"/>
                  </a:cubicBezTo>
                  <a:cubicBezTo>
                    <a:pt x="5815" y="3281"/>
                    <a:pt x="5815" y="4922"/>
                    <a:pt x="5815" y="7246"/>
                  </a:cubicBezTo>
                  <a:cubicBezTo>
                    <a:pt x="5815" y="9570"/>
                    <a:pt x="5815" y="12577"/>
                    <a:pt x="5677" y="15038"/>
                  </a:cubicBezTo>
                  <a:cubicBezTo>
                    <a:pt x="5538" y="17499"/>
                    <a:pt x="5262" y="19413"/>
                    <a:pt x="4708" y="19549"/>
                  </a:cubicBezTo>
                  <a:cubicBezTo>
                    <a:pt x="4154" y="19686"/>
                    <a:pt x="3323" y="18046"/>
                    <a:pt x="2769" y="15585"/>
                  </a:cubicBezTo>
                  <a:cubicBezTo>
                    <a:pt x="2215" y="13124"/>
                    <a:pt x="1938" y="9843"/>
                    <a:pt x="1662" y="7382"/>
                  </a:cubicBezTo>
                  <a:cubicBezTo>
                    <a:pt x="1385" y="4922"/>
                    <a:pt x="1108" y="3281"/>
                    <a:pt x="969" y="3281"/>
                  </a:cubicBezTo>
                  <a:cubicBezTo>
                    <a:pt x="831" y="3281"/>
                    <a:pt x="831" y="4922"/>
                    <a:pt x="692" y="7246"/>
                  </a:cubicBezTo>
                  <a:cubicBezTo>
                    <a:pt x="554" y="9570"/>
                    <a:pt x="277" y="12577"/>
                    <a:pt x="0" y="1558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0" name="Línea"/>
            <p:cNvSpPr/>
            <p:nvPr/>
          </p:nvSpPr>
          <p:spPr>
            <a:xfrm>
              <a:off x="17962300" y="5010359"/>
              <a:ext cx="283605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800" y="4800"/>
                    <a:pt x="12000" y="9600"/>
                    <a:pt x="8400" y="13200"/>
                  </a:cubicBezTo>
                  <a:cubicBezTo>
                    <a:pt x="4800" y="16800"/>
                    <a:pt x="2400" y="192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1" name="Línea"/>
            <p:cNvSpPr/>
            <p:nvPr/>
          </p:nvSpPr>
          <p:spPr>
            <a:xfrm>
              <a:off x="17924485" y="4878010"/>
              <a:ext cx="359235" cy="756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2" name="Línea"/>
            <p:cNvSpPr/>
            <p:nvPr/>
          </p:nvSpPr>
          <p:spPr>
            <a:xfrm>
              <a:off x="17823648" y="4934731"/>
              <a:ext cx="233187" cy="14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77" fill="norm" stroke="1" extrusionOk="0">
                  <a:moveTo>
                    <a:pt x="14595" y="0"/>
                  </a:moveTo>
                  <a:cubicBezTo>
                    <a:pt x="11676" y="2700"/>
                    <a:pt x="8757" y="5400"/>
                    <a:pt x="5838" y="7650"/>
                  </a:cubicBezTo>
                  <a:cubicBezTo>
                    <a:pt x="2919" y="9900"/>
                    <a:pt x="0" y="11700"/>
                    <a:pt x="0" y="13050"/>
                  </a:cubicBezTo>
                  <a:cubicBezTo>
                    <a:pt x="0" y="14400"/>
                    <a:pt x="2919" y="15300"/>
                    <a:pt x="5838" y="15300"/>
                  </a:cubicBezTo>
                  <a:cubicBezTo>
                    <a:pt x="8757" y="15300"/>
                    <a:pt x="11676" y="14400"/>
                    <a:pt x="14886" y="13050"/>
                  </a:cubicBezTo>
                  <a:cubicBezTo>
                    <a:pt x="18097" y="11700"/>
                    <a:pt x="21600" y="9900"/>
                    <a:pt x="21600" y="10350"/>
                  </a:cubicBezTo>
                  <a:cubicBezTo>
                    <a:pt x="21600" y="10800"/>
                    <a:pt x="18097" y="13500"/>
                    <a:pt x="14886" y="16200"/>
                  </a:cubicBezTo>
                  <a:cubicBezTo>
                    <a:pt x="11676" y="18900"/>
                    <a:pt x="8757" y="21600"/>
                    <a:pt x="9632" y="20700"/>
                  </a:cubicBezTo>
                  <a:cubicBezTo>
                    <a:pt x="10508" y="19800"/>
                    <a:pt x="15178" y="15300"/>
                    <a:pt x="19849" y="108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3" name="Línea"/>
            <p:cNvSpPr/>
            <p:nvPr/>
          </p:nvSpPr>
          <p:spPr>
            <a:xfrm>
              <a:off x="18283719" y="4991451"/>
              <a:ext cx="37814" cy="397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4" name="Línea"/>
            <p:cNvSpPr/>
            <p:nvPr/>
          </p:nvSpPr>
          <p:spPr>
            <a:xfrm>
              <a:off x="17943393" y="5426313"/>
              <a:ext cx="3214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5" name="Línea"/>
            <p:cNvSpPr/>
            <p:nvPr/>
          </p:nvSpPr>
          <p:spPr>
            <a:xfrm>
              <a:off x="18029956" y="5186824"/>
              <a:ext cx="209647" cy="390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3" h="21600" fill="norm" stroke="1" extrusionOk="0">
                  <a:moveTo>
                    <a:pt x="19862" y="697"/>
                  </a:moveTo>
                  <a:cubicBezTo>
                    <a:pt x="20498" y="2439"/>
                    <a:pt x="21133" y="4181"/>
                    <a:pt x="21133" y="5923"/>
                  </a:cubicBezTo>
                  <a:cubicBezTo>
                    <a:pt x="21133" y="7665"/>
                    <a:pt x="20498" y="9406"/>
                    <a:pt x="19545" y="9232"/>
                  </a:cubicBezTo>
                  <a:cubicBezTo>
                    <a:pt x="18592" y="9058"/>
                    <a:pt x="17321" y="6968"/>
                    <a:pt x="16368" y="4703"/>
                  </a:cubicBezTo>
                  <a:cubicBezTo>
                    <a:pt x="15415" y="2439"/>
                    <a:pt x="14780" y="0"/>
                    <a:pt x="14780" y="0"/>
                  </a:cubicBezTo>
                  <a:cubicBezTo>
                    <a:pt x="14780" y="0"/>
                    <a:pt x="15415" y="2439"/>
                    <a:pt x="15733" y="4529"/>
                  </a:cubicBezTo>
                  <a:cubicBezTo>
                    <a:pt x="16051" y="6619"/>
                    <a:pt x="16051" y="8361"/>
                    <a:pt x="16051" y="10103"/>
                  </a:cubicBezTo>
                  <a:cubicBezTo>
                    <a:pt x="16051" y="11845"/>
                    <a:pt x="16051" y="13587"/>
                    <a:pt x="14780" y="13761"/>
                  </a:cubicBezTo>
                  <a:cubicBezTo>
                    <a:pt x="13510" y="13935"/>
                    <a:pt x="10968" y="12542"/>
                    <a:pt x="9380" y="10974"/>
                  </a:cubicBezTo>
                  <a:cubicBezTo>
                    <a:pt x="7792" y="9406"/>
                    <a:pt x="7157" y="7665"/>
                    <a:pt x="6839" y="7665"/>
                  </a:cubicBezTo>
                  <a:cubicBezTo>
                    <a:pt x="6521" y="7665"/>
                    <a:pt x="6521" y="9406"/>
                    <a:pt x="5251" y="9232"/>
                  </a:cubicBezTo>
                  <a:cubicBezTo>
                    <a:pt x="3980" y="9058"/>
                    <a:pt x="1439" y="6968"/>
                    <a:pt x="486" y="7142"/>
                  </a:cubicBezTo>
                  <a:cubicBezTo>
                    <a:pt x="-467" y="7316"/>
                    <a:pt x="168" y="9755"/>
                    <a:pt x="804" y="12542"/>
                  </a:cubicBezTo>
                  <a:cubicBezTo>
                    <a:pt x="1439" y="15329"/>
                    <a:pt x="2074" y="18465"/>
                    <a:pt x="271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6" name="Línea"/>
            <p:cNvSpPr/>
            <p:nvPr/>
          </p:nvSpPr>
          <p:spPr>
            <a:xfrm>
              <a:off x="17659787" y="2004143"/>
              <a:ext cx="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7" name="Línea"/>
            <p:cNvSpPr/>
            <p:nvPr/>
          </p:nvSpPr>
          <p:spPr>
            <a:xfrm>
              <a:off x="17659787" y="1871794"/>
              <a:ext cx="18908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8" name="Línea"/>
            <p:cNvSpPr/>
            <p:nvPr/>
          </p:nvSpPr>
          <p:spPr>
            <a:xfrm>
              <a:off x="17451810" y="1796166"/>
              <a:ext cx="18907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79" name="Línea"/>
            <p:cNvSpPr/>
            <p:nvPr/>
          </p:nvSpPr>
          <p:spPr>
            <a:xfrm>
              <a:off x="17508531" y="1796166"/>
              <a:ext cx="92626" cy="28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005" fill="norm" stroke="1" extrusionOk="0">
                  <a:moveTo>
                    <a:pt x="0" y="0"/>
                  </a:moveTo>
                  <a:cubicBezTo>
                    <a:pt x="4320" y="1838"/>
                    <a:pt x="8640" y="3677"/>
                    <a:pt x="10800" y="5745"/>
                  </a:cubicBezTo>
                  <a:cubicBezTo>
                    <a:pt x="12960" y="7813"/>
                    <a:pt x="12960" y="10111"/>
                    <a:pt x="12240" y="12868"/>
                  </a:cubicBezTo>
                  <a:cubicBezTo>
                    <a:pt x="11520" y="15626"/>
                    <a:pt x="10080" y="18843"/>
                    <a:pt x="8640" y="19302"/>
                  </a:cubicBezTo>
                  <a:cubicBezTo>
                    <a:pt x="7200" y="19762"/>
                    <a:pt x="5760" y="17464"/>
                    <a:pt x="5040" y="15166"/>
                  </a:cubicBezTo>
                  <a:cubicBezTo>
                    <a:pt x="4320" y="12868"/>
                    <a:pt x="4320" y="10570"/>
                    <a:pt x="5040" y="8272"/>
                  </a:cubicBezTo>
                  <a:cubicBezTo>
                    <a:pt x="5760" y="5974"/>
                    <a:pt x="7200" y="3677"/>
                    <a:pt x="10080" y="3677"/>
                  </a:cubicBezTo>
                  <a:cubicBezTo>
                    <a:pt x="12960" y="3677"/>
                    <a:pt x="17280" y="5974"/>
                    <a:pt x="19440" y="8272"/>
                  </a:cubicBezTo>
                  <a:cubicBezTo>
                    <a:pt x="21600" y="10570"/>
                    <a:pt x="21600" y="12868"/>
                    <a:pt x="20160" y="15626"/>
                  </a:cubicBezTo>
                  <a:cubicBezTo>
                    <a:pt x="18720" y="18383"/>
                    <a:pt x="15840" y="21600"/>
                    <a:pt x="12960" y="20911"/>
                  </a:cubicBezTo>
                  <a:cubicBezTo>
                    <a:pt x="10080" y="20221"/>
                    <a:pt x="7200" y="15626"/>
                    <a:pt x="5760" y="11489"/>
                  </a:cubicBezTo>
                  <a:cubicBezTo>
                    <a:pt x="4320" y="7353"/>
                    <a:pt x="4320" y="3677"/>
                    <a:pt x="432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0" name="Línea"/>
            <p:cNvSpPr/>
            <p:nvPr/>
          </p:nvSpPr>
          <p:spPr>
            <a:xfrm>
              <a:off x="17697601" y="1455840"/>
              <a:ext cx="359235" cy="302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32" y="18900"/>
                    <a:pt x="6063" y="16200"/>
                    <a:pt x="9663" y="12600"/>
                  </a:cubicBezTo>
                  <a:cubicBezTo>
                    <a:pt x="13263" y="9000"/>
                    <a:pt x="17432" y="45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1" name="Línea"/>
            <p:cNvSpPr/>
            <p:nvPr/>
          </p:nvSpPr>
          <p:spPr>
            <a:xfrm>
              <a:off x="17778280" y="1512561"/>
              <a:ext cx="165114" cy="4712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9" h="21251" fill="norm" stroke="1" extrusionOk="0">
                  <a:moveTo>
                    <a:pt x="20959" y="0"/>
                  </a:moveTo>
                  <a:cubicBezTo>
                    <a:pt x="20159" y="3126"/>
                    <a:pt x="19359" y="6253"/>
                    <a:pt x="18559" y="8526"/>
                  </a:cubicBezTo>
                  <a:cubicBezTo>
                    <a:pt x="17759" y="10800"/>
                    <a:pt x="16959" y="12221"/>
                    <a:pt x="15359" y="13926"/>
                  </a:cubicBezTo>
                  <a:cubicBezTo>
                    <a:pt x="13759" y="15632"/>
                    <a:pt x="11359" y="17621"/>
                    <a:pt x="10159" y="17905"/>
                  </a:cubicBezTo>
                  <a:cubicBezTo>
                    <a:pt x="8959" y="18189"/>
                    <a:pt x="8959" y="16768"/>
                    <a:pt x="9359" y="15347"/>
                  </a:cubicBezTo>
                  <a:cubicBezTo>
                    <a:pt x="9759" y="13926"/>
                    <a:pt x="10559" y="12505"/>
                    <a:pt x="11359" y="11084"/>
                  </a:cubicBezTo>
                  <a:cubicBezTo>
                    <a:pt x="12159" y="9663"/>
                    <a:pt x="12959" y="8242"/>
                    <a:pt x="14159" y="8384"/>
                  </a:cubicBezTo>
                  <a:cubicBezTo>
                    <a:pt x="15359" y="8526"/>
                    <a:pt x="16959" y="10232"/>
                    <a:pt x="17759" y="11795"/>
                  </a:cubicBezTo>
                  <a:cubicBezTo>
                    <a:pt x="18559" y="13358"/>
                    <a:pt x="18559" y="14779"/>
                    <a:pt x="18559" y="16200"/>
                  </a:cubicBezTo>
                  <a:cubicBezTo>
                    <a:pt x="18559" y="17621"/>
                    <a:pt x="18559" y="19042"/>
                    <a:pt x="17359" y="19184"/>
                  </a:cubicBezTo>
                  <a:cubicBezTo>
                    <a:pt x="16159" y="19326"/>
                    <a:pt x="13759" y="18189"/>
                    <a:pt x="12559" y="16484"/>
                  </a:cubicBezTo>
                  <a:cubicBezTo>
                    <a:pt x="11359" y="14779"/>
                    <a:pt x="11359" y="12505"/>
                    <a:pt x="10959" y="12079"/>
                  </a:cubicBezTo>
                  <a:cubicBezTo>
                    <a:pt x="10559" y="11653"/>
                    <a:pt x="9759" y="13074"/>
                    <a:pt x="8959" y="14495"/>
                  </a:cubicBezTo>
                  <a:cubicBezTo>
                    <a:pt x="8159" y="15916"/>
                    <a:pt x="7359" y="17337"/>
                    <a:pt x="6559" y="18758"/>
                  </a:cubicBezTo>
                  <a:cubicBezTo>
                    <a:pt x="5759" y="20179"/>
                    <a:pt x="4959" y="21600"/>
                    <a:pt x="3359" y="21174"/>
                  </a:cubicBezTo>
                  <a:cubicBezTo>
                    <a:pt x="1759" y="20747"/>
                    <a:pt x="-641" y="18474"/>
                    <a:pt x="159" y="17905"/>
                  </a:cubicBezTo>
                  <a:cubicBezTo>
                    <a:pt x="959" y="17337"/>
                    <a:pt x="4959" y="18474"/>
                    <a:pt x="8959" y="19611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2" name="Línea"/>
            <p:cNvSpPr/>
            <p:nvPr/>
          </p:nvSpPr>
          <p:spPr>
            <a:xfrm>
              <a:off x="18056835" y="1550375"/>
              <a:ext cx="37815" cy="491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3" name="Línea"/>
            <p:cNvSpPr/>
            <p:nvPr/>
          </p:nvSpPr>
          <p:spPr>
            <a:xfrm>
              <a:off x="18000113" y="1663817"/>
              <a:ext cx="31513" cy="192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fill="norm" stroke="1" extrusionOk="0">
                  <a:moveTo>
                    <a:pt x="12960" y="0"/>
                  </a:moveTo>
                  <a:cubicBezTo>
                    <a:pt x="17280" y="3484"/>
                    <a:pt x="21600" y="6968"/>
                    <a:pt x="21600" y="11497"/>
                  </a:cubicBezTo>
                  <a:cubicBezTo>
                    <a:pt x="21600" y="16026"/>
                    <a:pt x="17280" y="21600"/>
                    <a:pt x="12960" y="21252"/>
                  </a:cubicBezTo>
                  <a:cubicBezTo>
                    <a:pt x="8640" y="20903"/>
                    <a:pt x="4320" y="14632"/>
                    <a:pt x="0" y="8361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4" name="Línea"/>
            <p:cNvSpPr/>
            <p:nvPr/>
          </p:nvSpPr>
          <p:spPr>
            <a:xfrm>
              <a:off x="17773229" y="1550375"/>
              <a:ext cx="302513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5" name="Línea"/>
            <p:cNvSpPr/>
            <p:nvPr/>
          </p:nvSpPr>
          <p:spPr>
            <a:xfrm>
              <a:off x="17565253" y="1493654"/>
              <a:ext cx="264698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6" name="Línea"/>
            <p:cNvSpPr/>
            <p:nvPr/>
          </p:nvSpPr>
          <p:spPr>
            <a:xfrm>
              <a:off x="17586976" y="1418026"/>
              <a:ext cx="365437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4" h="21600" fill="norm" stroke="1" extrusionOk="0">
                  <a:moveTo>
                    <a:pt x="14959" y="0"/>
                  </a:moveTo>
                  <a:cubicBezTo>
                    <a:pt x="10639" y="4800"/>
                    <a:pt x="6319" y="9600"/>
                    <a:pt x="3619" y="12960"/>
                  </a:cubicBezTo>
                  <a:cubicBezTo>
                    <a:pt x="919" y="16320"/>
                    <a:pt x="-161" y="18240"/>
                    <a:pt x="19" y="18480"/>
                  </a:cubicBezTo>
                  <a:cubicBezTo>
                    <a:pt x="199" y="18720"/>
                    <a:pt x="1639" y="17280"/>
                    <a:pt x="4159" y="15360"/>
                  </a:cubicBezTo>
                  <a:cubicBezTo>
                    <a:pt x="6679" y="13440"/>
                    <a:pt x="10279" y="11040"/>
                    <a:pt x="13519" y="9120"/>
                  </a:cubicBezTo>
                  <a:cubicBezTo>
                    <a:pt x="16759" y="7200"/>
                    <a:pt x="19639" y="5760"/>
                    <a:pt x="20539" y="7920"/>
                  </a:cubicBezTo>
                  <a:cubicBezTo>
                    <a:pt x="21439" y="10080"/>
                    <a:pt x="20359" y="15840"/>
                    <a:pt x="19279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7" name="Línea"/>
            <p:cNvSpPr/>
            <p:nvPr/>
          </p:nvSpPr>
          <p:spPr>
            <a:xfrm>
              <a:off x="17735415" y="1191142"/>
              <a:ext cx="139088" cy="4481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6" h="21332" fill="norm" stroke="1" extrusionOk="0">
                  <a:moveTo>
                    <a:pt x="19722" y="0"/>
                  </a:moveTo>
                  <a:cubicBezTo>
                    <a:pt x="20661" y="1500"/>
                    <a:pt x="21600" y="3000"/>
                    <a:pt x="19252" y="6000"/>
                  </a:cubicBezTo>
                  <a:cubicBezTo>
                    <a:pt x="16904" y="9000"/>
                    <a:pt x="11270" y="13500"/>
                    <a:pt x="7513" y="16650"/>
                  </a:cubicBezTo>
                  <a:cubicBezTo>
                    <a:pt x="3757" y="19800"/>
                    <a:pt x="1878" y="21600"/>
                    <a:pt x="939" y="21300"/>
                  </a:cubicBezTo>
                  <a:cubicBezTo>
                    <a:pt x="0" y="21000"/>
                    <a:pt x="0" y="18600"/>
                    <a:pt x="0" y="17400"/>
                  </a:cubicBezTo>
                  <a:cubicBezTo>
                    <a:pt x="0" y="16200"/>
                    <a:pt x="0" y="16200"/>
                    <a:pt x="0" y="162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8" name="Línea"/>
            <p:cNvSpPr/>
            <p:nvPr/>
          </p:nvSpPr>
          <p:spPr>
            <a:xfrm>
              <a:off x="17552647" y="1235984"/>
              <a:ext cx="321420" cy="361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4" fill="norm" stroke="1" extrusionOk="0">
                  <a:moveTo>
                    <a:pt x="3388" y="6182"/>
                  </a:moveTo>
                  <a:cubicBezTo>
                    <a:pt x="3812" y="9843"/>
                    <a:pt x="4235" y="13504"/>
                    <a:pt x="4447" y="16250"/>
                  </a:cubicBezTo>
                  <a:cubicBezTo>
                    <a:pt x="4659" y="18995"/>
                    <a:pt x="4659" y="20826"/>
                    <a:pt x="4024" y="21009"/>
                  </a:cubicBezTo>
                  <a:cubicBezTo>
                    <a:pt x="3388" y="21192"/>
                    <a:pt x="2118" y="19728"/>
                    <a:pt x="1271" y="17531"/>
                  </a:cubicBezTo>
                  <a:cubicBezTo>
                    <a:pt x="424" y="15334"/>
                    <a:pt x="0" y="12406"/>
                    <a:pt x="0" y="11856"/>
                  </a:cubicBezTo>
                  <a:cubicBezTo>
                    <a:pt x="0" y="11307"/>
                    <a:pt x="424" y="13138"/>
                    <a:pt x="1694" y="13687"/>
                  </a:cubicBezTo>
                  <a:cubicBezTo>
                    <a:pt x="2965" y="14236"/>
                    <a:pt x="5082" y="13504"/>
                    <a:pt x="7835" y="11856"/>
                  </a:cubicBezTo>
                  <a:cubicBezTo>
                    <a:pt x="10588" y="10209"/>
                    <a:pt x="13976" y="7646"/>
                    <a:pt x="16729" y="5267"/>
                  </a:cubicBezTo>
                  <a:cubicBezTo>
                    <a:pt x="19482" y="2887"/>
                    <a:pt x="21600" y="690"/>
                    <a:pt x="21600" y="141"/>
                  </a:cubicBezTo>
                  <a:cubicBezTo>
                    <a:pt x="21600" y="-408"/>
                    <a:pt x="19482" y="690"/>
                    <a:pt x="15882" y="2704"/>
                  </a:cubicBezTo>
                  <a:cubicBezTo>
                    <a:pt x="12282" y="4717"/>
                    <a:pt x="7200" y="7646"/>
                    <a:pt x="2118" y="10575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89" name="Línea"/>
            <p:cNvSpPr/>
            <p:nvPr/>
          </p:nvSpPr>
          <p:spPr>
            <a:xfrm>
              <a:off x="17829950" y="1039885"/>
              <a:ext cx="1890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0" name="Línea"/>
            <p:cNvSpPr/>
            <p:nvPr/>
          </p:nvSpPr>
          <p:spPr>
            <a:xfrm>
              <a:off x="17546346" y="1153327"/>
              <a:ext cx="434861" cy="2079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1" name="Línea"/>
            <p:cNvSpPr/>
            <p:nvPr/>
          </p:nvSpPr>
          <p:spPr>
            <a:xfrm>
              <a:off x="17187112" y="3195285"/>
              <a:ext cx="18908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2" name="Línea"/>
            <p:cNvSpPr/>
            <p:nvPr/>
          </p:nvSpPr>
          <p:spPr>
            <a:xfrm>
              <a:off x="17187112" y="3195285"/>
              <a:ext cx="5672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3" name="Línea"/>
            <p:cNvSpPr/>
            <p:nvPr/>
          </p:nvSpPr>
          <p:spPr>
            <a:xfrm>
              <a:off x="16960228" y="3176378"/>
              <a:ext cx="18908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4" name="Línea"/>
            <p:cNvSpPr/>
            <p:nvPr/>
          </p:nvSpPr>
          <p:spPr>
            <a:xfrm>
              <a:off x="16808972" y="3214192"/>
              <a:ext cx="18907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5" name="Línea"/>
            <p:cNvSpPr/>
            <p:nvPr/>
          </p:nvSpPr>
          <p:spPr>
            <a:xfrm>
              <a:off x="16619901" y="3195285"/>
              <a:ext cx="75629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6" name="Línea"/>
            <p:cNvSpPr/>
            <p:nvPr/>
          </p:nvSpPr>
          <p:spPr>
            <a:xfrm>
              <a:off x="16487553" y="3214192"/>
              <a:ext cx="18907" cy="1"/>
            </a:xfrm>
            <a:prstGeom prst="ellipse">
              <a:avLst/>
            </a:pr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7" name="Línea"/>
            <p:cNvSpPr/>
            <p:nvPr/>
          </p:nvSpPr>
          <p:spPr>
            <a:xfrm>
              <a:off x="17357275" y="2722610"/>
              <a:ext cx="7562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8" name="Línea"/>
            <p:cNvSpPr/>
            <p:nvPr/>
          </p:nvSpPr>
          <p:spPr>
            <a:xfrm>
              <a:off x="17035856" y="2760424"/>
              <a:ext cx="94536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199" name="Línea"/>
            <p:cNvSpPr/>
            <p:nvPr/>
          </p:nvSpPr>
          <p:spPr>
            <a:xfrm>
              <a:off x="16808972" y="2779331"/>
              <a:ext cx="113442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0" name="Línea"/>
            <p:cNvSpPr/>
            <p:nvPr/>
          </p:nvSpPr>
          <p:spPr>
            <a:xfrm>
              <a:off x="16544273" y="2817145"/>
              <a:ext cx="113444" cy="56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1" name="Línea"/>
            <p:cNvSpPr/>
            <p:nvPr/>
          </p:nvSpPr>
          <p:spPr>
            <a:xfrm>
              <a:off x="-2381650" y="5010359"/>
              <a:ext cx="56723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800" y="3264"/>
                    <a:pt x="9600" y="6528"/>
                    <a:pt x="13200" y="9648"/>
                  </a:cubicBezTo>
                  <a:cubicBezTo>
                    <a:pt x="16800" y="12768"/>
                    <a:pt x="19200" y="15744"/>
                    <a:pt x="20400" y="17712"/>
                  </a:cubicBezTo>
                  <a:cubicBezTo>
                    <a:pt x="21600" y="19680"/>
                    <a:pt x="21600" y="2064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2" name="Línea"/>
            <p:cNvSpPr/>
            <p:nvPr/>
          </p:nvSpPr>
          <p:spPr>
            <a:xfrm>
              <a:off x="-2419463" y="6333850"/>
              <a:ext cx="1758353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510" y="1800"/>
                    <a:pt x="17419" y="3600"/>
                    <a:pt x="15600" y="3600"/>
                  </a:cubicBezTo>
                  <a:cubicBezTo>
                    <a:pt x="13781" y="3600"/>
                    <a:pt x="12232" y="1800"/>
                    <a:pt x="10529" y="3600"/>
                  </a:cubicBezTo>
                  <a:cubicBezTo>
                    <a:pt x="8826" y="5400"/>
                    <a:pt x="6968" y="10800"/>
                    <a:pt x="5187" y="14400"/>
                  </a:cubicBezTo>
                  <a:cubicBezTo>
                    <a:pt x="3406" y="18000"/>
                    <a:pt x="1703" y="19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3" name="Línea"/>
            <p:cNvSpPr/>
            <p:nvPr/>
          </p:nvSpPr>
          <p:spPr>
            <a:xfrm>
              <a:off x="-2211486" y="5974616"/>
              <a:ext cx="794095" cy="397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86" y="686"/>
                    <a:pt x="18171" y="1371"/>
                    <a:pt x="16029" y="3429"/>
                  </a:cubicBezTo>
                  <a:cubicBezTo>
                    <a:pt x="13886" y="5486"/>
                    <a:pt x="11314" y="8914"/>
                    <a:pt x="8571" y="12171"/>
                  </a:cubicBezTo>
                  <a:cubicBezTo>
                    <a:pt x="5829" y="15429"/>
                    <a:pt x="2914" y="18514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4" name="Línea"/>
            <p:cNvSpPr/>
            <p:nvPr/>
          </p:nvSpPr>
          <p:spPr>
            <a:xfrm>
              <a:off x="-1530834" y="5898988"/>
              <a:ext cx="194080" cy="1701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7" h="21600" fill="norm" stroke="1" extrusionOk="0">
                  <a:moveTo>
                    <a:pt x="0" y="0"/>
                  </a:moveTo>
                  <a:cubicBezTo>
                    <a:pt x="7855" y="3200"/>
                    <a:pt x="15709" y="6400"/>
                    <a:pt x="18655" y="10000"/>
                  </a:cubicBezTo>
                  <a:cubicBezTo>
                    <a:pt x="21600" y="13600"/>
                    <a:pt x="19636" y="17600"/>
                    <a:pt x="17673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5" name="Línea"/>
            <p:cNvSpPr/>
            <p:nvPr/>
          </p:nvSpPr>
          <p:spPr>
            <a:xfrm>
              <a:off x="-1398485" y="5993524"/>
              <a:ext cx="75629" cy="1134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6" name="Línea"/>
            <p:cNvSpPr/>
            <p:nvPr/>
          </p:nvSpPr>
          <p:spPr>
            <a:xfrm>
              <a:off x="-2268207" y="5166673"/>
              <a:ext cx="1057289" cy="1167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507" fill="norm" stroke="1" extrusionOk="0">
                  <a:moveTo>
                    <a:pt x="0" y="21507"/>
                  </a:moveTo>
                  <a:cubicBezTo>
                    <a:pt x="1800" y="19417"/>
                    <a:pt x="3600" y="17326"/>
                    <a:pt x="5464" y="15468"/>
                  </a:cubicBezTo>
                  <a:cubicBezTo>
                    <a:pt x="7329" y="13610"/>
                    <a:pt x="9257" y="11984"/>
                    <a:pt x="11314" y="10126"/>
                  </a:cubicBezTo>
                  <a:cubicBezTo>
                    <a:pt x="13371" y="8268"/>
                    <a:pt x="15557" y="6178"/>
                    <a:pt x="17100" y="4668"/>
                  </a:cubicBezTo>
                  <a:cubicBezTo>
                    <a:pt x="18643" y="3159"/>
                    <a:pt x="19543" y="2230"/>
                    <a:pt x="20186" y="1533"/>
                  </a:cubicBezTo>
                  <a:cubicBezTo>
                    <a:pt x="20829" y="836"/>
                    <a:pt x="21214" y="372"/>
                    <a:pt x="21086" y="255"/>
                  </a:cubicBezTo>
                  <a:cubicBezTo>
                    <a:pt x="20957" y="139"/>
                    <a:pt x="20314" y="372"/>
                    <a:pt x="19671" y="604"/>
                  </a:cubicBezTo>
                  <a:cubicBezTo>
                    <a:pt x="19029" y="836"/>
                    <a:pt x="18386" y="1068"/>
                    <a:pt x="18386" y="1068"/>
                  </a:cubicBezTo>
                  <a:cubicBezTo>
                    <a:pt x="18386" y="1068"/>
                    <a:pt x="19029" y="836"/>
                    <a:pt x="19671" y="546"/>
                  </a:cubicBezTo>
                  <a:cubicBezTo>
                    <a:pt x="20314" y="255"/>
                    <a:pt x="20957" y="-93"/>
                    <a:pt x="21279" y="23"/>
                  </a:cubicBezTo>
                  <a:cubicBezTo>
                    <a:pt x="21600" y="139"/>
                    <a:pt x="21600" y="720"/>
                    <a:pt x="21536" y="1301"/>
                  </a:cubicBezTo>
                  <a:cubicBezTo>
                    <a:pt x="21471" y="1881"/>
                    <a:pt x="21343" y="2462"/>
                    <a:pt x="21214" y="3042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7" name="Línea"/>
            <p:cNvSpPr/>
            <p:nvPr/>
          </p:nvSpPr>
          <p:spPr>
            <a:xfrm>
              <a:off x="-2956137" y="5542120"/>
              <a:ext cx="669024" cy="8484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9" h="21540" fill="norm" stroke="1" extrusionOk="0">
                  <a:moveTo>
                    <a:pt x="21429" y="21540"/>
                  </a:moveTo>
                  <a:cubicBezTo>
                    <a:pt x="19410" y="19620"/>
                    <a:pt x="17392" y="17700"/>
                    <a:pt x="15272" y="15620"/>
                  </a:cubicBezTo>
                  <a:cubicBezTo>
                    <a:pt x="13152" y="13540"/>
                    <a:pt x="10932" y="11300"/>
                    <a:pt x="9014" y="9140"/>
                  </a:cubicBezTo>
                  <a:cubicBezTo>
                    <a:pt x="7096" y="6980"/>
                    <a:pt x="5481" y="4900"/>
                    <a:pt x="4270" y="3620"/>
                  </a:cubicBezTo>
                  <a:cubicBezTo>
                    <a:pt x="3059" y="2340"/>
                    <a:pt x="2251" y="1860"/>
                    <a:pt x="1646" y="2020"/>
                  </a:cubicBezTo>
                  <a:cubicBezTo>
                    <a:pt x="1040" y="2180"/>
                    <a:pt x="636" y="2980"/>
                    <a:pt x="536" y="3940"/>
                  </a:cubicBezTo>
                  <a:cubicBezTo>
                    <a:pt x="435" y="4900"/>
                    <a:pt x="636" y="6020"/>
                    <a:pt x="737" y="6180"/>
                  </a:cubicBezTo>
                  <a:cubicBezTo>
                    <a:pt x="838" y="6340"/>
                    <a:pt x="838" y="5540"/>
                    <a:pt x="737" y="4740"/>
                  </a:cubicBezTo>
                  <a:cubicBezTo>
                    <a:pt x="636" y="3940"/>
                    <a:pt x="435" y="3140"/>
                    <a:pt x="233" y="2340"/>
                  </a:cubicBezTo>
                  <a:cubicBezTo>
                    <a:pt x="31" y="1540"/>
                    <a:pt x="-171" y="740"/>
                    <a:pt x="233" y="340"/>
                  </a:cubicBezTo>
                  <a:cubicBezTo>
                    <a:pt x="636" y="-60"/>
                    <a:pt x="1646" y="-60"/>
                    <a:pt x="2857" y="100"/>
                  </a:cubicBezTo>
                  <a:cubicBezTo>
                    <a:pt x="4068" y="260"/>
                    <a:pt x="5481" y="580"/>
                    <a:pt x="6894" y="9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8" name="Línea"/>
            <p:cNvSpPr/>
            <p:nvPr/>
          </p:nvSpPr>
          <p:spPr>
            <a:xfrm>
              <a:off x="1110799" y="6233966"/>
              <a:ext cx="56722" cy="14180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800" y="3264"/>
                    <a:pt x="9600" y="6528"/>
                    <a:pt x="13200" y="9648"/>
                  </a:cubicBezTo>
                  <a:cubicBezTo>
                    <a:pt x="16800" y="12768"/>
                    <a:pt x="19200" y="15744"/>
                    <a:pt x="20400" y="17712"/>
                  </a:cubicBezTo>
                  <a:cubicBezTo>
                    <a:pt x="21600" y="19680"/>
                    <a:pt x="21600" y="2064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09" name="Línea"/>
            <p:cNvSpPr/>
            <p:nvPr/>
          </p:nvSpPr>
          <p:spPr>
            <a:xfrm>
              <a:off x="1072985" y="7557457"/>
              <a:ext cx="1758354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510" y="1800"/>
                    <a:pt x="17419" y="3600"/>
                    <a:pt x="15600" y="3600"/>
                  </a:cubicBezTo>
                  <a:cubicBezTo>
                    <a:pt x="13781" y="3600"/>
                    <a:pt x="12232" y="1800"/>
                    <a:pt x="10529" y="3600"/>
                  </a:cubicBezTo>
                  <a:cubicBezTo>
                    <a:pt x="8826" y="5400"/>
                    <a:pt x="6968" y="10800"/>
                    <a:pt x="5187" y="14400"/>
                  </a:cubicBezTo>
                  <a:cubicBezTo>
                    <a:pt x="3406" y="18000"/>
                    <a:pt x="1703" y="198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0" name="Línea"/>
            <p:cNvSpPr/>
            <p:nvPr/>
          </p:nvSpPr>
          <p:spPr>
            <a:xfrm>
              <a:off x="1280962" y="7198223"/>
              <a:ext cx="794096" cy="3970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86" y="686"/>
                    <a:pt x="18171" y="1371"/>
                    <a:pt x="16029" y="3429"/>
                  </a:cubicBezTo>
                  <a:cubicBezTo>
                    <a:pt x="13886" y="5486"/>
                    <a:pt x="11314" y="8914"/>
                    <a:pt x="8571" y="12171"/>
                  </a:cubicBezTo>
                  <a:cubicBezTo>
                    <a:pt x="5829" y="15429"/>
                    <a:pt x="2914" y="18514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1" name="Línea"/>
            <p:cNvSpPr/>
            <p:nvPr/>
          </p:nvSpPr>
          <p:spPr>
            <a:xfrm>
              <a:off x="1961615" y="7122595"/>
              <a:ext cx="194080" cy="170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57" h="21600" fill="norm" stroke="1" extrusionOk="0">
                  <a:moveTo>
                    <a:pt x="0" y="0"/>
                  </a:moveTo>
                  <a:cubicBezTo>
                    <a:pt x="7855" y="3200"/>
                    <a:pt x="15709" y="6400"/>
                    <a:pt x="18655" y="10000"/>
                  </a:cubicBezTo>
                  <a:cubicBezTo>
                    <a:pt x="21600" y="13600"/>
                    <a:pt x="19636" y="17600"/>
                    <a:pt x="17673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2" name="Línea"/>
            <p:cNvSpPr/>
            <p:nvPr/>
          </p:nvSpPr>
          <p:spPr>
            <a:xfrm>
              <a:off x="2093964" y="7217130"/>
              <a:ext cx="75629" cy="1134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3" name="Línea"/>
            <p:cNvSpPr/>
            <p:nvPr/>
          </p:nvSpPr>
          <p:spPr>
            <a:xfrm>
              <a:off x="1224241" y="6390280"/>
              <a:ext cx="1057290" cy="1167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507" fill="norm" stroke="1" extrusionOk="0">
                  <a:moveTo>
                    <a:pt x="0" y="21507"/>
                  </a:moveTo>
                  <a:cubicBezTo>
                    <a:pt x="1800" y="19417"/>
                    <a:pt x="3600" y="17326"/>
                    <a:pt x="5464" y="15468"/>
                  </a:cubicBezTo>
                  <a:cubicBezTo>
                    <a:pt x="7329" y="13610"/>
                    <a:pt x="9257" y="11984"/>
                    <a:pt x="11314" y="10126"/>
                  </a:cubicBezTo>
                  <a:cubicBezTo>
                    <a:pt x="13371" y="8268"/>
                    <a:pt x="15557" y="6178"/>
                    <a:pt x="17100" y="4668"/>
                  </a:cubicBezTo>
                  <a:cubicBezTo>
                    <a:pt x="18643" y="3159"/>
                    <a:pt x="19543" y="2230"/>
                    <a:pt x="20186" y="1533"/>
                  </a:cubicBezTo>
                  <a:cubicBezTo>
                    <a:pt x="20829" y="836"/>
                    <a:pt x="21214" y="372"/>
                    <a:pt x="21086" y="255"/>
                  </a:cubicBezTo>
                  <a:cubicBezTo>
                    <a:pt x="20957" y="139"/>
                    <a:pt x="20314" y="372"/>
                    <a:pt x="19671" y="604"/>
                  </a:cubicBezTo>
                  <a:cubicBezTo>
                    <a:pt x="19029" y="836"/>
                    <a:pt x="18386" y="1068"/>
                    <a:pt x="18386" y="1068"/>
                  </a:cubicBezTo>
                  <a:cubicBezTo>
                    <a:pt x="18386" y="1068"/>
                    <a:pt x="19029" y="836"/>
                    <a:pt x="19671" y="546"/>
                  </a:cubicBezTo>
                  <a:cubicBezTo>
                    <a:pt x="20314" y="255"/>
                    <a:pt x="20957" y="-93"/>
                    <a:pt x="21279" y="23"/>
                  </a:cubicBezTo>
                  <a:cubicBezTo>
                    <a:pt x="21600" y="139"/>
                    <a:pt x="21600" y="720"/>
                    <a:pt x="21536" y="1301"/>
                  </a:cubicBezTo>
                  <a:cubicBezTo>
                    <a:pt x="21471" y="1881"/>
                    <a:pt x="21343" y="2462"/>
                    <a:pt x="21214" y="3042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4" name="Línea"/>
            <p:cNvSpPr/>
            <p:nvPr/>
          </p:nvSpPr>
          <p:spPr>
            <a:xfrm>
              <a:off x="964892" y="7411549"/>
              <a:ext cx="151257" cy="151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5" name="Línea"/>
            <p:cNvSpPr/>
            <p:nvPr/>
          </p:nvSpPr>
          <p:spPr>
            <a:xfrm>
              <a:off x="681287" y="7184666"/>
              <a:ext cx="75629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6" name="Línea"/>
            <p:cNvSpPr/>
            <p:nvPr/>
          </p:nvSpPr>
          <p:spPr>
            <a:xfrm>
              <a:off x="322054" y="6901060"/>
              <a:ext cx="75629" cy="756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7" name="Línea"/>
            <p:cNvSpPr/>
            <p:nvPr/>
          </p:nvSpPr>
          <p:spPr>
            <a:xfrm>
              <a:off x="265333" y="6834125"/>
              <a:ext cx="207978" cy="1866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7" fill="norm" stroke="1" extrusionOk="0">
                  <a:moveTo>
                    <a:pt x="0" y="3327"/>
                  </a:moveTo>
                  <a:cubicBezTo>
                    <a:pt x="0" y="6927"/>
                    <a:pt x="0" y="10527"/>
                    <a:pt x="327" y="14127"/>
                  </a:cubicBezTo>
                  <a:cubicBezTo>
                    <a:pt x="655" y="17727"/>
                    <a:pt x="1309" y="21327"/>
                    <a:pt x="1636" y="21327"/>
                  </a:cubicBezTo>
                  <a:cubicBezTo>
                    <a:pt x="1964" y="21327"/>
                    <a:pt x="1964" y="17727"/>
                    <a:pt x="1964" y="13767"/>
                  </a:cubicBezTo>
                  <a:cubicBezTo>
                    <a:pt x="1964" y="9807"/>
                    <a:pt x="1964" y="5487"/>
                    <a:pt x="3600" y="2967"/>
                  </a:cubicBezTo>
                  <a:cubicBezTo>
                    <a:pt x="5236" y="447"/>
                    <a:pt x="8509" y="-273"/>
                    <a:pt x="11782" y="87"/>
                  </a:cubicBezTo>
                  <a:cubicBezTo>
                    <a:pt x="15055" y="447"/>
                    <a:pt x="18327" y="1887"/>
                    <a:pt x="19964" y="2607"/>
                  </a:cubicBezTo>
                  <a:cubicBezTo>
                    <a:pt x="21600" y="3327"/>
                    <a:pt x="21600" y="3327"/>
                    <a:pt x="21600" y="3327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8" name="Línea"/>
            <p:cNvSpPr/>
            <p:nvPr/>
          </p:nvSpPr>
          <p:spPr>
            <a:xfrm>
              <a:off x="1210684" y="6560734"/>
              <a:ext cx="264699" cy="1039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8982"/>
                    <a:pt x="4114" y="16364"/>
                    <a:pt x="6686" y="13680"/>
                  </a:cubicBezTo>
                  <a:cubicBezTo>
                    <a:pt x="9257" y="10996"/>
                    <a:pt x="12343" y="8247"/>
                    <a:pt x="14914" y="5956"/>
                  </a:cubicBezTo>
                  <a:cubicBezTo>
                    <a:pt x="17486" y="3665"/>
                    <a:pt x="19543" y="1833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19" name="Línea"/>
            <p:cNvSpPr/>
            <p:nvPr/>
          </p:nvSpPr>
          <p:spPr>
            <a:xfrm>
              <a:off x="1402562" y="6462831"/>
              <a:ext cx="185181" cy="3310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6" h="21410" fill="norm" stroke="1" extrusionOk="0">
                  <a:moveTo>
                    <a:pt x="16959" y="3885"/>
                  </a:moveTo>
                  <a:cubicBezTo>
                    <a:pt x="13359" y="4701"/>
                    <a:pt x="9759" y="5516"/>
                    <a:pt x="6519" y="6535"/>
                  </a:cubicBezTo>
                  <a:cubicBezTo>
                    <a:pt x="3279" y="7553"/>
                    <a:pt x="399" y="8776"/>
                    <a:pt x="39" y="8572"/>
                  </a:cubicBezTo>
                  <a:cubicBezTo>
                    <a:pt x="-321" y="8368"/>
                    <a:pt x="1839" y="6738"/>
                    <a:pt x="5079" y="4701"/>
                  </a:cubicBezTo>
                  <a:cubicBezTo>
                    <a:pt x="8319" y="2663"/>
                    <a:pt x="12639" y="218"/>
                    <a:pt x="15159" y="14"/>
                  </a:cubicBezTo>
                  <a:cubicBezTo>
                    <a:pt x="17679" y="-190"/>
                    <a:pt x="18399" y="1848"/>
                    <a:pt x="19119" y="5108"/>
                  </a:cubicBezTo>
                  <a:cubicBezTo>
                    <a:pt x="19839" y="8368"/>
                    <a:pt x="20559" y="12852"/>
                    <a:pt x="20919" y="16112"/>
                  </a:cubicBezTo>
                  <a:cubicBezTo>
                    <a:pt x="21279" y="19372"/>
                    <a:pt x="21279" y="21410"/>
                    <a:pt x="20559" y="21410"/>
                  </a:cubicBezTo>
                  <a:cubicBezTo>
                    <a:pt x="19839" y="21410"/>
                    <a:pt x="18399" y="19372"/>
                    <a:pt x="17319" y="16316"/>
                  </a:cubicBezTo>
                  <a:cubicBezTo>
                    <a:pt x="16239" y="13259"/>
                    <a:pt x="15519" y="9184"/>
                    <a:pt x="15159" y="6127"/>
                  </a:cubicBezTo>
                  <a:cubicBezTo>
                    <a:pt x="14799" y="3070"/>
                    <a:pt x="14799" y="1033"/>
                    <a:pt x="14079" y="1033"/>
                  </a:cubicBezTo>
                  <a:cubicBezTo>
                    <a:pt x="13359" y="1033"/>
                    <a:pt x="11919" y="3070"/>
                    <a:pt x="10839" y="5108"/>
                  </a:cubicBezTo>
                  <a:cubicBezTo>
                    <a:pt x="9759" y="7146"/>
                    <a:pt x="9039" y="9184"/>
                    <a:pt x="8679" y="11425"/>
                  </a:cubicBezTo>
                  <a:cubicBezTo>
                    <a:pt x="8319" y="13667"/>
                    <a:pt x="8319" y="16112"/>
                    <a:pt x="8679" y="16316"/>
                  </a:cubicBezTo>
                  <a:cubicBezTo>
                    <a:pt x="9039" y="16519"/>
                    <a:pt x="9759" y="14482"/>
                    <a:pt x="10479" y="12444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0" name="Línea"/>
            <p:cNvSpPr/>
            <p:nvPr/>
          </p:nvSpPr>
          <p:spPr>
            <a:xfrm>
              <a:off x="1367548" y="6541827"/>
              <a:ext cx="164556" cy="1890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88" h="21600" fill="norm" stroke="1" extrusionOk="0">
                  <a:moveTo>
                    <a:pt x="20888" y="21600"/>
                  </a:moveTo>
                  <a:cubicBezTo>
                    <a:pt x="16888" y="20160"/>
                    <a:pt x="12888" y="18720"/>
                    <a:pt x="8488" y="16920"/>
                  </a:cubicBezTo>
                  <a:cubicBezTo>
                    <a:pt x="4088" y="15120"/>
                    <a:pt x="-712" y="12960"/>
                    <a:pt x="88" y="10080"/>
                  </a:cubicBezTo>
                  <a:cubicBezTo>
                    <a:pt x="888" y="7200"/>
                    <a:pt x="7288" y="3600"/>
                    <a:pt x="13688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1" name="Línea"/>
            <p:cNvSpPr/>
            <p:nvPr/>
          </p:nvSpPr>
          <p:spPr>
            <a:xfrm>
              <a:off x="378775" y="6333850"/>
              <a:ext cx="1039886" cy="3403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196" y="3200"/>
                    <a:pt x="14793" y="6400"/>
                    <a:pt x="11782" y="9200"/>
                  </a:cubicBezTo>
                  <a:cubicBezTo>
                    <a:pt x="8771" y="12000"/>
                    <a:pt x="6153" y="14400"/>
                    <a:pt x="4255" y="16400"/>
                  </a:cubicBezTo>
                  <a:cubicBezTo>
                    <a:pt x="2356" y="18400"/>
                    <a:pt x="1178" y="200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2" name="Línea"/>
            <p:cNvSpPr/>
            <p:nvPr/>
          </p:nvSpPr>
          <p:spPr>
            <a:xfrm>
              <a:off x="1267405" y="6201501"/>
              <a:ext cx="135720" cy="2836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43" h="21600" fill="norm" stroke="1" extrusionOk="0">
                  <a:moveTo>
                    <a:pt x="2945" y="0"/>
                  </a:moveTo>
                  <a:cubicBezTo>
                    <a:pt x="5891" y="1920"/>
                    <a:pt x="8836" y="3840"/>
                    <a:pt x="12764" y="5040"/>
                  </a:cubicBezTo>
                  <a:cubicBezTo>
                    <a:pt x="16691" y="6240"/>
                    <a:pt x="21600" y="6720"/>
                    <a:pt x="21109" y="8400"/>
                  </a:cubicBezTo>
                  <a:cubicBezTo>
                    <a:pt x="20618" y="10080"/>
                    <a:pt x="14727" y="12960"/>
                    <a:pt x="10309" y="15360"/>
                  </a:cubicBezTo>
                  <a:cubicBezTo>
                    <a:pt x="5891" y="17760"/>
                    <a:pt x="2945" y="1968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3" name="Línea"/>
            <p:cNvSpPr/>
            <p:nvPr/>
          </p:nvSpPr>
          <p:spPr>
            <a:xfrm>
              <a:off x="6674811" y="8054388"/>
              <a:ext cx="132350" cy="15314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514" y="1956"/>
                    <a:pt x="15429" y="3911"/>
                    <a:pt x="12857" y="5778"/>
                  </a:cubicBezTo>
                  <a:cubicBezTo>
                    <a:pt x="10286" y="7644"/>
                    <a:pt x="8229" y="9422"/>
                    <a:pt x="6686" y="11200"/>
                  </a:cubicBezTo>
                  <a:cubicBezTo>
                    <a:pt x="5143" y="12978"/>
                    <a:pt x="4114" y="14756"/>
                    <a:pt x="3086" y="16489"/>
                  </a:cubicBezTo>
                  <a:cubicBezTo>
                    <a:pt x="2057" y="18222"/>
                    <a:pt x="1029" y="1991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4" name="Línea"/>
            <p:cNvSpPr/>
            <p:nvPr/>
          </p:nvSpPr>
          <p:spPr>
            <a:xfrm>
              <a:off x="5294599" y="9604764"/>
              <a:ext cx="1323492" cy="964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34" y="2118"/>
                    <a:pt x="16869" y="4235"/>
                    <a:pt x="14554" y="6424"/>
                  </a:cubicBezTo>
                  <a:cubicBezTo>
                    <a:pt x="12240" y="8612"/>
                    <a:pt x="9977" y="10871"/>
                    <a:pt x="8074" y="12776"/>
                  </a:cubicBezTo>
                  <a:cubicBezTo>
                    <a:pt x="6171" y="14682"/>
                    <a:pt x="4629" y="16235"/>
                    <a:pt x="3343" y="17647"/>
                  </a:cubicBezTo>
                  <a:cubicBezTo>
                    <a:pt x="2057" y="19059"/>
                    <a:pt x="1029" y="20329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5" name="Línea"/>
            <p:cNvSpPr/>
            <p:nvPr/>
          </p:nvSpPr>
          <p:spPr>
            <a:xfrm>
              <a:off x="6769346" y="9623670"/>
              <a:ext cx="1626005" cy="567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428" y="2640"/>
                    <a:pt x="4856" y="5280"/>
                    <a:pt x="7158" y="7680"/>
                  </a:cubicBezTo>
                  <a:cubicBezTo>
                    <a:pt x="9460" y="10080"/>
                    <a:pt x="11637" y="12240"/>
                    <a:pt x="13563" y="14160"/>
                  </a:cubicBezTo>
                  <a:cubicBezTo>
                    <a:pt x="15488" y="16080"/>
                    <a:pt x="17163" y="17760"/>
                    <a:pt x="18460" y="18960"/>
                  </a:cubicBezTo>
                  <a:cubicBezTo>
                    <a:pt x="19758" y="20160"/>
                    <a:pt x="20679" y="2088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6" name="Línea"/>
            <p:cNvSpPr/>
            <p:nvPr/>
          </p:nvSpPr>
          <p:spPr>
            <a:xfrm>
              <a:off x="5445750" y="8564877"/>
              <a:ext cx="1247969" cy="1039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3" h="21600" fill="norm" stroke="1" extrusionOk="0">
                  <a:moveTo>
                    <a:pt x="21493" y="21600"/>
                  </a:moveTo>
                  <a:cubicBezTo>
                    <a:pt x="19105" y="19375"/>
                    <a:pt x="16717" y="17149"/>
                    <a:pt x="14926" y="15382"/>
                  </a:cubicBezTo>
                  <a:cubicBezTo>
                    <a:pt x="13135" y="13615"/>
                    <a:pt x="11941" y="12305"/>
                    <a:pt x="10802" y="10931"/>
                  </a:cubicBezTo>
                  <a:cubicBezTo>
                    <a:pt x="9662" y="9556"/>
                    <a:pt x="8576" y="8116"/>
                    <a:pt x="7328" y="6807"/>
                  </a:cubicBezTo>
                  <a:cubicBezTo>
                    <a:pt x="6080" y="5498"/>
                    <a:pt x="4669" y="4320"/>
                    <a:pt x="3746" y="3535"/>
                  </a:cubicBezTo>
                  <a:cubicBezTo>
                    <a:pt x="2824" y="2749"/>
                    <a:pt x="2389" y="2356"/>
                    <a:pt x="1955" y="2356"/>
                  </a:cubicBezTo>
                  <a:cubicBezTo>
                    <a:pt x="1521" y="2356"/>
                    <a:pt x="1087" y="2749"/>
                    <a:pt x="924" y="3273"/>
                  </a:cubicBezTo>
                  <a:cubicBezTo>
                    <a:pt x="761" y="3796"/>
                    <a:pt x="870" y="4451"/>
                    <a:pt x="1033" y="5171"/>
                  </a:cubicBezTo>
                  <a:cubicBezTo>
                    <a:pt x="1196" y="5891"/>
                    <a:pt x="1413" y="6676"/>
                    <a:pt x="1467" y="6742"/>
                  </a:cubicBezTo>
                  <a:cubicBezTo>
                    <a:pt x="1521" y="6807"/>
                    <a:pt x="1413" y="6153"/>
                    <a:pt x="1196" y="5498"/>
                  </a:cubicBezTo>
                  <a:cubicBezTo>
                    <a:pt x="978" y="4844"/>
                    <a:pt x="653" y="4189"/>
                    <a:pt x="381" y="3535"/>
                  </a:cubicBezTo>
                  <a:cubicBezTo>
                    <a:pt x="110" y="2880"/>
                    <a:pt x="-107" y="2225"/>
                    <a:pt x="56" y="1833"/>
                  </a:cubicBezTo>
                  <a:cubicBezTo>
                    <a:pt x="219" y="1440"/>
                    <a:pt x="761" y="1309"/>
                    <a:pt x="1684" y="1047"/>
                  </a:cubicBezTo>
                  <a:cubicBezTo>
                    <a:pt x="2607" y="785"/>
                    <a:pt x="3909" y="393"/>
                    <a:pt x="5212" y="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7" name="Línea"/>
            <p:cNvSpPr/>
            <p:nvPr/>
          </p:nvSpPr>
          <p:spPr>
            <a:xfrm>
              <a:off x="6826067" y="8640505"/>
              <a:ext cx="1191143" cy="907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857" y="18900"/>
                    <a:pt x="5714" y="16200"/>
                    <a:pt x="8171" y="13950"/>
                  </a:cubicBezTo>
                  <a:cubicBezTo>
                    <a:pt x="10629" y="11700"/>
                    <a:pt x="12686" y="9900"/>
                    <a:pt x="14743" y="7800"/>
                  </a:cubicBezTo>
                  <a:cubicBezTo>
                    <a:pt x="16800" y="5700"/>
                    <a:pt x="18857" y="3300"/>
                    <a:pt x="20000" y="1950"/>
                  </a:cubicBezTo>
                  <a:cubicBezTo>
                    <a:pt x="21143" y="600"/>
                    <a:pt x="21371" y="3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8" name="Línea"/>
            <p:cNvSpPr/>
            <p:nvPr/>
          </p:nvSpPr>
          <p:spPr>
            <a:xfrm>
              <a:off x="7799121" y="8597544"/>
              <a:ext cx="271298" cy="4021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63" h="21207" fill="norm" stroke="1" extrusionOk="0">
                  <a:moveTo>
                    <a:pt x="18050" y="2265"/>
                  </a:moveTo>
                  <a:cubicBezTo>
                    <a:pt x="9410" y="2265"/>
                    <a:pt x="770" y="2265"/>
                    <a:pt x="50" y="1933"/>
                  </a:cubicBezTo>
                  <a:cubicBezTo>
                    <a:pt x="-670" y="1601"/>
                    <a:pt x="6530" y="936"/>
                    <a:pt x="11330" y="438"/>
                  </a:cubicBezTo>
                  <a:cubicBezTo>
                    <a:pt x="16130" y="-61"/>
                    <a:pt x="18530" y="-393"/>
                    <a:pt x="19730" y="936"/>
                  </a:cubicBezTo>
                  <a:cubicBezTo>
                    <a:pt x="20930" y="2265"/>
                    <a:pt x="20930" y="5256"/>
                    <a:pt x="19970" y="8912"/>
                  </a:cubicBezTo>
                  <a:cubicBezTo>
                    <a:pt x="19010" y="12567"/>
                    <a:pt x="17090" y="16887"/>
                    <a:pt x="15170" y="21207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29" name="Línea"/>
            <p:cNvSpPr/>
            <p:nvPr/>
          </p:nvSpPr>
          <p:spPr>
            <a:xfrm>
              <a:off x="5521483" y="7888551"/>
              <a:ext cx="2117587" cy="523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53" fill="norm" stroke="1" extrusionOk="0">
                  <a:moveTo>
                    <a:pt x="0" y="15253"/>
                  </a:moveTo>
                  <a:cubicBezTo>
                    <a:pt x="579" y="16281"/>
                    <a:pt x="1157" y="17310"/>
                    <a:pt x="1768" y="17695"/>
                  </a:cubicBezTo>
                  <a:cubicBezTo>
                    <a:pt x="2379" y="18081"/>
                    <a:pt x="3021" y="17824"/>
                    <a:pt x="3504" y="16153"/>
                  </a:cubicBezTo>
                  <a:cubicBezTo>
                    <a:pt x="3986" y="14481"/>
                    <a:pt x="4307" y="11395"/>
                    <a:pt x="4661" y="8824"/>
                  </a:cubicBezTo>
                  <a:cubicBezTo>
                    <a:pt x="5014" y="6253"/>
                    <a:pt x="5400" y="4195"/>
                    <a:pt x="5914" y="3295"/>
                  </a:cubicBezTo>
                  <a:cubicBezTo>
                    <a:pt x="6429" y="2395"/>
                    <a:pt x="7071" y="2653"/>
                    <a:pt x="7779" y="4838"/>
                  </a:cubicBezTo>
                  <a:cubicBezTo>
                    <a:pt x="8486" y="7024"/>
                    <a:pt x="9257" y="11138"/>
                    <a:pt x="9868" y="14224"/>
                  </a:cubicBezTo>
                  <a:cubicBezTo>
                    <a:pt x="10479" y="17310"/>
                    <a:pt x="10929" y="19367"/>
                    <a:pt x="11314" y="20395"/>
                  </a:cubicBezTo>
                  <a:cubicBezTo>
                    <a:pt x="11700" y="21424"/>
                    <a:pt x="12021" y="21424"/>
                    <a:pt x="12343" y="21295"/>
                  </a:cubicBezTo>
                  <a:cubicBezTo>
                    <a:pt x="12664" y="21167"/>
                    <a:pt x="12986" y="20910"/>
                    <a:pt x="13307" y="19495"/>
                  </a:cubicBezTo>
                  <a:cubicBezTo>
                    <a:pt x="13629" y="18081"/>
                    <a:pt x="13950" y="15510"/>
                    <a:pt x="14368" y="12553"/>
                  </a:cubicBezTo>
                  <a:cubicBezTo>
                    <a:pt x="14786" y="9595"/>
                    <a:pt x="15300" y="6253"/>
                    <a:pt x="15879" y="4067"/>
                  </a:cubicBezTo>
                  <a:cubicBezTo>
                    <a:pt x="16457" y="1881"/>
                    <a:pt x="17100" y="853"/>
                    <a:pt x="17582" y="338"/>
                  </a:cubicBezTo>
                  <a:cubicBezTo>
                    <a:pt x="18064" y="-176"/>
                    <a:pt x="18386" y="-176"/>
                    <a:pt x="18771" y="853"/>
                  </a:cubicBezTo>
                  <a:cubicBezTo>
                    <a:pt x="19157" y="1881"/>
                    <a:pt x="19607" y="3938"/>
                    <a:pt x="20089" y="6253"/>
                  </a:cubicBezTo>
                  <a:cubicBezTo>
                    <a:pt x="20571" y="8567"/>
                    <a:pt x="21086" y="11138"/>
                    <a:pt x="21600" y="1371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0" name="Línea"/>
            <p:cNvSpPr/>
            <p:nvPr/>
          </p:nvSpPr>
          <p:spPr>
            <a:xfrm>
              <a:off x="7657871" y="8111109"/>
              <a:ext cx="245922" cy="2528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57" h="21136" fill="norm" stroke="1" extrusionOk="0">
                  <a:moveTo>
                    <a:pt x="11072" y="0"/>
                  </a:moveTo>
                  <a:cubicBezTo>
                    <a:pt x="13706" y="4741"/>
                    <a:pt x="16341" y="9483"/>
                    <a:pt x="18184" y="13171"/>
                  </a:cubicBezTo>
                  <a:cubicBezTo>
                    <a:pt x="20028" y="16859"/>
                    <a:pt x="21082" y="19493"/>
                    <a:pt x="20292" y="20546"/>
                  </a:cubicBezTo>
                  <a:cubicBezTo>
                    <a:pt x="19502" y="21600"/>
                    <a:pt x="16867" y="21073"/>
                    <a:pt x="14233" y="20283"/>
                  </a:cubicBezTo>
                  <a:cubicBezTo>
                    <a:pt x="11599" y="19493"/>
                    <a:pt x="8965" y="18439"/>
                    <a:pt x="6331" y="17649"/>
                  </a:cubicBezTo>
                  <a:cubicBezTo>
                    <a:pt x="3697" y="16859"/>
                    <a:pt x="1062" y="16332"/>
                    <a:pt x="272" y="14751"/>
                  </a:cubicBezTo>
                  <a:cubicBezTo>
                    <a:pt x="-518" y="13171"/>
                    <a:pt x="536" y="10537"/>
                    <a:pt x="1853" y="8166"/>
                  </a:cubicBezTo>
                  <a:cubicBezTo>
                    <a:pt x="3170" y="5795"/>
                    <a:pt x="4750" y="3688"/>
                    <a:pt x="4487" y="3424"/>
                  </a:cubicBezTo>
                  <a:cubicBezTo>
                    <a:pt x="4223" y="3161"/>
                    <a:pt x="2116" y="4741"/>
                    <a:pt x="2380" y="5795"/>
                  </a:cubicBezTo>
                  <a:cubicBezTo>
                    <a:pt x="2643" y="6849"/>
                    <a:pt x="5277" y="7376"/>
                    <a:pt x="7384" y="8693"/>
                  </a:cubicBezTo>
                  <a:cubicBezTo>
                    <a:pt x="9492" y="10010"/>
                    <a:pt x="11072" y="12117"/>
                    <a:pt x="10809" y="11854"/>
                  </a:cubicBezTo>
                  <a:cubicBezTo>
                    <a:pt x="10545" y="11590"/>
                    <a:pt x="8438" y="8956"/>
                    <a:pt x="8175" y="8693"/>
                  </a:cubicBezTo>
                  <a:cubicBezTo>
                    <a:pt x="7911" y="8429"/>
                    <a:pt x="9492" y="10537"/>
                    <a:pt x="10809" y="11590"/>
                  </a:cubicBezTo>
                  <a:cubicBezTo>
                    <a:pt x="12126" y="12644"/>
                    <a:pt x="13180" y="12644"/>
                    <a:pt x="14233" y="12644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1" name="Línea"/>
            <p:cNvSpPr/>
            <p:nvPr/>
          </p:nvSpPr>
          <p:spPr>
            <a:xfrm>
              <a:off x="2319492" y="5275057"/>
              <a:ext cx="1349105" cy="6633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447" fill="norm" stroke="1" extrusionOk="0">
                  <a:moveTo>
                    <a:pt x="1313" y="0"/>
                  </a:moveTo>
                  <a:cubicBezTo>
                    <a:pt x="911" y="815"/>
                    <a:pt x="509" y="1630"/>
                    <a:pt x="258" y="2547"/>
                  </a:cubicBezTo>
                  <a:cubicBezTo>
                    <a:pt x="6" y="3464"/>
                    <a:pt x="-94" y="4483"/>
                    <a:pt x="107" y="5196"/>
                  </a:cubicBezTo>
                  <a:cubicBezTo>
                    <a:pt x="308" y="5909"/>
                    <a:pt x="810" y="6317"/>
                    <a:pt x="1815" y="6725"/>
                  </a:cubicBezTo>
                  <a:cubicBezTo>
                    <a:pt x="2819" y="7132"/>
                    <a:pt x="4326" y="7540"/>
                    <a:pt x="5331" y="7947"/>
                  </a:cubicBezTo>
                  <a:cubicBezTo>
                    <a:pt x="6336" y="8355"/>
                    <a:pt x="6838" y="8762"/>
                    <a:pt x="7240" y="9374"/>
                  </a:cubicBezTo>
                  <a:cubicBezTo>
                    <a:pt x="7642" y="9985"/>
                    <a:pt x="7943" y="10800"/>
                    <a:pt x="8094" y="11717"/>
                  </a:cubicBezTo>
                  <a:cubicBezTo>
                    <a:pt x="8245" y="12634"/>
                    <a:pt x="8245" y="13653"/>
                    <a:pt x="8496" y="14060"/>
                  </a:cubicBezTo>
                  <a:cubicBezTo>
                    <a:pt x="8747" y="14468"/>
                    <a:pt x="9249" y="14264"/>
                    <a:pt x="10103" y="14468"/>
                  </a:cubicBezTo>
                  <a:cubicBezTo>
                    <a:pt x="10957" y="14672"/>
                    <a:pt x="12163" y="15283"/>
                    <a:pt x="13469" y="16404"/>
                  </a:cubicBezTo>
                  <a:cubicBezTo>
                    <a:pt x="14775" y="17525"/>
                    <a:pt x="16181" y="19155"/>
                    <a:pt x="17136" y="20174"/>
                  </a:cubicBezTo>
                  <a:cubicBezTo>
                    <a:pt x="18090" y="21192"/>
                    <a:pt x="18593" y="21600"/>
                    <a:pt x="19246" y="21396"/>
                  </a:cubicBezTo>
                  <a:cubicBezTo>
                    <a:pt x="19899" y="21192"/>
                    <a:pt x="20702" y="20377"/>
                    <a:pt x="21506" y="19562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2" name="Línea"/>
            <p:cNvSpPr/>
            <p:nvPr/>
          </p:nvSpPr>
          <p:spPr>
            <a:xfrm>
              <a:off x="-970738" y="3932659"/>
              <a:ext cx="1122630" cy="6806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5" h="21600" fill="norm" stroke="1" extrusionOk="0">
                  <a:moveTo>
                    <a:pt x="1222" y="0"/>
                  </a:moveTo>
                  <a:cubicBezTo>
                    <a:pt x="740" y="600"/>
                    <a:pt x="257" y="1200"/>
                    <a:pt x="76" y="2000"/>
                  </a:cubicBezTo>
                  <a:cubicBezTo>
                    <a:pt x="-105" y="2800"/>
                    <a:pt x="16" y="3800"/>
                    <a:pt x="679" y="4700"/>
                  </a:cubicBezTo>
                  <a:cubicBezTo>
                    <a:pt x="1343" y="5600"/>
                    <a:pt x="2550" y="6400"/>
                    <a:pt x="3756" y="7100"/>
                  </a:cubicBezTo>
                  <a:cubicBezTo>
                    <a:pt x="4963" y="7800"/>
                    <a:pt x="6170" y="8400"/>
                    <a:pt x="7015" y="9000"/>
                  </a:cubicBezTo>
                  <a:cubicBezTo>
                    <a:pt x="7859" y="9600"/>
                    <a:pt x="8342" y="10200"/>
                    <a:pt x="8463" y="11000"/>
                  </a:cubicBezTo>
                  <a:cubicBezTo>
                    <a:pt x="8583" y="11800"/>
                    <a:pt x="8342" y="12800"/>
                    <a:pt x="8523" y="13300"/>
                  </a:cubicBezTo>
                  <a:cubicBezTo>
                    <a:pt x="8704" y="13800"/>
                    <a:pt x="9307" y="13800"/>
                    <a:pt x="10514" y="14200"/>
                  </a:cubicBezTo>
                  <a:cubicBezTo>
                    <a:pt x="11721" y="14600"/>
                    <a:pt x="13531" y="15400"/>
                    <a:pt x="15039" y="16600"/>
                  </a:cubicBezTo>
                  <a:cubicBezTo>
                    <a:pt x="16548" y="17800"/>
                    <a:pt x="17754" y="19400"/>
                    <a:pt x="18780" y="20300"/>
                  </a:cubicBezTo>
                  <a:cubicBezTo>
                    <a:pt x="19806" y="21200"/>
                    <a:pt x="20650" y="21400"/>
                    <a:pt x="21495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3" name="Línea"/>
            <p:cNvSpPr/>
            <p:nvPr/>
          </p:nvSpPr>
          <p:spPr>
            <a:xfrm>
              <a:off x="3517340" y="8678319"/>
              <a:ext cx="18907" cy="718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6442"/>
                    <a:pt x="21600" y="12884"/>
                    <a:pt x="18000" y="16484"/>
                  </a:cubicBezTo>
                  <a:cubicBezTo>
                    <a:pt x="14400" y="20084"/>
                    <a:pt x="7200" y="2084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4" name="Línea"/>
            <p:cNvSpPr/>
            <p:nvPr/>
          </p:nvSpPr>
          <p:spPr>
            <a:xfrm>
              <a:off x="3574060" y="9377879"/>
              <a:ext cx="907538" cy="37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8150" y="18000"/>
                    <a:pt x="14700" y="14400"/>
                    <a:pt x="11475" y="14400"/>
                  </a:cubicBezTo>
                  <a:cubicBezTo>
                    <a:pt x="8250" y="14400"/>
                    <a:pt x="5250" y="18000"/>
                    <a:pt x="3375" y="16200"/>
                  </a:cubicBezTo>
                  <a:cubicBezTo>
                    <a:pt x="1500" y="14400"/>
                    <a:pt x="75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5" name="Línea"/>
            <p:cNvSpPr/>
            <p:nvPr/>
          </p:nvSpPr>
          <p:spPr>
            <a:xfrm>
              <a:off x="3630782" y="8753948"/>
              <a:ext cx="302513" cy="586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6" fill="norm" stroke="1" extrusionOk="0">
                  <a:moveTo>
                    <a:pt x="21600" y="0"/>
                  </a:moveTo>
                  <a:cubicBezTo>
                    <a:pt x="16650" y="4826"/>
                    <a:pt x="11700" y="9651"/>
                    <a:pt x="8550" y="12753"/>
                  </a:cubicBezTo>
                  <a:cubicBezTo>
                    <a:pt x="5400" y="15855"/>
                    <a:pt x="4050" y="17234"/>
                    <a:pt x="3150" y="18498"/>
                  </a:cubicBezTo>
                  <a:cubicBezTo>
                    <a:pt x="2250" y="19762"/>
                    <a:pt x="1800" y="20911"/>
                    <a:pt x="1350" y="21255"/>
                  </a:cubicBezTo>
                  <a:cubicBezTo>
                    <a:pt x="900" y="21600"/>
                    <a:pt x="450" y="21140"/>
                    <a:pt x="0" y="20681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6" name="Línea"/>
            <p:cNvSpPr/>
            <p:nvPr/>
          </p:nvSpPr>
          <p:spPr>
            <a:xfrm>
              <a:off x="3810130" y="8678319"/>
              <a:ext cx="149349" cy="302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74" h="21600" fill="norm" stroke="1" extrusionOk="0">
                  <a:moveTo>
                    <a:pt x="16885" y="0"/>
                  </a:moveTo>
                  <a:cubicBezTo>
                    <a:pt x="13429" y="1800"/>
                    <a:pt x="9973" y="3600"/>
                    <a:pt x="6517" y="5400"/>
                  </a:cubicBezTo>
                  <a:cubicBezTo>
                    <a:pt x="3061" y="7200"/>
                    <a:pt x="-395" y="9000"/>
                    <a:pt x="37" y="9675"/>
                  </a:cubicBezTo>
                  <a:cubicBezTo>
                    <a:pt x="469" y="10350"/>
                    <a:pt x="4789" y="9900"/>
                    <a:pt x="9109" y="8550"/>
                  </a:cubicBezTo>
                  <a:cubicBezTo>
                    <a:pt x="13429" y="7200"/>
                    <a:pt x="17749" y="4950"/>
                    <a:pt x="19477" y="5175"/>
                  </a:cubicBezTo>
                  <a:cubicBezTo>
                    <a:pt x="21205" y="5400"/>
                    <a:pt x="20341" y="8100"/>
                    <a:pt x="19477" y="11250"/>
                  </a:cubicBezTo>
                  <a:cubicBezTo>
                    <a:pt x="18613" y="14400"/>
                    <a:pt x="17749" y="18000"/>
                    <a:pt x="16885" y="21600"/>
                  </a:cubicBezTo>
                </a:path>
              </a:pathLst>
            </a:custGeom>
            <a:noFill/>
            <a:ln w="88900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7" name="Línea"/>
            <p:cNvSpPr/>
            <p:nvPr/>
          </p:nvSpPr>
          <p:spPr>
            <a:xfrm>
              <a:off x="9529770" y="10077439"/>
              <a:ext cx="48089" cy="7562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01" h="21600" fill="norm" stroke="1" extrusionOk="0">
                  <a:moveTo>
                    <a:pt x="0" y="0"/>
                  </a:moveTo>
                  <a:cubicBezTo>
                    <a:pt x="5400" y="3240"/>
                    <a:pt x="10800" y="6480"/>
                    <a:pt x="14850" y="9450"/>
                  </a:cubicBezTo>
                  <a:cubicBezTo>
                    <a:pt x="18900" y="12420"/>
                    <a:pt x="21600" y="15120"/>
                    <a:pt x="20250" y="17100"/>
                  </a:cubicBezTo>
                  <a:cubicBezTo>
                    <a:pt x="18900" y="19080"/>
                    <a:pt x="13500" y="20340"/>
                    <a:pt x="81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8" name="Línea"/>
            <p:cNvSpPr/>
            <p:nvPr/>
          </p:nvSpPr>
          <p:spPr>
            <a:xfrm>
              <a:off x="9473049" y="10833720"/>
              <a:ext cx="1027282" cy="18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0275" y="21600"/>
                  </a:moveTo>
                  <a:cubicBezTo>
                    <a:pt x="20937" y="21600"/>
                    <a:pt x="21600" y="21600"/>
                    <a:pt x="21600" y="18000"/>
                  </a:cubicBezTo>
                  <a:cubicBezTo>
                    <a:pt x="21600" y="14400"/>
                    <a:pt x="20937" y="7200"/>
                    <a:pt x="18221" y="3600"/>
                  </a:cubicBezTo>
                  <a:cubicBezTo>
                    <a:pt x="15504" y="0"/>
                    <a:pt x="10734" y="0"/>
                    <a:pt x="7355" y="0"/>
                  </a:cubicBezTo>
                  <a:cubicBezTo>
                    <a:pt x="3975" y="0"/>
                    <a:pt x="1988" y="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39" name="Línea"/>
            <p:cNvSpPr/>
            <p:nvPr/>
          </p:nvSpPr>
          <p:spPr>
            <a:xfrm>
              <a:off x="9624305" y="10550114"/>
              <a:ext cx="718469" cy="195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86" fill="norm" stroke="1" extrusionOk="0">
                  <a:moveTo>
                    <a:pt x="0" y="20250"/>
                  </a:moveTo>
                  <a:cubicBezTo>
                    <a:pt x="947" y="20925"/>
                    <a:pt x="1895" y="21600"/>
                    <a:pt x="3789" y="19237"/>
                  </a:cubicBezTo>
                  <a:cubicBezTo>
                    <a:pt x="5684" y="16875"/>
                    <a:pt x="8526" y="11475"/>
                    <a:pt x="11653" y="7762"/>
                  </a:cubicBezTo>
                  <a:cubicBezTo>
                    <a:pt x="14779" y="4050"/>
                    <a:pt x="18189" y="2025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0" name="Línea"/>
            <p:cNvSpPr/>
            <p:nvPr/>
          </p:nvSpPr>
          <p:spPr>
            <a:xfrm>
              <a:off x="10229330" y="10455579"/>
              <a:ext cx="346629" cy="1774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70" fill="norm" stroke="1" extrusionOk="0">
                  <a:moveTo>
                    <a:pt x="0" y="0"/>
                  </a:moveTo>
                  <a:cubicBezTo>
                    <a:pt x="5891" y="2979"/>
                    <a:pt x="11782" y="5959"/>
                    <a:pt x="15709" y="8193"/>
                  </a:cubicBezTo>
                  <a:cubicBezTo>
                    <a:pt x="19636" y="10428"/>
                    <a:pt x="21600" y="11917"/>
                    <a:pt x="21600" y="13407"/>
                  </a:cubicBezTo>
                  <a:cubicBezTo>
                    <a:pt x="21600" y="14897"/>
                    <a:pt x="19636" y="16386"/>
                    <a:pt x="17673" y="17503"/>
                  </a:cubicBezTo>
                  <a:cubicBezTo>
                    <a:pt x="15709" y="18621"/>
                    <a:pt x="13745" y="19366"/>
                    <a:pt x="11782" y="20110"/>
                  </a:cubicBezTo>
                  <a:cubicBezTo>
                    <a:pt x="9818" y="20855"/>
                    <a:pt x="7855" y="21600"/>
                    <a:pt x="6284" y="20110"/>
                  </a:cubicBezTo>
                  <a:cubicBezTo>
                    <a:pt x="4713" y="18621"/>
                    <a:pt x="3535" y="14897"/>
                    <a:pt x="3927" y="12662"/>
                  </a:cubicBezTo>
                  <a:cubicBezTo>
                    <a:pt x="4320" y="10428"/>
                    <a:pt x="6284" y="9683"/>
                    <a:pt x="8247" y="8938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1" name="Línea"/>
            <p:cNvSpPr/>
            <p:nvPr/>
          </p:nvSpPr>
          <p:spPr>
            <a:xfrm>
              <a:off x="4557225" y="8406884"/>
              <a:ext cx="397049" cy="101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17" fill="norm" stroke="1" extrusionOk="0">
                  <a:moveTo>
                    <a:pt x="0" y="20417"/>
                  </a:moveTo>
                  <a:cubicBezTo>
                    <a:pt x="5486" y="12793"/>
                    <a:pt x="10971" y="5170"/>
                    <a:pt x="14571" y="1993"/>
                  </a:cubicBezTo>
                  <a:cubicBezTo>
                    <a:pt x="18171" y="-1183"/>
                    <a:pt x="19886" y="88"/>
                    <a:pt x="21600" y="1358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2" name="Línea"/>
            <p:cNvSpPr/>
            <p:nvPr/>
          </p:nvSpPr>
          <p:spPr>
            <a:xfrm>
              <a:off x="4689574" y="8527064"/>
              <a:ext cx="226885" cy="94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3" name="Línea"/>
            <p:cNvSpPr/>
            <p:nvPr/>
          </p:nvSpPr>
          <p:spPr>
            <a:xfrm>
              <a:off x="4670667" y="8130016"/>
              <a:ext cx="530919" cy="775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7" h="21600" fill="norm" stroke="1" extrusionOk="0">
                  <a:moveTo>
                    <a:pt x="0" y="0"/>
                  </a:moveTo>
                  <a:cubicBezTo>
                    <a:pt x="4320" y="1580"/>
                    <a:pt x="8640" y="3161"/>
                    <a:pt x="11816" y="4566"/>
                  </a:cubicBezTo>
                  <a:cubicBezTo>
                    <a:pt x="14993" y="5971"/>
                    <a:pt x="17026" y="7200"/>
                    <a:pt x="18551" y="8166"/>
                  </a:cubicBezTo>
                  <a:cubicBezTo>
                    <a:pt x="20075" y="9132"/>
                    <a:pt x="21092" y="9834"/>
                    <a:pt x="21346" y="10624"/>
                  </a:cubicBezTo>
                  <a:cubicBezTo>
                    <a:pt x="21600" y="11415"/>
                    <a:pt x="21092" y="12293"/>
                    <a:pt x="19313" y="13698"/>
                  </a:cubicBezTo>
                  <a:cubicBezTo>
                    <a:pt x="17534" y="15102"/>
                    <a:pt x="14485" y="17034"/>
                    <a:pt x="12833" y="18439"/>
                  </a:cubicBezTo>
                  <a:cubicBezTo>
                    <a:pt x="11181" y="19844"/>
                    <a:pt x="10927" y="20722"/>
                    <a:pt x="10673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4" name="Línea"/>
            <p:cNvSpPr/>
            <p:nvPr/>
          </p:nvSpPr>
          <p:spPr>
            <a:xfrm>
              <a:off x="8868025" y="9169902"/>
              <a:ext cx="397048" cy="3214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3429" y="424"/>
                    <a:pt x="6857" y="847"/>
                    <a:pt x="10457" y="4447"/>
                  </a:cubicBezTo>
                  <a:cubicBezTo>
                    <a:pt x="14057" y="8047"/>
                    <a:pt x="17829" y="14824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5" name="Línea"/>
            <p:cNvSpPr/>
            <p:nvPr/>
          </p:nvSpPr>
          <p:spPr>
            <a:xfrm>
              <a:off x="8886932" y="9340065"/>
              <a:ext cx="264699" cy="2268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71" y="0"/>
                    <a:pt x="5143" y="0"/>
                    <a:pt x="8743" y="3600"/>
                  </a:cubicBezTo>
                  <a:cubicBezTo>
                    <a:pt x="12343" y="7200"/>
                    <a:pt x="16971" y="144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6" name="Línea"/>
            <p:cNvSpPr/>
            <p:nvPr/>
          </p:nvSpPr>
          <p:spPr>
            <a:xfrm>
              <a:off x="8905839" y="9396786"/>
              <a:ext cx="506978" cy="4159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600" fill="norm" stroke="1" extrusionOk="0">
                  <a:moveTo>
                    <a:pt x="18400" y="0"/>
                  </a:moveTo>
                  <a:cubicBezTo>
                    <a:pt x="19467" y="4909"/>
                    <a:pt x="20533" y="9818"/>
                    <a:pt x="21067" y="13255"/>
                  </a:cubicBezTo>
                  <a:cubicBezTo>
                    <a:pt x="21600" y="16691"/>
                    <a:pt x="21600" y="18655"/>
                    <a:pt x="20933" y="19636"/>
                  </a:cubicBezTo>
                  <a:cubicBezTo>
                    <a:pt x="20267" y="20618"/>
                    <a:pt x="18933" y="20618"/>
                    <a:pt x="15333" y="20782"/>
                  </a:cubicBezTo>
                  <a:cubicBezTo>
                    <a:pt x="11733" y="20945"/>
                    <a:pt x="5867" y="21273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grpSp>
        <p:nvGrpSpPr>
          <p:cNvPr id="1265" name="Dibujo"/>
          <p:cNvGrpSpPr/>
          <p:nvPr/>
        </p:nvGrpSpPr>
        <p:grpSpPr>
          <a:xfrm>
            <a:off x="9042615" y="1097094"/>
            <a:ext cx="10777000" cy="8669135"/>
            <a:chOff x="-9074732" y="1266769"/>
            <a:chExt cx="10776998" cy="8669134"/>
          </a:xfrm>
        </p:grpSpPr>
        <p:sp>
          <p:nvSpPr>
            <p:cNvPr id="1248" name="Línea"/>
            <p:cNvSpPr/>
            <p:nvPr/>
          </p:nvSpPr>
          <p:spPr>
            <a:xfrm>
              <a:off x="-2394254" y="1345369"/>
              <a:ext cx="235670" cy="43078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585" fill="norm" stroke="1" extrusionOk="0">
                  <a:moveTo>
                    <a:pt x="11368" y="459"/>
                  </a:moveTo>
                  <a:cubicBezTo>
                    <a:pt x="14779" y="238"/>
                    <a:pt x="18189" y="17"/>
                    <a:pt x="19895" y="1"/>
                  </a:cubicBezTo>
                  <a:cubicBezTo>
                    <a:pt x="21600" y="-15"/>
                    <a:pt x="21600" y="174"/>
                    <a:pt x="20463" y="774"/>
                  </a:cubicBezTo>
                  <a:cubicBezTo>
                    <a:pt x="19326" y="1374"/>
                    <a:pt x="17053" y="2385"/>
                    <a:pt x="15347" y="3364"/>
                  </a:cubicBezTo>
                  <a:cubicBezTo>
                    <a:pt x="13642" y="4343"/>
                    <a:pt x="12505" y="5290"/>
                    <a:pt x="11084" y="6269"/>
                  </a:cubicBezTo>
                  <a:cubicBezTo>
                    <a:pt x="9663" y="7248"/>
                    <a:pt x="7958" y="8259"/>
                    <a:pt x="6537" y="9143"/>
                  </a:cubicBezTo>
                  <a:cubicBezTo>
                    <a:pt x="5116" y="10027"/>
                    <a:pt x="3979" y="10785"/>
                    <a:pt x="3126" y="11606"/>
                  </a:cubicBezTo>
                  <a:cubicBezTo>
                    <a:pt x="2274" y="12427"/>
                    <a:pt x="1705" y="13311"/>
                    <a:pt x="1137" y="14227"/>
                  </a:cubicBezTo>
                  <a:cubicBezTo>
                    <a:pt x="568" y="15143"/>
                    <a:pt x="0" y="16090"/>
                    <a:pt x="0" y="16990"/>
                  </a:cubicBezTo>
                  <a:cubicBezTo>
                    <a:pt x="0" y="17890"/>
                    <a:pt x="568" y="18743"/>
                    <a:pt x="853" y="19501"/>
                  </a:cubicBezTo>
                  <a:cubicBezTo>
                    <a:pt x="1137" y="20259"/>
                    <a:pt x="1137" y="20922"/>
                    <a:pt x="1137" y="21585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49" name="Línea"/>
            <p:cNvSpPr/>
            <p:nvPr/>
          </p:nvSpPr>
          <p:spPr>
            <a:xfrm>
              <a:off x="-5331144" y="1266770"/>
              <a:ext cx="3025124" cy="2249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0" y="303"/>
                    <a:pt x="21420" y="605"/>
                    <a:pt x="21082" y="1029"/>
                  </a:cubicBezTo>
                  <a:cubicBezTo>
                    <a:pt x="20745" y="1452"/>
                    <a:pt x="20160" y="1997"/>
                    <a:pt x="19417" y="2813"/>
                  </a:cubicBezTo>
                  <a:cubicBezTo>
                    <a:pt x="18675" y="3630"/>
                    <a:pt x="17775" y="4719"/>
                    <a:pt x="16808" y="5808"/>
                  </a:cubicBezTo>
                  <a:cubicBezTo>
                    <a:pt x="15840" y="6897"/>
                    <a:pt x="14805" y="7987"/>
                    <a:pt x="13860" y="8985"/>
                  </a:cubicBezTo>
                  <a:cubicBezTo>
                    <a:pt x="12915" y="9983"/>
                    <a:pt x="12060" y="10891"/>
                    <a:pt x="11182" y="11708"/>
                  </a:cubicBezTo>
                  <a:cubicBezTo>
                    <a:pt x="10305" y="12524"/>
                    <a:pt x="9405" y="13250"/>
                    <a:pt x="8550" y="13946"/>
                  </a:cubicBezTo>
                  <a:cubicBezTo>
                    <a:pt x="7695" y="14642"/>
                    <a:pt x="6885" y="15308"/>
                    <a:pt x="6008" y="16034"/>
                  </a:cubicBezTo>
                  <a:cubicBezTo>
                    <a:pt x="5130" y="16760"/>
                    <a:pt x="4185" y="17546"/>
                    <a:pt x="3173" y="18484"/>
                  </a:cubicBezTo>
                  <a:cubicBezTo>
                    <a:pt x="2160" y="19422"/>
                    <a:pt x="1080" y="20511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0" name="Línea"/>
            <p:cNvSpPr/>
            <p:nvPr/>
          </p:nvSpPr>
          <p:spPr>
            <a:xfrm>
              <a:off x="-5123166" y="3308727"/>
              <a:ext cx="245792" cy="4405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64"/>
                    <a:pt x="21600" y="927"/>
                    <a:pt x="21323" y="1468"/>
                  </a:cubicBezTo>
                  <a:cubicBezTo>
                    <a:pt x="21046" y="2009"/>
                    <a:pt x="20492" y="2627"/>
                    <a:pt x="19662" y="3276"/>
                  </a:cubicBezTo>
                  <a:cubicBezTo>
                    <a:pt x="18831" y="3924"/>
                    <a:pt x="17723" y="4604"/>
                    <a:pt x="17169" y="5423"/>
                  </a:cubicBezTo>
                  <a:cubicBezTo>
                    <a:pt x="16615" y="6242"/>
                    <a:pt x="16615" y="7200"/>
                    <a:pt x="16338" y="7988"/>
                  </a:cubicBezTo>
                  <a:cubicBezTo>
                    <a:pt x="16062" y="8776"/>
                    <a:pt x="15508" y="9394"/>
                    <a:pt x="14677" y="10012"/>
                  </a:cubicBezTo>
                  <a:cubicBezTo>
                    <a:pt x="13846" y="10630"/>
                    <a:pt x="12738" y="11248"/>
                    <a:pt x="11631" y="11866"/>
                  </a:cubicBezTo>
                  <a:cubicBezTo>
                    <a:pt x="10523" y="12484"/>
                    <a:pt x="9415" y="13102"/>
                    <a:pt x="8585" y="13751"/>
                  </a:cubicBezTo>
                  <a:cubicBezTo>
                    <a:pt x="7754" y="14400"/>
                    <a:pt x="7200" y="15080"/>
                    <a:pt x="6646" y="15729"/>
                  </a:cubicBezTo>
                  <a:cubicBezTo>
                    <a:pt x="6092" y="16378"/>
                    <a:pt x="5538" y="16996"/>
                    <a:pt x="4708" y="17660"/>
                  </a:cubicBezTo>
                  <a:cubicBezTo>
                    <a:pt x="3877" y="18324"/>
                    <a:pt x="2769" y="19035"/>
                    <a:pt x="1938" y="19700"/>
                  </a:cubicBezTo>
                  <a:cubicBezTo>
                    <a:pt x="1108" y="20364"/>
                    <a:pt x="554" y="20982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1" name="Línea"/>
            <p:cNvSpPr/>
            <p:nvPr/>
          </p:nvSpPr>
          <p:spPr>
            <a:xfrm>
              <a:off x="-4612677" y="2930587"/>
              <a:ext cx="170165" cy="44431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827"/>
                    <a:pt x="21600" y="1654"/>
                    <a:pt x="21600" y="2727"/>
                  </a:cubicBezTo>
                  <a:cubicBezTo>
                    <a:pt x="21600" y="3799"/>
                    <a:pt x="21600" y="5117"/>
                    <a:pt x="20800" y="6158"/>
                  </a:cubicBezTo>
                  <a:cubicBezTo>
                    <a:pt x="20000" y="7200"/>
                    <a:pt x="18400" y="7966"/>
                    <a:pt x="17200" y="8793"/>
                  </a:cubicBezTo>
                  <a:cubicBezTo>
                    <a:pt x="16000" y="9620"/>
                    <a:pt x="15200" y="10509"/>
                    <a:pt x="14400" y="11275"/>
                  </a:cubicBezTo>
                  <a:cubicBezTo>
                    <a:pt x="13600" y="12041"/>
                    <a:pt x="12800" y="12684"/>
                    <a:pt x="11200" y="13420"/>
                  </a:cubicBezTo>
                  <a:cubicBezTo>
                    <a:pt x="9600" y="14155"/>
                    <a:pt x="7200" y="14982"/>
                    <a:pt x="5600" y="15702"/>
                  </a:cubicBezTo>
                  <a:cubicBezTo>
                    <a:pt x="4000" y="16422"/>
                    <a:pt x="3200" y="17035"/>
                    <a:pt x="2400" y="17770"/>
                  </a:cubicBezTo>
                  <a:cubicBezTo>
                    <a:pt x="1600" y="18506"/>
                    <a:pt x="800" y="19363"/>
                    <a:pt x="400" y="20022"/>
                  </a:cubicBezTo>
                  <a:cubicBezTo>
                    <a:pt x="0" y="20681"/>
                    <a:pt x="0" y="2114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2" name="Línea"/>
            <p:cNvSpPr/>
            <p:nvPr/>
          </p:nvSpPr>
          <p:spPr>
            <a:xfrm>
              <a:off x="-4121094" y="2684796"/>
              <a:ext cx="112361" cy="4480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600" fill="norm" stroke="1" extrusionOk="0">
                  <a:moveTo>
                    <a:pt x="14400" y="0"/>
                  </a:moveTo>
                  <a:cubicBezTo>
                    <a:pt x="16800" y="668"/>
                    <a:pt x="19200" y="1337"/>
                    <a:pt x="20400" y="2187"/>
                  </a:cubicBezTo>
                  <a:cubicBezTo>
                    <a:pt x="21600" y="3038"/>
                    <a:pt x="21600" y="4071"/>
                    <a:pt x="21000" y="5134"/>
                  </a:cubicBezTo>
                  <a:cubicBezTo>
                    <a:pt x="20400" y="6197"/>
                    <a:pt x="19200" y="7291"/>
                    <a:pt x="18000" y="8157"/>
                  </a:cubicBezTo>
                  <a:cubicBezTo>
                    <a:pt x="16800" y="9023"/>
                    <a:pt x="15600" y="9661"/>
                    <a:pt x="13800" y="10284"/>
                  </a:cubicBezTo>
                  <a:cubicBezTo>
                    <a:pt x="12000" y="10906"/>
                    <a:pt x="9600" y="11514"/>
                    <a:pt x="7800" y="12213"/>
                  </a:cubicBezTo>
                  <a:cubicBezTo>
                    <a:pt x="6000" y="12911"/>
                    <a:pt x="4800" y="13701"/>
                    <a:pt x="3600" y="14491"/>
                  </a:cubicBezTo>
                  <a:cubicBezTo>
                    <a:pt x="2400" y="15281"/>
                    <a:pt x="1200" y="16071"/>
                    <a:pt x="600" y="17073"/>
                  </a:cubicBezTo>
                  <a:cubicBezTo>
                    <a:pt x="0" y="18076"/>
                    <a:pt x="0" y="19291"/>
                    <a:pt x="0" y="19975"/>
                  </a:cubicBezTo>
                  <a:cubicBezTo>
                    <a:pt x="0" y="20658"/>
                    <a:pt x="0" y="20810"/>
                    <a:pt x="0" y="20992"/>
                  </a:cubicBezTo>
                  <a:cubicBezTo>
                    <a:pt x="0" y="21175"/>
                    <a:pt x="0" y="21387"/>
                    <a:pt x="0" y="21494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3" name="Línea"/>
            <p:cNvSpPr/>
            <p:nvPr/>
          </p:nvSpPr>
          <p:spPr>
            <a:xfrm>
              <a:off x="-3629512" y="2439005"/>
              <a:ext cx="56722" cy="4291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00" y="1078"/>
                    <a:pt x="16800" y="2157"/>
                    <a:pt x="15600" y="3394"/>
                  </a:cubicBezTo>
                  <a:cubicBezTo>
                    <a:pt x="14400" y="4631"/>
                    <a:pt x="14400" y="6026"/>
                    <a:pt x="14400" y="7343"/>
                  </a:cubicBezTo>
                  <a:cubicBezTo>
                    <a:pt x="14400" y="8659"/>
                    <a:pt x="14400" y="9896"/>
                    <a:pt x="14400" y="11212"/>
                  </a:cubicBezTo>
                  <a:cubicBezTo>
                    <a:pt x="14400" y="12529"/>
                    <a:pt x="14400" y="13924"/>
                    <a:pt x="13200" y="14971"/>
                  </a:cubicBezTo>
                  <a:cubicBezTo>
                    <a:pt x="12000" y="16018"/>
                    <a:pt x="9600" y="16715"/>
                    <a:pt x="7200" y="17381"/>
                  </a:cubicBezTo>
                  <a:cubicBezTo>
                    <a:pt x="4800" y="18048"/>
                    <a:pt x="2400" y="18682"/>
                    <a:pt x="1200" y="19380"/>
                  </a:cubicBezTo>
                  <a:cubicBezTo>
                    <a:pt x="0" y="20078"/>
                    <a:pt x="0" y="20839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4" name="Línea"/>
            <p:cNvSpPr/>
            <p:nvPr/>
          </p:nvSpPr>
          <p:spPr>
            <a:xfrm>
              <a:off x="-3137930" y="1985236"/>
              <a:ext cx="56722" cy="4367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247"/>
                    <a:pt x="21600" y="2494"/>
                    <a:pt x="21600" y="3787"/>
                  </a:cubicBezTo>
                  <a:cubicBezTo>
                    <a:pt x="21600" y="5081"/>
                    <a:pt x="21600" y="6421"/>
                    <a:pt x="21600" y="7777"/>
                  </a:cubicBezTo>
                  <a:cubicBezTo>
                    <a:pt x="21600" y="9132"/>
                    <a:pt x="21600" y="10504"/>
                    <a:pt x="20400" y="11595"/>
                  </a:cubicBezTo>
                  <a:cubicBezTo>
                    <a:pt x="19200" y="12686"/>
                    <a:pt x="16800" y="13496"/>
                    <a:pt x="14400" y="14260"/>
                  </a:cubicBezTo>
                  <a:cubicBezTo>
                    <a:pt x="12000" y="15023"/>
                    <a:pt x="9600" y="15740"/>
                    <a:pt x="7200" y="16488"/>
                  </a:cubicBezTo>
                  <a:cubicBezTo>
                    <a:pt x="4800" y="17236"/>
                    <a:pt x="2400" y="18016"/>
                    <a:pt x="1200" y="18873"/>
                  </a:cubicBezTo>
                  <a:cubicBezTo>
                    <a:pt x="0" y="19730"/>
                    <a:pt x="0" y="20665"/>
                    <a:pt x="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5" name="Línea"/>
            <p:cNvSpPr/>
            <p:nvPr/>
          </p:nvSpPr>
          <p:spPr>
            <a:xfrm>
              <a:off x="-2740095" y="1644910"/>
              <a:ext cx="37027" cy="45565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21150" y="0"/>
                  </a:moveTo>
                  <a:cubicBezTo>
                    <a:pt x="21150" y="1076"/>
                    <a:pt x="21150" y="2151"/>
                    <a:pt x="21150" y="3331"/>
                  </a:cubicBezTo>
                  <a:cubicBezTo>
                    <a:pt x="21150" y="4511"/>
                    <a:pt x="21150" y="5796"/>
                    <a:pt x="19350" y="6886"/>
                  </a:cubicBezTo>
                  <a:cubicBezTo>
                    <a:pt x="17550" y="7977"/>
                    <a:pt x="13950" y="8873"/>
                    <a:pt x="10350" y="9754"/>
                  </a:cubicBezTo>
                  <a:cubicBezTo>
                    <a:pt x="6750" y="10636"/>
                    <a:pt x="3150" y="11502"/>
                    <a:pt x="1350" y="12428"/>
                  </a:cubicBezTo>
                  <a:cubicBezTo>
                    <a:pt x="-450" y="13354"/>
                    <a:pt x="-450" y="14340"/>
                    <a:pt x="1350" y="15281"/>
                  </a:cubicBezTo>
                  <a:cubicBezTo>
                    <a:pt x="3150" y="16222"/>
                    <a:pt x="6750" y="17119"/>
                    <a:pt x="10350" y="18000"/>
                  </a:cubicBezTo>
                  <a:cubicBezTo>
                    <a:pt x="13950" y="18881"/>
                    <a:pt x="17550" y="19748"/>
                    <a:pt x="19350" y="20345"/>
                  </a:cubicBezTo>
                  <a:cubicBezTo>
                    <a:pt x="21150" y="20943"/>
                    <a:pt x="21150" y="21271"/>
                    <a:pt x="21150" y="21600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6" name="Línea"/>
            <p:cNvSpPr/>
            <p:nvPr/>
          </p:nvSpPr>
          <p:spPr>
            <a:xfrm>
              <a:off x="-2211486" y="1285677"/>
              <a:ext cx="2665891" cy="26658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579" y="20477"/>
                    <a:pt x="19557" y="19353"/>
                    <a:pt x="18511" y="18255"/>
                  </a:cubicBezTo>
                  <a:cubicBezTo>
                    <a:pt x="17464" y="17157"/>
                    <a:pt x="16391" y="16085"/>
                    <a:pt x="15549" y="15217"/>
                  </a:cubicBezTo>
                  <a:cubicBezTo>
                    <a:pt x="14706" y="14349"/>
                    <a:pt x="14094" y="13685"/>
                    <a:pt x="13379" y="12945"/>
                  </a:cubicBezTo>
                  <a:cubicBezTo>
                    <a:pt x="12664" y="12204"/>
                    <a:pt x="11847" y="11387"/>
                    <a:pt x="10928" y="10494"/>
                  </a:cubicBezTo>
                  <a:cubicBezTo>
                    <a:pt x="10009" y="9600"/>
                    <a:pt x="8987" y="8630"/>
                    <a:pt x="7966" y="7634"/>
                  </a:cubicBezTo>
                  <a:cubicBezTo>
                    <a:pt x="6945" y="6638"/>
                    <a:pt x="5923" y="5617"/>
                    <a:pt x="5132" y="4851"/>
                  </a:cubicBezTo>
                  <a:cubicBezTo>
                    <a:pt x="4340" y="4085"/>
                    <a:pt x="3779" y="3574"/>
                    <a:pt x="3217" y="3064"/>
                  </a:cubicBezTo>
                  <a:cubicBezTo>
                    <a:pt x="2655" y="2553"/>
                    <a:pt x="2094" y="2043"/>
                    <a:pt x="1557" y="1532"/>
                  </a:cubicBezTo>
                  <a:cubicBezTo>
                    <a:pt x="1021" y="1021"/>
                    <a:pt x="511" y="511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7" name="Línea"/>
            <p:cNvSpPr/>
            <p:nvPr/>
          </p:nvSpPr>
          <p:spPr>
            <a:xfrm>
              <a:off x="-5633656" y="1266769"/>
              <a:ext cx="3308728" cy="9831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23" y="20769"/>
                    <a:pt x="1646" y="19938"/>
                    <a:pt x="2880" y="18969"/>
                  </a:cubicBezTo>
                  <a:cubicBezTo>
                    <a:pt x="4114" y="18000"/>
                    <a:pt x="5760" y="16892"/>
                    <a:pt x="7056" y="15923"/>
                  </a:cubicBezTo>
                  <a:cubicBezTo>
                    <a:pt x="8352" y="14954"/>
                    <a:pt x="9298" y="14123"/>
                    <a:pt x="10245" y="13292"/>
                  </a:cubicBezTo>
                  <a:cubicBezTo>
                    <a:pt x="11191" y="12462"/>
                    <a:pt x="12137" y="11631"/>
                    <a:pt x="13145" y="10523"/>
                  </a:cubicBezTo>
                  <a:cubicBezTo>
                    <a:pt x="14153" y="9415"/>
                    <a:pt x="15223" y="8031"/>
                    <a:pt x="15963" y="7062"/>
                  </a:cubicBezTo>
                  <a:cubicBezTo>
                    <a:pt x="16704" y="6092"/>
                    <a:pt x="17115" y="5538"/>
                    <a:pt x="17733" y="4777"/>
                  </a:cubicBezTo>
                  <a:cubicBezTo>
                    <a:pt x="18350" y="4015"/>
                    <a:pt x="19173" y="3046"/>
                    <a:pt x="19851" y="2215"/>
                  </a:cubicBezTo>
                  <a:cubicBezTo>
                    <a:pt x="20530" y="1385"/>
                    <a:pt x="21065" y="692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8" name="Línea"/>
            <p:cNvSpPr/>
            <p:nvPr/>
          </p:nvSpPr>
          <p:spPr>
            <a:xfrm>
              <a:off x="-5766005" y="4878010"/>
              <a:ext cx="302513" cy="1512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050" y="3600"/>
                    <a:pt x="8100" y="7200"/>
                    <a:pt x="11700" y="10800"/>
                  </a:cubicBezTo>
                  <a:cubicBezTo>
                    <a:pt x="15300" y="14400"/>
                    <a:pt x="18450" y="18000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59" name="Línea"/>
            <p:cNvSpPr/>
            <p:nvPr/>
          </p:nvSpPr>
          <p:spPr>
            <a:xfrm>
              <a:off x="-2476185" y="5709918"/>
              <a:ext cx="56723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60" name="Línea"/>
            <p:cNvSpPr/>
            <p:nvPr/>
          </p:nvSpPr>
          <p:spPr>
            <a:xfrm>
              <a:off x="-2400557" y="5728825"/>
              <a:ext cx="362604" cy="141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013" fill="norm" stroke="1" extrusionOk="0">
                  <a:moveTo>
                    <a:pt x="7821" y="0"/>
                  </a:moveTo>
                  <a:cubicBezTo>
                    <a:pt x="11172" y="4696"/>
                    <a:pt x="14524" y="9391"/>
                    <a:pt x="17131" y="13148"/>
                  </a:cubicBezTo>
                  <a:cubicBezTo>
                    <a:pt x="19738" y="16904"/>
                    <a:pt x="21600" y="19722"/>
                    <a:pt x="21414" y="20661"/>
                  </a:cubicBezTo>
                  <a:cubicBezTo>
                    <a:pt x="21228" y="21600"/>
                    <a:pt x="18993" y="20661"/>
                    <a:pt x="15083" y="17843"/>
                  </a:cubicBezTo>
                  <a:cubicBezTo>
                    <a:pt x="11172" y="15026"/>
                    <a:pt x="5586" y="10330"/>
                    <a:pt x="0" y="5635"/>
                  </a:cubicBezTo>
                </a:path>
              </a:pathLst>
            </a:custGeom>
            <a:noFill/>
            <a:ln w="88900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61" name="Línea"/>
            <p:cNvSpPr/>
            <p:nvPr/>
          </p:nvSpPr>
          <p:spPr>
            <a:xfrm>
              <a:off x="114077" y="2231027"/>
              <a:ext cx="1588189" cy="2060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270"/>
                    <a:pt x="0" y="20939"/>
                    <a:pt x="386" y="20312"/>
                  </a:cubicBezTo>
                  <a:cubicBezTo>
                    <a:pt x="771" y="19684"/>
                    <a:pt x="1543" y="18760"/>
                    <a:pt x="2486" y="17736"/>
                  </a:cubicBezTo>
                  <a:cubicBezTo>
                    <a:pt x="3429" y="16712"/>
                    <a:pt x="4543" y="15589"/>
                    <a:pt x="5700" y="14499"/>
                  </a:cubicBezTo>
                  <a:cubicBezTo>
                    <a:pt x="6857" y="13409"/>
                    <a:pt x="8057" y="12352"/>
                    <a:pt x="9086" y="11394"/>
                  </a:cubicBezTo>
                  <a:cubicBezTo>
                    <a:pt x="10114" y="10437"/>
                    <a:pt x="10971" y="9578"/>
                    <a:pt x="11871" y="8818"/>
                  </a:cubicBezTo>
                  <a:cubicBezTo>
                    <a:pt x="12771" y="8059"/>
                    <a:pt x="13714" y="7398"/>
                    <a:pt x="14957" y="6242"/>
                  </a:cubicBezTo>
                  <a:cubicBezTo>
                    <a:pt x="16200" y="5086"/>
                    <a:pt x="17743" y="3435"/>
                    <a:pt x="18900" y="2312"/>
                  </a:cubicBezTo>
                  <a:cubicBezTo>
                    <a:pt x="20057" y="1189"/>
                    <a:pt x="20829" y="594"/>
                    <a:pt x="2160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62" name="Línea"/>
            <p:cNvSpPr/>
            <p:nvPr/>
          </p:nvSpPr>
          <p:spPr>
            <a:xfrm>
              <a:off x="-37179" y="7033410"/>
              <a:ext cx="1399119" cy="19285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49" y="1765"/>
                    <a:pt x="3697" y="3529"/>
                    <a:pt x="5157" y="5012"/>
                  </a:cubicBezTo>
                  <a:cubicBezTo>
                    <a:pt x="6616" y="6494"/>
                    <a:pt x="7686" y="7694"/>
                    <a:pt x="8757" y="8788"/>
                  </a:cubicBezTo>
                  <a:cubicBezTo>
                    <a:pt x="9827" y="9882"/>
                    <a:pt x="10897" y="10871"/>
                    <a:pt x="12211" y="12071"/>
                  </a:cubicBezTo>
                  <a:cubicBezTo>
                    <a:pt x="13524" y="13271"/>
                    <a:pt x="15081" y="14682"/>
                    <a:pt x="16443" y="16094"/>
                  </a:cubicBezTo>
                  <a:cubicBezTo>
                    <a:pt x="17805" y="17506"/>
                    <a:pt x="18973" y="18918"/>
                    <a:pt x="19800" y="19835"/>
                  </a:cubicBezTo>
                  <a:cubicBezTo>
                    <a:pt x="20627" y="20753"/>
                    <a:pt x="21114" y="21176"/>
                    <a:pt x="21600" y="2160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63" name="Línea"/>
            <p:cNvSpPr/>
            <p:nvPr/>
          </p:nvSpPr>
          <p:spPr>
            <a:xfrm>
              <a:off x="1645545" y="4197357"/>
              <a:ext cx="56721" cy="18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88900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64" name="Línea"/>
            <p:cNvSpPr/>
            <p:nvPr/>
          </p:nvSpPr>
          <p:spPr>
            <a:xfrm>
              <a:off x="-9074733" y="8016575"/>
              <a:ext cx="5691012" cy="191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68" fill="norm" stroke="1" extrusionOk="0">
                  <a:moveTo>
                    <a:pt x="0" y="0"/>
                  </a:moveTo>
                  <a:cubicBezTo>
                    <a:pt x="144" y="567"/>
                    <a:pt x="287" y="1133"/>
                    <a:pt x="550" y="1558"/>
                  </a:cubicBezTo>
                  <a:cubicBezTo>
                    <a:pt x="813" y="1983"/>
                    <a:pt x="1196" y="2266"/>
                    <a:pt x="1567" y="2443"/>
                  </a:cubicBezTo>
                  <a:cubicBezTo>
                    <a:pt x="1938" y="2620"/>
                    <a:pt x="2296" y="2691"/>
                    <a:pt x="2775" y="2904"/>
                  </a:cubicBezTo>
                  <a:cubicBezTo>
                    <a:pt x="3253" y="3116"/>
                    <a:pt x="3851" y="3470"/>
                    <a:pt x="4389" y="3860"/>
                  </a:cubicBezTo>
                  <a:cubicBezTo>
                    <a:pt x="4928" y="4249"/>
                    <a:pt x="5406" y="4674"/>
                    <a:pt x="5860" y="5099"/>
                  </a:cubicBezTo>
                  <a:cubicBezTo>
                    <a:pt x="6315" y="5524"/>
                    <a:pt x="6746" y="5949"/>
                    <a:pt x="7104" y="6515"/>
                  </a:cubicBezTo>
                  <a:cubicBezTo>
                    <a:pt x="7463" y="7082"/>
                    <a:pt x="7750" y="7790"/>
                    <a:pt x="7930" y="8286"/>
                  </a:cubicBezTo>
                  <a:cubicBezTo>
                    <a:pt x="8109" y="8782"/>
                    <a:pt x="8181" y="9065"/>
                    <a:pt x="8229" y="9384"/>
                  </a:cubicBezTo>
                  <a:cubicBezTo>
                    <a:pt x="8276" y="9702"/>
                    <a:pt x="8300" y="10056"/>
                    <a:pt x="8372" y="10233"/>
                  </a:cubicBezTo>
                  <a:cubicBezTo>
                    <a:pt x="8444" y="10410"/>
                    <a:pt x="8563" y="10410"/>
                    <a:pt x="8743" y="10340"/>
                  </a:cubicBezTo>
                  <a:cubicBezTo>
                    <a:pt x="8922" y="10269"/>
                    <a:pt x="9161" y="10127"/>
                    <a:pt x="9460" y="10163"/>
                  </a:cubicBezTo>
                  <a:cubicBezTo>
                    <a:pt x="9759" y="10198"/>
                    <a:pt x="10118" y="10410"/>
                    <a:pt x="10501" y="10765"/>
                  </a:cubicBezTo>
                  <a:cubicBezTo>
                    <a:pt x="10884" y="11119"/>
                    <a:pt x="11290" y="11614"/>
                    <a:pt x="11649" y="12146"/>
                  </a:cubicBezTo>
                  <a:cubicBezTo>
                    <a:pt x="12008" y="12677"/>
                    <a:pt x="12319" y="13243"/>
                    <a:pt x="12702" y="13810"/>
                  </a:cubicBezTo>
                  <a:cubicBezTo>
                    <a:pt x="13084" y="14376"/>
                    <a:pt x="13539" y="14943"/>
                    <a:pt x="14005" y="15510"/>
                  </a:cubicBezTo>
                  <a:cubicBezTo>
                    <a:pt x="14472" y="16076"/>
                    <a:pt x="14950" y="16643"/>
                    <a:pt x="15441" y="17280"/>
                  </a:cubicBezTo>
                  <a:cubicBezTo>
                    <a:pt x="15931" y="17917"/>
                    <a:pt x="16433" y="18626"/>
                    <a:pt x="16983" y="19228"/>
                  </a:cubicBezTo>
                  <a:cubicBezTo>
                    <a:pt x="17534" y="19830"/>
                    <a:pt x="18132" y="20325"/>
                    <a:pt x="18682" y="20750"/>
                  </a:cubicBezTo>
                  <a:cubicBezTo>
                    <a:pt x="19232" y="21175"/>
                    <a:pt x="19734" y="21529"/>
                    <a:pt x="20213" y="21565"/>
                  </a:cubicBezTo>
                  <a:cubicBezTo>
                    <a:pt x="20691" y="21600"/>
                    <a:pt x="21146" y="21317"/>
                    <a:pt x="21600" y="21033"/>
                  </a:cubicBezTo>
                </a:path>
              </a:pathLst>
            </a:custGeom>
            <a:noFill/>
            <a:ln w="88900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1266" name="Visualization with vectors in 2D &amp; 3D: what you did!"/>
          <p:cNvSpPr txBox="1"/>
          <p:nvPr/>
        </p:nvSpPr>
        <p:spPr>
          <a:xfrm>
            <a:off x="16123065" y="10228571"/>
            <a:ext cx="7692638" cy="1694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Visualization with vectors in 2D &amp; 3D: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what you did!</a:t>
            </a:r>
          </a:p>
        </p:txBody>
      </p:sp>
      <p:sp>
        <p:nvSpPr>
          <p:cNvPr id="1280" name="Línea de conexión"/>
          <p:cNvSpPr/>
          <p:nvPr/>
        </p:nvSpPr>
        <p:spPr>
          <a:xfrm>
            <a:off x="15904173" y="12242116"/>
            <a:ext cx="3948822" cy="4678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42" fill="norm" stroke="1" extrusionOk="0">
                <a:moveTo>
                  <a:pt x="21600" y="0"/>
                </a:moveTo>
                <a:cubicBezTo>
                  <a:pt x="14783" y="20559"/>
                  <a:pt x="7583" y="21600"/>
                  <a:pt x="0" y="3124"/>
                </a:cubicBezTo>
              </a:path>
            </a:pathLst>
          </a:custGeom>
          <a:ln w="50800">
            <a:solidFill>
              <a:srgbClr val="FFFFFF"/>
            </a:solidFill>
            <a:miter lim="400000"/>
            <a:tailEnd type="triangle"/>
          </a:ln>
        </p:spPr>
        <p:txBody>
          <a:bodyPr/>
          <a:lstStyle/>
          <a:p>
            <a:pPr/>
          </a:p>
        </p:txBody>
      </p:sp>
      <p:sp>
        <p:nvSpPr>
          <p:cNvPr id="1268" name="1. Tokenization"/>
          <p:cNvSpPr txBox="1"/>
          <p:nvPr/>
        </p:nvSpPr>
        <p:spPr>
          <a:xfrm>
            <a:off x="600674" y="464899"/>
            <a:ext cx="307375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1. Tokenization</a:t>
            </a:r>
          </a:p>
        </p:txBody>
      </p:sp>
      <p:sp>
        <p:nvSpPr>
          <p:cNvPr id="1269" name="2. Embedding"/>
          <p:cNvSpPr txBox="1"/>
          <p:nvPr/>
        </p:nvSpPr>
        <p:spPr>
          <a:xfrm>
            <a:off x="218388" y="7902900"/>
            <a:ext cx="302072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2. Embedding</a:t>
            </a:r>
          </a:p>
        </p:txBody>
      </p:sp>
      <p:sp>
        <p:nvSpPr>
          <p:cNvPr id="1270" name="3. Attention"/>
          <p:cNvSpPr txBox="1"/>
          <p:nvPr/>
        </p:nvSpPr>
        <p:spPr>
          <a:xfrm>
            <a:off x="3727325" y="9028965"/>
            <a:ext cx="2445564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3. Attention</a:t>
            </a:r>
          </a:p>
        </p:txBody>
      </p:sp>
      <p:sp>
        <p:nvSpPr>
          <p:cNvPr id="1271" name="4. Using previous knowledge to predict next word"/>
          <p:cNvSpPr txBox="1"/>
          <p:nvPr/>
        </p:nvSpPr>
        <p:spPr>
          <a:xfrm>
            <a:off x="5071416" y="12260559"/>
            <a:ext cx="1011143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4. Using previous knowledge to predict next word</a:t>
            </a:r>
          </a:p>
        </p:txBody>
      </p:sp>
      <p:sp>
        <p:nvSpPr>
          <p:cNvPr id="1272" name="5. Probability for each word"/>
          <p:cNvSpPr txBox="1"/>
          <p:nvPr/>
        </p:nvSpPr>
        <p:spPr>
          <a:xfrm>
            <a:off x="17834460" y="267143"/>
            <a:ext cx="5561839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5. Probability for each word</a:t>
            </a:r>
          </a:p>
        </p:txBody>
      </p:sp>
      <p:sp>
        <p:nvSpPr>
          <p:cNvPr id="1273" name="Línea"/>
          <p:cNvSpPr/>
          <p:nvPr/>
        </p:nvSpPr>
        <p:spPr>
          <a:xfrm flipV="1">
            <a:off x="1911355" y="1327236"/>
            <a:ext cx="452394" cy="108780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74" name="Línea"/>
          <p:cNvSpPr/>
          <p:nvPr/>
        </p:nvSpPr>
        <p:spPr>
          <a:xfrm flipV="1">
            <a:off x="22258694" y="1077735"/>
            <a:ext cx="452393" cy="108780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275" name="12.288Dim"/>
          <p:cNvSpPr txBox="1"/>
          <p:nvPr/>
        </p:nvSpPr>
        <p:spPr>
          <a:xfrm>
            <a:off x="5926170" y="10638744"/>
            <a:ext cx="281738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i="1"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12.288Dim</a:t>
            </a:r>
          </a:p>
        </p:txBody>
      </p:sp>
      <p:sp>
        <p:nvSpPr>
          <p:cNvPr id="1276" name="49.152Dim"/>
          <p:cNvSpPr txBox="1"/>
          <p:nvPr/>
        </p:nvSpPr>
        <p:spPr>
          <a:xfrm>
            <a:off x="8812602" y="11399661"/>
            <a:ext cx="281738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i="1" sz="2300">
                <a:solidFill>
                  <a:srgbClr val="5AC4F7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49.152Dim</a:t>
            </a:r>
          </a:p>
        </p:txBody>
      </p:sp>
      <p:sp>
        <p:nvSpPr>
          <p:cNvPr id="1277" name="12.288Dim"/>
          <p:cNvSpPr txBox="1"/>
          <p:nvPr/>
        </p:nvSpPr>
        <p:spPr>
          <a:xfrm>
            <a:off x="12513317" y="10955011"/>
            <a:ext cx="281738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i="1"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12.288Dim</a:t>
            </a:r>
          </a:p>
        </p:txBody>
      </p:sp>
      <p:sp>
        <p:nvSpPr>
          <p:cNvPr id="1278" name="6. Selects a word"/>
          <p:cNvSpPr txBox="1"/>
          <p:nvPr/>
        </p:nvSpPr>
        <p:spPr>
          <a:xfrm>
            <a:off x="22147269" y="5761174"/>
            <a:ext cx="2152195" cy="1283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6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6. Selects a word</a:t>
            </a:r>
          </a:p>
        </p:txBody>
      </p:sp>
      <p:sp>
        <p:nvSpPr>
          <p:cNvPr id="1279" name="Línea"/>
          <p:cNvSpPr/>
          <p:nvPr/>
        </p:nvSpPr>
        <p:spPr>
          <a:xfrm flipH="1" flipV="1">
            <a:off x="22484889" y="4516277"/>
            <a:ext cx="371312" cy="1099309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I crossed the street through the zebra"/>
          <p:cNvSpPr txBox="1"/>
          <p:nvPr/>
        </p:nvSpPr>
        <p:spPr>
          <a:xfrm>
            <a:off x="3341974" y="6394450"/>
            <a:ext cx="13572643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I crossed the street through the </a:t>
            </a:r>
            <a:r>
              <a:rPr>
                <a:solidFill>
                  <a:srgbClr val="E2C04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zebra</a:t>
            </a:r>
          </a:p>
        </p:txBody>
      </p:sp>
      <p:sp>
        <p:nvSpPr>
          <p:cNvPr id="1283" name="Rectángulo redondeado"/>
          <p:cNvSpPr/>
          <p:nvPr/>
        </p:nvSpPr>
        <p:spPr>
          <a:xfrm>
            <a:off x="17264578" y="6362700"/>
            <a:ext cx="3423941" cy="127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4" name="crossing"/>
          <p:cNvSpPr txBox="1"/>
          <p:nvPr/>
        </p:nvSpPr>
        <p:spPr>
          <a:xfrm>
            <a:off x="17416836" y="6369050"/>
            <a:ext cx="3071267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solidFill>
                  <a:srgbClr val="000000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crossing</a:t>
            </a:r>
          </a:p>
        </p:txBody>
      </p:sp>
      <p:sp>
        <p:nvSpPr>
          <p:cNvPr id="1285" name="Predicted word"/>
          <p:cNvSpPr txBox="1"/>
          <p:nvPr/>
        </p:nvSpPr>
        <p:spPr>
          <a:xfrm>
            <a:off x="16911071" y="5092699"/>
            <a:ext cx="413095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Predicted word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How does it learn?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does it learn?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With (MANY) examples! from the entire internet"/>
          <p:cNvSpPr txBox="1"/>
          <p:nvPr/>
        </p:nvSpPr>
        <p:spPr>
          <a:xfrm>
            <a:off x="885556" y="577426"/>
            <a:ext cx="7419198" cy="163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With (MANY) examples! </a:t>
            </a:r>
            <a:r>
              <a:rPr i="1" sz="4500">
                <a:latin typeface="Avenir Next Regular"/>
                <a:ea typeface="Avenir Next Regular"/>
                <a:cs typeface="Avenir Next Regular"/>
                <a:sym typeface="Avenir Next Regular"/>
              </a:rPr>
              <a:t>from the entire internet</a:t>
            </a:r>
          </a:p>
        </p:txBody>
      </p:sp>
      <p:sp>
        <p:nvSpPr>
          <p:cNvPr id="1290" name="The candles drifted higher as the hall filled with whispers, their flames trembling like they were listening. A young wizard tightened his grip on his wand, feeling magic hum beneath his skin as the doors slowly creaked open. Somewhere above, a staircase"/>
          <p:cNvSpPr txBox="1"/>
          <p:nvPr/>
        </p:nvSpPr>
        <p:spPr>
          <a:xfrm>
            <a:off x="14575235" y="1762842"/>
            <a:ext cx="8834641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candles drifted higher as the hall filled with whispers, their flames trembling like they were listening. A young wizard tightened his grip on his </a:t>
            </a:r>
            <a:r>
              <a:rPr b="1" sz="2900">
                <a:solidFill>
                  <a:schemeClr val="accent4">
                    <a:hueOff val="475731"/>
                    <a:satOff val="-4338"/>
                    <a:lumOff val="10182"/>
                  </a:schemeClr>
                </a:solidFill>
              </a:rPr>
              <a:t>wand</a:t>
            </a:r>
            <a:r>
              <a:t>, feeling magic hum beneath his skin as the doors slowly creaked open. Somewhere above, a staircase shifted, rearranging itself as if amused by the newcomers’ nerves. It felt like the castle itself was watching, quietly deciding what kind of night this would be.</a:t>
            </a:r>
          </a:p>
        </p:txBody>
      </p:sp>
      <p:sp>
        <p:nvSpPr>
          <p:cNvPr id="1291" name="Rectángulo redondeado"/>
          <p:cNvSpPr/>
          <p:nvPr/>
        </p:nvSpPr>
        <p:spPr>
          <a:xfrm>
            <a:off x="14339320" y="1640641"/>
            <a:ext cx="9306471" cy="2708204"/>
          </a:xfrm>
          <a:prstGeom prst="roundRect">
            <a:avLst>
              <a:gd name="adj" fmla="val 7034"/>
            </a:avLst>
          </a:prstGeom>
          <a:ln w="25400">
            <a:solidFill>
              <a:srgbClr val="6ED59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92" name="Example text"/>
          <p:cNvSpPr txBox="1"/>
          <p:nvPr/>
        </p:nvSpPr>
        <p:spPr>
          <a:xfrm>
            <a:off x="14352792" y="907272"/>
            <a:ext cx="3003881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6DD594"/>
                </a:solidFill>
              </a:defRPr>
            </a:lvl1pPr>
          </a:lstStyle>
          <a:p>
            <a:pPr/>
            <a:r>
              <a:t>Example 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" name="Dibujo"/>
          <p:cNvGrpSpPr/>
          <p:nvPr/>
        </p:nvGrpSpPr>
        <p:grpSpPr>
          <a:xfrm>
            <a:off x="3404367" y="6048347"/>
            <a:ext cx="11277407" cy="4557743"/>
            <a:chOff x="0" y="0"/>
            <a:chExt cx="11277405" cy="4557741"/>
          </a:xfrm>
        </p:grpSpPr>
        <p:sp>
          <p:nvSpPr>
            <p:cNvPr id="1294" name="Línea"/>
            <p:cNvSpPr/>
            <p:nvPr/>
          </p:nvSpPr>
          <p:spPr>
            <a:xfrm>
              <a:off x="0" y="689789"/>
              <a:ext cx="1196988" cy="741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95" name="Línea"/>
            <p:cNvSpPr/>
            <p:nvPr/>
          </p:nvSpPr>
          <p:spPr>
            <a:xfrm>
              <a:off x="3297" y="1451509"/>
              <a:ext cx="6596" cy="31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96" name="Línea"/>
            <p:cNvSpPr/>
            <p:nvPr/>
          </p:nvSpPr>
          <p:spPr>
            <a:xfrm>
              <a:off x="1196987" y="699682"/>
              <a:ext cx="9894" cy="346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97" name="Línea"/>
            <p:cNvSpPr/>
            <p:nvPr/>
          </p:nvSpPr>
          <p:spPr>
            <a:xfrm>
              <a:off x="49462" y="1045918"/>
              <a:ext cx="1107956" cy="712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98" name="Línea"/>
            <p:cNvSpPr/>
            <p:nvPr/>
          </p:nvSpPr>
          <p:spPr>
            <a:xfrm>
              <a:off x="217634" y="1283337"/>
              <a:ext cx="9893" cy="366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299" name="Línea"/>
            <p:cNvSpPr/>
            <p:nvPr/>
          </p:nvSpPr>
          <p:spPr>
            <a:xfrm>
              <a:off x="396264" y="1164627"/>
              <a:ext cx="19220" cy="346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0" name="Línea"/>
            <p:cNvSpPr/>
            <p:nvPr/>
          </p:nvSpPr>
          <p:spPr>
            <a:xfrm>
              <a:off x="593547" y="1065703"/>
              <a:ext cx="6596" cy="33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1" name="Línea"/>
            <p:cNvSpPr/>
            <p:nvPr/>
          </p:nvSpPr>
          <p:spPr>
            <a:xfrm>
              <a:off x="801289" y="946993"/>
              <a:ext cx="19786" cy="306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2" name="Línea"/>
            <p:cNvSpPr/>
            <p:nvPr/>
          </p:nvSpPr>
          <p:spPr>
            <a:xfrm>
              <a:off x="989246" y="808499"/>
              <a:ext cx="19785" cy="286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3" name="Línea"/>
            <p:cNvSpPr/>
            <p:nvPr/>
          </p:nvSpPr>
          <p:spPr>
            <a:xfrm>
              <a:off x="1256342" y="521617"/>
              <a:ext cx="178065" cy="108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4" name="Línea"/>
            <p:cNvSpPr/>
            <p:nvPr/>
          </p:nvSpPr>
          <p:spPr>
            <a:xfrm>
              <a:off x="1246449" y="937101"/>
              <a:ext cx="138496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5" name="Línea"/>
            <p:cNvSpPr/>
            <p:nvPr/>
          </p:nvSpPr>
          <p:spPr>
            <a:xfrm>
              <a:off x="1473976" y="541402"/>
              <a:ext cx="9894" cy="296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6" name="Línea"/>
            <p:cNvSpPr/>
            <p:nvPr/>
          </p:nvSpPr>
          <p:spPr>
            <a:xfrm>
              <a:off x="1281485" y="577675"/>
              <a:ext cx="191493" cy="330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7" name="Línea"/>
            <p:cNvSpPr/>
            <p:nvPr/>
          </p:nvSpPr>
          <p:spPr>
            <a:xfrm>
              <a:off x="1276127" y="773316"/>
              <a:ext cx="49463" cy="945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8" name="Línea"/>
            <p:cNvSpPr/>
            <p:nvPr/>
          </p:nvSpPr>
          <p:spPr>
            <a:xfrm>
              <a:off x="1375051" y="1154735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09" name="Línea"/>
            <p:cNvSpPr/>
            <p:nvPr/>
          </p:nvSpPr>
          <p:spPr>
            <a:xfrm>
              <a:off x="1454191" y="333661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0" name="Línea"/>
            <p:cNvSpPr/>
            <p:nvPr/>
          </p:nvSpPr>
          <p:spPr>
            <a:xfrm>
              <a:off x="2393975" y="353446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1" name="Línea"/>
            <p:cNvSpPr/>
            <p:nvPr/>
          </p:nvSpPr>
          <p:spPr>
            <a:xfrm>
              <a:off x="1523438" y="1787852"/>
              <a:ext cx="821076" cy="702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2" name="Línea"/>
            <p:cNvSpPr/>
            <p:nvPr/>
          </p:nvSpPr>
          <p:spPr>
            <a:xfrm>
              <a:off x="1632255" y="1026133"/>
              <a:ext cx="9894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3" name="Línea"/>
            <p:cNvSpPr/>
            <p:nvPr/>
          </p:nvSpPr>
          <p:spPr>
            <a:xfrm>
              <a:off x="1790535" y="808499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4" name="Línea"/>
            <p:cNvSpPr/>
            <p:nvPr/>
          </p:nvSpPr>
          <p:spPr>
            <a:xfrm>
              <a:off x="1968599" y="699682"/>
              <a:ext cx="59356" cy="1384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5" name="Línea"/>
            <p:cNvSpPr/>
            <p:nvPr/>
          </p:nvSpPr>
          <p:spPr>
            <a:xfrm>
              <a:off x="2186233" y="541402"/>
              <a:ext cx="39571" cy="1375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6" name="Línea"/>
            <p:cNvSpPr/>
            <p:nvPr/>
          </p:nvSpPr>
          <p:spPr>
            <a:xfrm>
              <a:off x="2443437" y="155596"/>
              <a:ext cx="207743" cy="158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7" name="Línea"/>
            <p:cNvSpPr/>
            <p:nvPr/>
          </p:nvSpPr>
          <p:spPr>
            <a:xfrm>
              <a:off x="2354405" y="145704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8" name="Línea"/>
            <p:cNvSpPr/>
            <p:nvPr/>
          </p:nvSpPr>
          <p:spPr>
            <a:xfrm>
              <a:off x="2611609" y="0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19" name="Línea"/>
            <p:cNvSpPr/>
            <p:nvPr/>
          </p:nvSpPr>
          <p:spPr>
            <a:xfrm>
              <a:off x="2715341" y="116027"/>
              <a:ext cx="123789" cy="1236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0" name="Línea"/>
            <p:cNvSpPr/>
            <p:nvPr/>
          </p:nvSpPr>
          <p:spPr>
            <a:xfrm>
              <a:off x="3202358" y="1537742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1" name="Línea"/>
            <p:cNvSpPr/>
            <p:nvPr/>
          </p:nvSpPr>
          <p:spPr>
            <a:xfrm>
              <a:off x="3281498" y="716668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2" name="Línea"/>
            <p:cNvSpPr/>
            <p:nvPr/>
          </p:nvSpPr>
          <p:spPr>
            <a:xfrm>
              <a:off x="4221282" y="736453"/>
              <a:ext cx="98925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3" name="Línea"/>
            <p:cNvSpPr/>
            <p:nvPr/>
          </p:nvSpPr>
          <p:spPr>
            <a:xfrm>
              <a:off x="3350745" y="2170860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4" name="Línea"/>
            <p:cNvSpPr/>
            <p:nvPr/>
          </p:nvSpPr>
          <p:spPr>
            <a:xfrm>
              <a:off x="3459562" y="1409140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5" name="Línea"/>
            <p:cNvSpPr/>
            <p:nvPr/>
          </p:nvSpPr>
          <p:spPr>
            <a:xfrm>
              <a:off x="3617841" y="1191506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6" name="Línea"/>
            <p:cNvSpPr/>
            <p:nvPr/>
          </p:nvSpPr>
          <p:spPr>
            <a:xfrm>
              <a:off x="3795906" y="1082689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7" name="Línea"/>
            <p:cNvSpPr/>
            <p:nvPr/>
          </p:nvSpPr>
          <p:spPr>
            <a:xfrm>
              <a:off x="4013540" y="924410"/>
              <a:ext cx="39570" cy="1375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8" name="Línea"/>
            <p:cNvSpPr/>
            <p:nvPr/>
          </p:nvSpPr>
          <p:spPr>
            <a:xfrm>
              <a:off x="4270743" y="538604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29" name="Línea"/>
            <p:cNvSpPr/>
            <p:nvPr/>
          </p:nvSpPr>
          <p:spPr>
            <a:xfrm>
              <a:off x="4181711" y="528711"/>
              <a:ext cx="346238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0" name="Línea"/>
            <p:cNvSpPr/>
            <p:nvPr/>
          </p:nvSpPr>
          <p:spPr>
            <a:xfrm>
              <a:off x="4438915" y="383007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1" name="Línea"/>
            <p:cNvSpPr/>
            <p:nvPr/>
          </p:nvSpPr>
          <p:spPr>
            <a:xfrm>
              <a:off x="4542647" y="499034"/>
              <a:ext cx="123790" cy="123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2" name="Línea"/>
            <p:cNvSpPr/>
            <p:nvPr/>
          </p:nvSpPr>
          <p:spPr>
            <a:xfrm>
              <a:off x="3508016" y="268124"/>
              <a:ext cx="953484" cy="817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502" fill="norm" stroke="1" extrusionOk="0">
                  <a:moveTo>
                    <a:pt x="86" y="21502"/>
                  </a:moveTo>
                  <a:cubicBezTo>
                    <a:pt x="11" y="19680"/>
                    <a:pt x="-63" y="17859"/>
                    <a:pt x="86" y="16080"/>
                  </a:cubicBezTo>
                  <a:cubicBezTo>
                    <a:pt x="235" y="14302"/>
                    <a:pt x="607" y="12567"/>
                    <a:pt x="1240" y="11006"/>
                  </a:cubicBezTo>
                  <a:cubicBezTo>
                    <a:pt x="1874" y="9444"/>
                    <a:pt x="2767" y="8056"/>
                    <a:pt x="3885" y="6755"/>
                  </a:cubicBezTo>
                  <a:cubicBezTo>
                    <a:pt x="5002" y="5454"/>
                    <a:pt x="6343" y="4239"/>
                    <a:pt x="8056" y="3112"/>
                  </a:cubicBezTo>
                  <a:cubicBezTo>
                    <a:pt x="9769" y="1984"/>
                    <a:pt x="11854" y="943"/>
                    <a:pt x="13679" y="422"/>
                  </a:cubicBezTo>
                  <a:cubicBezTo>
                    <a:pt x="15504" y="-98"/>
                    <a:pt x="17068" y="-98"/>
                    <a:pt x="18334" y="206"/>
                  </a:cubicBezTo>
                  <a:cubicBezTo>
                    <a:pt x="19600" y="509"/>
                    <a:pt x="20569" y="1116"/>
                    <a:pt x="21537" y="1724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3" name="Línea"/>
            <p:cNvSpPr/>
            <p:nvPr/>
          </p:nvSpPr>
          <p:spPr>
            <a:xfrm>
              <a:off x="4342789" y="205059"/>
              <a:ext cx="157676" cy="1933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466" fill="norm" stroke="1" extrusionOk="0">
                  <a:moveTo>
                    <a:pt x="9257" y="0"/>
                  </a:moveTo>
                  <a:cubicBezTo>
                    <a:pt x="11461" y="3295"/>
                    <a:pt x="13665" y="6590"/>
                    <a:pt x="15429" y="8969"/>
                  </a:cubicBezTo>
                  <a:cubicBezTo>
                    <a:pt x="17192" y="11349"/>
                    <a:pt x="18514" y="12814"/>
                    <a:pt x="19616" y="14461"/>
                  </a:cubicBezTo>
                  <a:cubicBezTo>
                    <a:pt x="20718" y="16108"/>
                    <a:pt x="21600" y="17939"/>
                    <a:pt x="20718" y="19220"/>
                  </a:cubicBezTo>
                  <a:cubicBezTo>
                    <a:pt x="19837" y="20502"/>
                    <a:pt x="17192" y="21234"/>
                    <a:pt x="13445" y="21417"/>
                  </a:cubicBezTo>
                  <a:cubicBezTo>
                    <a:pt x="9698" y="21600"/>
                    <a:pt x="4849" y="21234"/>
                    <a:pt x="0" y="20868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4" name="Línea"/>
            <p:cNvSpPr/>
            <p:nvPr/>
          </p:nvSpPr>
          <p:spPr>
            <a:xfrm>
              <a:off x="3897629" y="521618"/>
              <a:ext cx="415485" cy="306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71" y="19277"/>
                    <a:pt x="343" y="16955"/>
                    <a:pt x="943" y="14748"/>
                  </a:cubicBezTo>
                  <a:cubicBezTo>
                    <a:pt x="1543" y="12542"/>
                    <a:pt x="2571" y="10452"/>
                    <a:pt x="4371" y="8361"/>
                  </a:cubicBezTo>
                  <a:cubicBezTo>
                    <a:pt x="6171" y="6271"/>
                    <a:pt x="8743" y="4181"/>
                    <a:pt x="11743" y="2787"/>
                  </a:cubicBezTo>
                  <a:cubicBezTo>
                    <a:pt x="14743" y="1394"/>
                    <a:pt x="18171" y="69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5" name="Línea"/>
            <p:cNvSpPr/>
            <p:nvPr/>
          </p:nvSpPr>
          <p:spPr>
            <a:xfrm>
              <a:off x="4243865" y="477877"/>
              <a:ext cx="102357" cy="103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2" h="21104" fill="norm" stroke="1" extrusionOk="0">
                  <a:moveTo>
                    <a:pt x="0" y="854"/>
                  </a:moveTo>
                  <a:cubicBezTo>
                    <a:pt x="3375" y="179"/>
                    <a:pt x="6750" y="-496"/>
                    <a:pt x="10125" y="517"/>
                  </a:cubicBezTo>
                  <a:cubicBezTo>
                    <a:pt x="13500" y="1529"/>
                    <a:pt x="16875" y="4229"/>
                    <a:pt x="18900" y="7267"/>
                  </a:cubicBezTo>
                  <a:cubicBezTo>
                    <a:pt x="20925" y="10304"/>
                    <a:pt x="21600" y="13679"/>
                    <a:pt x="20250" y="16041"/>
                  </a:cubicBezTo>
                  <a:cubicBezTo>
                    <a:pt x="18900" y="18404"/>
                    <a:pt x="15525" y="19754"/>
                    <a:pt x="12150" y="21104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6" name="Línea"/>
            <p:cNvSpPr/>
            <p:nvPr/>
          </p:nvSpPr>
          <p:spPr>
            <a:xfrm>
              <a:off x="3483617" y="1362477"/>
              <a:ext cx="131053" cy="1196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8" h="21600" fill="norm" stroke="1" extrusionOk="0">
                  <a:moveTo>
                    <a:pt x="13989" y="0"/>
                  </a:moveTo>
                  <a:cubicBezTo>
                    <a:pt x="11355" y="0"/>
                    <a:pt x="8721" y="0"/>
                    <a:pt x="8194" y="149"/>
                  </a:cubicBezTo>
                  <a:cubicBezTo>
                    <a:pt x="7667" y="298"/>
                    <a:pt x="9248" y="595"/>
                    <a:pt x="10828" y="863"/>
                  </a:cubicBezTo>
                  <a:cubicBezTo>
                    <a:pt x="12409" y="1131"/>
                    <a:pt x="13989" y="1369"/>
                    <a:pt x="15306" y="1636"/>
                  </a:cubicBezTo>
                  <a:cubicBezTo>
                    <a:pt x="16624" y="1904"/>
                    <a:pt x="17677" y="2202"/>
                    <a:pt x="16887" y="2291"/>
                  </a:cubicBezTo>
                  <a:cubicBezTo>
                    <a:pt x="16097" y="2380"/>
                    <a:pt x="13463" y="2261"/>
                    <a:pt x="11092" y="2083"/>
                  </a:cubicBezTo>
                  <a:cubicBezTo>
                    <a:pt x="8721" y="1904"/>
                    <a:pt x="6614" y="1666"/>
                    <a:pt x="6614" y="1696"/>
                  </a:cubicBezTo>
                  <a:cubicBezTo>
                    <a:pt x="6614" y="1726"/>
                    <a:pt x="8721" y="2023"/>
                    <a:pt x="10565" y="2321"/>
                  </a:cubicBezTo>
                  <a:cubicBezTo>
                    <a:pt x="12409" y="2618"/>
                    <a:pt x="13989" y="2916"/>
                    <a:pt x="15570" y="3183"/>
                  </a:cubicBezTo>
                  <a:cubicBezTo>
                    <a:pt x="17150" y="3451"/>
                    <a:pt x="18731" y="3689"/>
                    <a:pt x="18204" y="3838"/>
                  </a:cubicBezTo>
                  <a:cubicBezTo>
                    <a:pt x="17677" y="3987"/>
                    <a:pt x="15043" y="4046"/>
                    <a:pt x="12409" y="3927"/>
                  </a:cubicBezTo>
                  <a:cubicBezTo>
                    <a:pt x="9775" y="3808"/>
                    <a:pt x="7141" y="3511"/>
                    <a:pt x="4770" y="3243"/>
                  </a:cubicBezTo>
                  <a:cubicBezTo>
                    <a:pt x="2399" y="2975"/>
                    <a:pt x="292" y="2737"/>
                    <a:pt x="28" y="2737"/>
                  </a:cubicBezTo>
                  <a:cubicBezTo>
                    <a:pt x="-235" y="2737"/>
                    <a:pt x="1345" y="2975"/>
                    <a:pt x="4506" y="3540"/>
                  </a:cubicBezTo>
                  <a:cubicBezTo>
                    <a:pt x="7667" y="4106"/>
                    <a:pt x="12409" y="4998"/>
                    <a:pt x="15306" y="5593"/>
                  </a:cubicBezTo>
                  <a:cubicBezTo>
                    <a:pt x="18204" y="6188"/>
                    <a:pt x="19258" y="6486"/>
                    <a:pt x="18467" y="6575"/>
                  </a:cubicBezTo>
                  <a:cubicBezTo>
                    <a:pt x="17677" y="6664"/>
                    <a:pt x="15043" y="6545"/>
                    <a:pt x="12145" y="6278"/>
                  </a:cubicBezTo>
                  <a:cubicBezTo>
                    <a:pt x="9248" y="6010"/>
                    <a:pt x="6087" y="5593"/>
                    <a:pt x="5033" y="5534"/>
                  </a:cubicBezTo>
                  <a:cubicBezTo>
                    <a:pt x="3980" y="5474"/>
                    <a:pt x="5033" y="5772"/>
                    <a:pt x="6614" y="6218"/>
                  </a:cubicBezTo>
                  <a:cubicBezTo>
                    <a:pt x="8194" y="6664"/>
                    <a:pt x="10302" y="7260"/>
                    <a:pt x="11619" y="7706"/>
                  </a:cubicBezTo>
                  <a:cubicBezTo>
                    <a:pt x="12936" y="8152"/>
                    <a:pt x="13463" y="8450"/>
                    <a:pt x="12145" y="8420"/>
                  </a:cubicBezTo>
                  <a:cubicBezTo>
                    <a:pt x="10828" y="8390"/>
                    <a:pt x="7667" y="8033"/>
                    <a:pt x="6614" y="8003"/>
                  </a:cubicBezTo>
                  <a:cubicBezTo>
                    <a:pt x="5560" y="7974"/>
                    <a:pt x="6614" y="8271"/>
                    <a:pt x="8458" y="8717"/>
                  </a:cubicBezTo>
                  <a:cubicBezTo>
                    <a:pt x="10302" y="9164"/>
                    <a:pt x="12936" y="9759"/>
                    <a:pt x="14780" y="10205"/>
                  </a:cubicBezTo>
                  <a:cubicBezTo>
                    <a:pt x="16624" y="10651"/>
                    <a:pt x="17677" y="10949"/>
                    <a:pt x="16887" y="11038"/>
                  </a:cubicBezTo>
                  <a:cubicBezTo>
                    <a:pt x="16097" y="11127"/>
                    <a:pt x="13463" y="11008"/>
                    <a:pt x="12936" y="11127"/>
                  </a:cubicBezTo>
                  <a:cubicBezTo>
                    <a:pt x="12409" y="11246"/>
                    <a:pt x="13989" y="11603"/>
                    <a:pt x="15570" y="12079"/>
                  </a:cubicBezTo>
                  <a:cubicBezTo>
                    <a:pt x="17150" y="12555"/>
                    <a:pt x="18731" y="13150"/>
                    <a:pt x="19785" y="13597"/>
                  </a:cubicBezTo>
                  <a:cubicBezTo>
                    <a:pt x="20838" y="14043"/>
                    <a:pt x="21365" y="14340"/>
                    <a:pt x="20048" y="14281"/>
                  </a:cubicBezTo>
                  <a:cubicBezTo>
                    <a:pt x="18731" y="14221"/>
                    <a:pt x="15570" y="13805"/>
                    <a:pt x="13199" y="13478"/>
                  </a:cubicBezTo>
                  <a:cubicBezTo>
                    <a:pt x="10828" y="13150"/>
                    <a:pt x="9248" y="12912"/>
                    <a:pt x="9248" y="12942"/>
                  </a:cubicBezTo>
                  <a:cubicBezTo>
                    <a:pt x="9248" y="12972"/>
                    <a:pt x="10828" y="13269"/>
                    <a:pt x="12936" y="13745"/>
                  </a:cubicBezTo>
                  <a:cubicBezTo>
                    <a:pt x="15043" y="14221"/>
                    <a:pt x="17677" y="14876"/>
                    <a:pt x="19258" y="15352"/>
                  </a:cubicBezTo>
                  <a:cubicBezTo>
                    <a:pt x="20838" y="15828"/>
                    <a:pt x="21365" y="16126"/>
                    <a:pt x="20575" y="16185"/>
                  </a:cubicBezTo>
                  <a:cubicBezTo>
                    <a:pt x="19785" y="16245"/>
                    <a:pt x="17677" y="16066"/>
                    <a:pt x="15306" y="15798"/>
                  </a:cubicBezTo>
                  <a:cubicBezTo>
                    <a:pt x="12936" y="15531"/>
                    <a:pt x="10302" y="15174"/>
                    <a:pt x="8194" y="14876"/>
                  </a:cubicBezTo>
                  <a:cubicBezTo>
                    <a:pt x="6087" y="14579"/>
                    <a:pt x="4506" y="14340"/>
                    <a:pt x="3980" y="14400"/>
                  </a:cubicBezTo>
                  <a:cubicBezTo>
                    <a:pt x="3453" y="14460"/>
                    <a:pt x="3980" y="14817"/>
                    <a:pt x="5560" y="15322"/>
                  </a:cubicBezTo>
                  <a:cubicBezTo>
                    <a:pt x="7141" y="15828"/>
                    <a:pt x="9775" y="16483"/>
                    <a:pt x="11882" y="17078"/>
                  </a:cubicBezTo>
                  <a:cubicBezTo>
                    <a:pt x="13989" y="17673"/>
                    <a:pt x="15570" y="18208"/>
                    <a:pt x="15306" y="18357"/>
                  </a:cubicBezTo>
                  <a:cubicBezTo>
                    <a:pt x="15043" y="18506"/>
                    <a:pt x="12936" y="18268"/>
                    <a:pt x="11092" y="18000"/>
                  </a:cubicBezTo>
                  <a:cubicBezTo>
                    <a:pt x="9248" y="17732"/>
                    <a:pt x="7667" y="17435"/>
                    <a:pt x="6877" y="17435"/>
                  </a:cubicBezTo>
                  <a:cubicBezTo>
                    <a:pt x="6087" y="17435"/>
                    <a:pt x="6087" y="17732"/>
                    <a:pt x="6614" y="18060"/>
                  </a:cubicBezTo>
                  <a:cubicBezTo>
                    <a:pt x="7141" y="18387"/>
                    <a:pt x="8194" y="18744"/>
                    <a:pt x="8985" y="19101"/>
                  </a:cubicBezTo>
                  <a:cubicBezTo>
                    <a:pt x="9775" y="19458"/>
                    <a:pt x="10302" y="19815"/>
                    <a:pt x="8721" y="19815"/>
                  </a:cubicBezTo>
                  <a:cubicBezTo>
                    <a:pt x="7141" y="19815"/>
                    <a:pt x="3453" y="19458"/>
                    <a:pt x="2663" y="19517"/>
                  </a:cubicBezTo>
                  <a:cubicBezTo>
                    <a:pt x="1872" y="19577"/>
                    <a:pt x="3980" y="20053"/>
                    <a:pt x="5297" y="20469"/>
                  </a:cubicBezTo>
                  <a:cubicBezTo>
                    <a:pt x="6614" y="20886"/>
                    <a:pt x="7141" y="21243"/>
                    <a:pt x="7667" y="21600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7" name="Línea"/>
            <p:cNvSpPr/>
            <p:nvPr/>
          </p:nvSpPr>
          <p:spPr>
            <a:xfrm>
              <a:off x="3861356" y="1009646"/>
              <a:ext cx="184571" cy="1307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575" fill="norm" stroke="1" extrusionOk="0">
                  <a:moveTo>
                    <a:pt x="9853" y="272"/>
                  </a:moveTo>
                  <a:cubicBezTo>
                    <a:pt x="11368" y="435"/>
                    <a:pt x="12884" y="598"/>
                    <a:pt x="14021" y="816"/>
                  </a:cubicBezTo>
                  <a:cubicBezTo>
                    <a:pt x="15158" y="1034"/>
                    <a:pt x="15916" y="1306"/>
                    <a:pt x="15347" y="1387"/>
                  </a:cubicBezTo>
                  <a:cubicBezTo>
                    <a:pt x="14779" y="1469"/>
                    <a:pt x="12884" y="1360"/>
                    <a:pt x="10989" y="1170"/>
                  </a:cubicBezTo>
                  <a:cubicBezTo>
                    <a:pt x="9095" y="979"/>
                    <a:pt x="7200" y="707"/>
                    <a:pt x="5495" y="462"/>
                  </a:cubicBezTo>
                  <a:cubicBezTo>
                    <a:pt x="3789" y="218"/>
                    <a:pt x="2274" y="0"/>
                    <a:pt x="2274" y="0"/>
                  </a:cubicBezTo>
                  <a:cubicBezTo>
                    <a:pt x="2274" y="0"/>
                    <a:pt x="3789" y="218"/>
                    <a:pt x="6821" y="789"/>
                  </a:cubicBezTo>
                  <a:cubicBezTo>
                    <a:pt x="9853" y="1360"/>
                    <a:pt x="14400" y="2285"/>
                    <a:pt x="16863" y="2884"/>
                  </a:cubicBezTo>
                  <a:cubicBezTo>
                    <a:pt x="19326" y="3482"/>
                    <a:pt x="19705" y="3754"/>
                    <a:pt x="18758" y="3836"/>
                  </a:cubicBezTo>
                  <a:cubicBezTo>
                    <a:pt x="17811" y="3917"/>
                    <a:pt x="15537" y="3809"/>
                    <a:pt x="13642" y="3645"/>
                  </a:cubicBezTo>
                  <a:cubicBezTo>
                    <a:pt x="11747" y="3482"/>
                    <a:pt x="10232" y="3264"/>
                    <a:pt x="8716" y="3047"/>
                  </a:cubicBezTo>
                  <a:cubicBezTo>
                    <a:pt x="7200" y="2829"/>
                    <a:pt x="5684" y="2612"/>
                    <a:pt x="5305" y="2639"/>
                  </a:cubicBezTo>
                  <a:cubicBezTo>
                    <a:pt x="4926" y="2666"/>
                    <a:pt x="5684" y="2938"/>
                    <a:pt x="7958" y="3591"/>
                  </a:cubicBezTo>
                  <a:cubicBezTo>
                    <a:pt x="10232" y="4244"/>
                    <a:pt x="14021" y="5278"/>
                    <a:pt x="16105" y="5985"/>
                  </a:cubicBezTo>
                  <a:cubicBezTo>
                    <a:pt x="18189" y="6692"/>
                    <a:pt x="18568" y="7073"/>
                    <a:pt x="17621" y="7182"/>
                  </a:cubicBezTo>
                  <a:cubicBezTo>
                    <a:pt x="16674" y="7291"/>
                    <a:pt x="14400" y="7127"/>
                    <a:pt x="12695" y="6937"/>
                  </a:cubicBezTo>
                  <a:cubicBezTo>
                    <a:pt x="10989" y="6747"/>
                    <a:pt x="9853" y="6529"/>
                    <a:pt x="7768" y="6148"/>
                  </a:cubicBezTo>
                  <a:cubicBezTo>
                    <a:pt x="5684" y="5767"/>
                    <a:pt x="2653" y="5223"/>
                    <a:pt x="2463" y="5169"/>
                  </a:cubicBezTo>
                  <a:cubicBezTo>
                    <a:pt x="2274" y="5114"/>
                    <a:pt x="4926" y="5550"/>
                    <a:pt x="8337" y="6230"/>
                  </a:cubicBezTo>
                  <a:cubicBezTo>
                    <a:pt x="11747" y="6910"/>
                    <a:pt x="15916" y="7835"/>
                    <a:pt x="18379" y="8488"/>
                  </a:cubicBezTo>
                  <a:cubicBezTo>
                    <a:pt x="20842" y="9141"/>
                    <a:pt x="21600" y="9521"/>
                    <a:pt x="21032" y="9712"/>
                  </a:cubicBezTo>
                  <a:cubicBezTo>
                    <a:pt x="20463" y="9902"/>
                    <a:pt x="18568" y="9902"/>
                    <a:pt x="16105" y="9657"/>
                  </a:cubicBezTo>
                  <a:cubicBezTo>
                    <a:pt x="13642" y="9413"/>
                    <a:pt x="10611" y="8923"/>
                    <a:pt x="8147" y="8460"/>
                  </a:cubicBezTo>
                  <a:cubicBezTo>
                    <a:pt x="5684" y="7998"/>
                    <a:pt x="3789" y="7563"/>
                    <a:pt x="3411" y="7508"/>
                  </a:cubicBezTo>
                  <a:cubicBezTo>
                    <a:pt x="3032" y="7454"/>
                    <a:pt x="4168" y="7780"/>
                    <a:pt x="5684" y="8243"/>
                  </a:cubicBezTo>
                  <a:cubicBezTo>
                    <a:pt x="7200" y="8705"/>
                    <a:pt x="9095" y="9304"/>
                    <a:pt x="10421" y="9766"/>
                  </a:cubicBezTo>
                  <a:cubicBezTo>
                    <a:pt x="11747" y="10229"/>
                    <a:pt x="12505" y="10555"/>
                    <a:pt x="13074" y="10854"/>
                  </a:cubicBezTo>
                  <a:cubicBezTo>
                    <a:pt x="13642" y="11154"/>
                    <a:pt x="14021" y="11426"/>
                    <a:pt x="13263" y="11480"/>
                  </a:cubicBezTo>
                  <a:cubicBezTo>
                    <a:pt x="12505" y="11535"/>
                    <a:pt x="10611" y="11371"/>
                    <a:pt x="8716" y="11099"/>
                  </a:cubicBezTo>
                  <a:cubicBezTo>
                    <a:pt x="6821" y="10827"/>
                    <a:pt x="4926" y="10446"/>
                    <a:pt x="3221" y="10065"/>
                  </a:cubicBezTo>
                  <a:cubicBezTo>
                    <a:pt x="1516" y="9685"/>
                    <a:pt x="0" y="9304"/>
                    <a:pt x="0" y="9277"/>
                  </a:cubicBezTo>
                  <a:cubicBezTo>
                    <a:pt x="0" y="9249"/>
                    <a:pt x="1516" y="9576"/>
                    <a:pt x="3789" y="10202"/>
                  </a:cubicBezTo>
                  <a:cubicBezTo>
                    <a:pt x="6063" y="10827"/>
                    <a:pt x="9095" y="11752"/>
                    <a:pt x="10989" y="12351"/>
                  </a:cubicBezTo>
                  <a:cubicBezTo>
                    <a:pt x="12884" y="12949"/>
                    <a:pt x="13642" y="13221"/>
                    <a:pt x="13074" y="13357"/>
                  </a:cubicBezTo>
                  <a:cubicBezTo>
                    <a:pt x="12505" y="13493"/>
                    <a:pt x="10611" y="13493"/>
                    <a:pt x="8905" y="13384"/>
                  </a:cubicBezTo>
                  <a:cubicBezTo>
                    <a:pt x="7200" y="13276"/>
                    <a:pt x="5684" y="13058"/>
                    <a:pt x="4168" y="12813"/>
                  </a:cubicBezTo>
                  <a:cubicBezTo>
                    <a:pt x="2653" y="12568"/>
                    <a:pt x="1137" y="12296"/>
                    <a:pt x="758" y="12296"/>
                  </a:cubicBezTo>
                  <a:cubicBezTo>
                    <a:pt x="379" y="12296"/>
                    <a:pt x="1137" y="12568"/>
                    <a:pt x="3032" y="13194"/>
                  </a:cubicBezTo>
                  <a:cubicBezTo>
                    <a:pt x="4926" y="13820"/>
                    <a:pt x="7958" y="14799"/>
                    <a:pt x="9853" y="15534"/>
                  </a:cubicBezTo>
                  <a:cubicBezTo>
                    <a:pt x="11747" y="16268"/>
                    <a:pt x="12505" y="16758"/>
                    <a:pt x="11937" y="16921"/>
                  </a:cubicBezTo>
                  <a:cubicBezTo>
                    <a:pt x="11368" y="17084"/>
                    <a:pt x="9474" y="16921"/>
                    <a:pt x="7958" y="16730"/>
                  </a:cubicBezTo>
                  <a:cubicBezTo>
                    <a:pt x="6442" y="16540"/>
                    <a:pt x="5305" y="16322"/>
                    <a:pt x="3979" y="16105"/>
                  </a:cubicBezTo>
                  <a:cubicBezTo>
                    <a:pt x="2653" y="15887"/>
                    <a:pt x="1137" y="15670"/>
                    <a:pt x="947" y="15724"/>
                  </a:cubicBezTo>
                  <a:cubicBezTo>
                    <a:pt x="758" y="15778"/>
                    <a:pt x="1895" y="16105"/>
                    <a:pt x="4358" y="16785"/>
                  </a:cubicBezTo>
                  <a:cubicBezTo>
                    <a:pt x="6821" y="17465"/>
                    <a:pt x="10611" y="18499"/>
                    <a:pt x="12695" y="19206"/>
                  </a:cubicBezTo>
                  <a:cubicBezTo>
                    <a:pt x="14779" y="19913"/>
                    <a:pt x="15158" y="20294"/>
                    <a:pt x="14589" y="20403"/>
                  </a:cubicBezTo>
                  <a:cubicBezTo>
                    <a:pt x="14021" y="20512"/>
                    <a:pt x="12505" y="20349"/>
                    <a:pt x="11179" y="20158"/>
                  </a:cubicBezTo>
                  <a:cubicBezTo>
                    <a:pt x="9853" y="19968"/>
                    <a:pt x="8716" y="19750"/>
                    <a:pt x="7579" y="19532"/>
                  </a:cubicBezTo>
                  <a:cubicBezTo>
                    <a:pt x="6442" y="19315"/>
                    <a:pt x="5305" y="19097"/>
                    <a:pt x="5116" y="19124"/>
                  </a:cubicBezTo>
                  <a:cubicBezTo>
                    <a:pt x="4926" y="19152"/>
                    <a:pt x="5684" y="19424"/>
                    <a:pt x="6442" y="19777"/>
                  </a:cubicBezTo>
                  <a:cubicBezTo>
                    <a:pt x="7200" y="20131"/>
                    <a:pt x="7958" y="20566"/>
                    <a:pt x="8526" y="20920"/>
                  </a:cubicBezTo>
                  <a:cubicBezTo>
                    <a:pt x="9095" y="21274"/>
                    <a:pt x="9474" y="21546"/>
                    <a:pt x="8526" y="21573"/>
                  </a:cubicBezTo>
                  <a:cubicBezTo>
                    <a:pt x="7579" y="21600"/>
                    <a:pt x="5305" y="21382"/>
                    <a:pt x="3032" y="21165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8" name="Línea"/>
            <p:cNvSpPr/>
            <p:nvPr/>
          </p:nvSpPr>
          <p:spPr>
            <a:xfrm>
              <a:off x="4468593" y="2052150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39" name="Línea"/>
            <p:cNvSpPr/>
            <p:nvPr/>
          </p:nvSpPr>
          <p:spPr>
            <a:xfrm>
              <a:off x="4547733" y="1231076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0" name="Línea"/>
            <p:cNvSpPr/>
            <p:nvPr/>
          </p:nvSpPr>
          <p:spPr>
            <a:xfrm>
              <a:off x="5487516" y="1250861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1" name="Línea"/>
            <p:cNvSpPr/>
            <p:nvPr/>
          </p:nvSpPr>
          <p:spPr>
            <a:xfrm>
              <a:off x="4616980" y="2685268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2" name="Línea"/>
            <p:cNvSpPr/>
            <p:nvPr/>
          </p:nvSpPr>
          <p:spPr>
            <a:xfrm>
              <a:off x="4725797" y="1923548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3" name="Línea"/>
            <p:cNvSpPr/>
            <p:nvPr/>
          </p:nvSpPr>
          <p:spPr>
            <a:xfrm>
              <a:off x="4884076" y="1705914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4" name="Línea"/>
            <p:cNvSpPr/>
            <p:nvPr/>
          </p:nvSpPr>
          <p:spPr>
            <a:xfrm>
              <a:off x="5062141" y="1597097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5" name="Línea"/>
            <p:cNvSpPr/>
            <p:nvPr/>
          </p:nvSpPr>
          <p:spPr>
            <a:xfrm>
              <a:off x="5279775" y="1438818"/>
              <a:ext cx="39570" cy="137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6" name="Línea"/>
            <p:cNvSpPr/>
            <p:nvPr/>
          </p:nvSpPr>
          <p:spPr>
            <a:xfrm>
              <a:off x="5536978" y="1053012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7" name="Línea"/>
            <p:cNvSpPr/>
            <p:nvPr/>
          </p:nvSpPr>
          <p:spPr>
            <a:xfrm>
              <a:off x="5447946" y="1043119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8" name="Línea"/>
            <p:cNvSpPr/>
            <p:nvPr/>
          </p:nvSpPr>
          <p:spPr>
            <a:xfrm>
              <a:off x="5705150" y="897415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49" name="Línea"/>
            <p:cNvSpPr/>
            <p:nvPr/>
          </p:nvSpPr>
          <p:spPr>
            <a:xfrm>
              <a:off x="5808882" y="1013442"/>
              <a:ext cx="123789" cy="123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0" name="Línea"/>
            <p:cNvSpPr/>
            <p:nvPr/>
          </p:nvSpPr>
          <p:spPr>
            <a:xfrm>
              <a:off x="6064077" y="1580111"/>
              <a:ext cx="158281" cy="230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927"/>
                    <a:pt x="21600" y="1854"/>
                    <a:pt x="21375" y="2719"/>
                  </a:cubicBezTo>
                  <a:cubicBezTo>
                    <a:pt x="21150" y="3585"/>
                    <a:pt x="20700" y="4388"/>
                    <a:pt x="20025" y="5114"/>
                  </a:cubicBezTo>
                  <a:cubicBezTo>
                    <a:pt x="19350" y="5840"/>
                    <a:pt x="18450" y="6489"/>
                    <a:pt x="17550" y="7154"/>
                  </a:cubicBezTo>
                  <a:cubicBezTo>
                    <a:pt x="16650" y="7818"/>
                    <a:pt x="15750" y="8498"/>
                    <a:pt x="15075" y="9147"/>
                  </a:cubicBezTo>
                  <a:cubicBezTo>
                    <a:pt x="14400" y="9796"/>
                    <a:pt x="13950" y="10414"/>
                    <a:pt x="12825" y="11171"/>
                  </a:cubicBezTo>
                  <a:cubicBezTo>
                    <a:pt x="11700" y="11928"/>
                    <a:pt x="9900" y="12824"/>
                    <a:pt x="8775" y="13581"/>
                  </a:cubicBezTo>
                  <a:cubicBezTo>
                    <a:pt x="7650" y="14338"/>
                    <a:pt x="7200" y="14956"/>
                    <a:pt x="6300" y="15605"/>
                  </a:cubicBezTo>
                  <a:cubicBezTo>
                    <a:pt x="5400" y="16254"/>
                    <a:pt x="4050" y="16934"/>
                    <a:pt x="2925" y="17706"/>
                  </a:cubicBezTo>
                  <a:cubicBezTo>
                    <a:pt x="1800" y="18479"/>
                    <a:pt x="900" y="19344"/>
                    <a:pt x="450" y="20009"/>
                  </a:cubicBezTo>
                  <a:cubicBezTo>
                    <a:pt x="0" y="20673"/>
                    <a:pt x="0" y="21136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1" name="Línea"/>
            <p:cNvSpPr/>
            <p:nvPr/>
          </p:nvSpPr>
          <p:spPr>
            <a:xfrm>
              <a:off x="6113540" y="2727636"/>
              <a:ext cx="1622364" cy="1216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205" y="468"/>
                    <a:pt x="20810" y="937"/>
                    <a:pt x="20217" y="1639"/>
                  </a:cubicBezTo>
                  <a:cubicBezTo>
                    <a:pt x="19624" y="2341"/>
                    <a:pt x="18834" y="3278"/>
                    <a:pt x="17824" y="4449"/>
                  </a:cubicBezTo>
                  <a:cubicBezTo>
                    <a:pt x="16815" y="5620"/>
                    <a:pt x="15585" y="7024"/>
                    <a:pt x="14532" y="8224"/>
                  </a:cubicBezTo>
                  <a:cubicBezTo>
                    <a:pt x="13478" y="9424"/>
                    <a:pt x="12600" y="10420"/>
                    <a:pt x="11546" y="11502"/>
                  </a:cubicBezTo>
                  <a:cubicBezTo>
                    <a:pt x="10493" y="12585"/>
                    <a:pt x="9263" y="13756"/>
                    <a:pt x="8078" y="14780"/>
                  </a:cubicBezTo>
                  <a:cubicBezTo>
                    <a:pt x="6893" y="15805"/>
                    <a:pt x="5751" y="16683"/>
                    <a:pt x="4763" y="17502"/>
                  </a:cubicBezTo>
                  <a:cubicBezTo>
                    <a:pt x="3776" y="18322"/>
                    <a:pt x="2941" y="19083"/>
                    <a:pt x="2173" y="19756"/>
                  </a:cubicBezTo>
                  <a:cubicBezTo>
                    <a:pt x="1405" y="20429"/>
                    <a:pt x="702" y="2101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2" name="Línea"/>
            <p:cNvSpPr/>
            <p:nvPr/>
          </p:nvSpPr>
          <p:spPr>
            <a:xfrm>
              <a:off x="7720414" y="2969350"/>
              <a:ext cx="39158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3" name="Línea"/>
            <p:cNvSpPr/>
            <p:nvPr/>
          </p:nvSpPr>
          <p:spPr>
            <a:xfrm>
              <a:off x="7799553" y="2148276"/>
              <a:ext cx="989247" cy="761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4" name="Línea"/>
            <p:cNvSpPr/>
            <p:nvPr/>
          </p:nvSpPr>
          <p:spPr>
            <a:xfrm>
              <a:off x="8739337" y="2168061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5" name="Línea"/>
            <p:cNvSpPr/>
            <p:nvPr/>
          </p:nvSpPr>
          <p:spPr>
            <a:xfrm>
              <a:off x="7868801" y="3602468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6" name="Línea"/>
            <p:cNvSpPr/>
            <p:nvPr/>
          </p:nvSpPr>
          <p:spPr>
            <a:xfrm>
              <a:off x="7977618" y="2840748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7" name="Línea"/>
            <p:cNvSpPr/>
            <p:nvPr/>
          </p:nvSpPr>
          <p:spPr>
            <a:xfrm>
              <a:off x="8135897" y="2623114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8" name="Línea"/>
            <p:cNvSpPr/>
            <p:nvPr/>
          </p:nvSpPr>
          <p:spPr>
            <a:xfrm>
              <a:off x="8313962" y="2514297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59" name="Línea"/>
            <p:cNvSpPr/>
            <p:nvPr/>
          </p:nvSpPr>
          <p:spPr>
            <a:xfrm>
              <a:off x="8531596" y="2356018"/>
              <a:ext cx="39570" cy="137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0" name="Línea"/>
            <p:cNvSpPr/>
            <p:nvPr/>
          </p:nvSpPr>
          <p:spPr>
            <a:xfrm>
              <a:off x="8788799" y="1970212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1" name="Línea"/>
            <p:cNvSpPr/>
            <p:nvPr/>
          </p:nvSpPr>
          <p:spPr>
            <a:xfrm>
              <a:off x="8699767" y="1960319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2" name="Línea"/>
            <p:cNvSpPr/>
            <p:nvPr/>
          </p:nvSpPr>
          <p:spPr>
            <a:xfrm>
              <a:off x="8956971" y="1814615"/>
              <a:ext cx="295643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3" name="Línea"/>
            <p:cNvSpPr/>
            <p:nvPr/>
          </p:nvSpPr>
          <p:spPr>
            <a:xfrm>
              <a:off x="9783643" y="966778"/>
              <a:ext cx="118710" cy="347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4" name="Línea"/>
            <p:cNvSpPr/>
            <p:nvPr/>
          </p:nvSpPr>
          <p:spPr>
            <a:xfrm>
              <a:off x="9892459" y="719467"/>
              <a:ext cx="197851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5" name="Línea"/>
            <p:cNvSpPr/>
            <p:nvPr/>
          </p:nvSpPr>
          <p:spPr>
            <a:xfrm>
              <a:off x="9823212" y="4221398"/>
              <a:ext cx="178066" cy="20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6" name="Línea"/>
            <p:cNvSpPr/>
            <p:nvPr/>
          </p:nvSpPr>
          <p:spPr>
            <a:xfrm>
              <a:off x="10021061" y="818391"/>
              <a:ext cx="108819" cy="328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7" name="Línea"/>
            <p:cNvSpPr/>
            <p:nvPr/>
          </p:nvSpPr>
          <p:spPr>
            <a:xfrm>
              <a:off x="9922137" y="1016241"/>
              <a:ext cx="138496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8" name="Línea"/>
            <p:cNvSpPr/>
            <p:nvPr/>
          </p:nvSpPr>
          <p:spPr>
            <a:xfrm>
              <a:off x="9902353" y="1243767"/>
              <a:ext cx="158280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69" name="Línea"/>
            <p:cNvSpPr/>
            <p:nvPr/>
          </p:nvSpPr>
          <p:spPr>
            <a:xfrm>
              <a:off x="9892460" y="1491079"/>
              <a:ext cx="16817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0" name="Línea"/>
            <p:cNvSpPr/>
            <p:nvPr/>
          </p:nvSpPr>
          <p:spPr>
            <a:xfrm>
              <a:off x="9902353" y="1768068"/>
              <a:ext cx="158280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1" name="Línea"/>
            <p:cNvSpPr/>
            <p:nvPr/>
          </p:nvSpPr>
          <p:spPr>
            <a:xfrm>
              <a:off x="9892460" y="2005487"/>
              <a:ext cx="148387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2" name="Línea"/>
            <p:cNvSpPr/>
            <p:nvPr/>
          </p:nvSpPr>
          <p:spPr>
            <a:xfrm>
              <a:off x="9862783" y="2262691"/>
              <a:ext cx="197850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3" name="Línea"/>
            <p:cNvSpPr/>
            <p:nvPr/>
          </p:nvSpPr>
          <p:spPr>
            <a:xfrm>
              <a:off x="9872675" y="2500110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4" name="Línea"/>
            <p:cNvSpPr/>
            <p:nvPr/>
          </p:nvSpPr>
          <p:spPr>
            <a:xfrm>
              <a:off x="9872675" y="2757314"/>
              <a:ext cx="178066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5" name="Línea"/>
            <p:cNvSpPr/>
            <p:nvPr/>
          </p:nvSpPr>
          <p:spPr>
            <a:xfrm>
              <a:off x="9833105" y="3004625"/>
              <a:ext cx="217636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6" name="Línea"/>
            <p:cNvSpPr/>
            <p:nvPr/>
          </p:nvSpPr>
          <p:spPr>
            <a:xfrm>
              <a:off x="9833105" y="3301399"/>
              <a:ext cx="197851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7" name="Línea"/>
            <p:cNvSpPr/>
            <p:nvPr/>
          </p:nvSpPr>
          <p:spPr>
            <a:xfrm>
              <a:off x="9922137" y="3598173"/>
              <a:ext cx="1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8" name="Línea"/>
            <p:cNvSpPr/>
            <p:nvPr/>
          </p:nvSpPr>
          <p:spPr>
            <a:xfrm>
              <a:off x="9922137" y="3687205"/>
              <a:ext cx="1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79" name="Línea"/>
            <p:cNvSpPr/>
            <p:nvPr/>
          </p:nvSpPr>
          <p:spPr>
            <a:xfrm>
              <a:off x="9922137" y="3815807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0" name="Línea"/>
            <p:cNvSpPr/>
            <p:nvPr/>
          </p:nvSpPr>
          <p:spPr>
            <a:xfrm>
              <a:off x="9842998" y="3974086"/>
              <a:ext cx="148388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1" name="Línea"/>
            <p:cNvSpPr/>
            <p:nvPr/>
          </p:nvSpPr>
          <p:spPr>
            <a:xfrm>
              <a:off x="9892460" y="887639"/>
              <a:ext cx="9894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2" name="Línea"/>
            <p:cNvSpPr/>
            <p:nvPr/>
          </p:nvSpPr>
          <p:spPr>
            <a:xfrm>
              <a:off x="10119987" y="729359"/>
              <a:ext cx="6596" cy="15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3" name="Línea"/>
            <p:cNvSpPr/>
            <p:nvPr/>
          </p:nvSpPr>
          <p:spPr>
            <a:xfrm>
              <a:off x="10021062" y="4092796"/>
              <a:ext cx="19786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4" name="Línea"/>
            <p:cNvSpPr/>
            <p:nvPr/>
          </p:nvSpPr>
          <p:spPr>
            <a:xfrm>
              <a:off x="10324930" y="914517"/>
              <a:ext cx="118710" cy="347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5" name="Línea"/>
            <p:cNvSpPr/>
            <p:nvPr/>
          </p:nvSpPr>
          <p:spPr>
            <a:xfrm>
              <a:off x="10433746" y="667206"/>
              <a:ext cx="197851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6" name="Línea"/>
            <p:cNvSpPr/>
            <p:nvPr/>
          </p:nvSpPr>
          <p:spPr>
            <a:xfrm>
              <a:off x="10364499" y="4169137"/>
              <a:ext cx="178066" cy="207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7" name="Línea"/>
            <p:cNvSpPr/>
            <p:nvPr/>
          </p:nvSpPr>
          <p:spPr>
            <a:xfrm>
              <a:off x="10562348" y="766130"/>
              <a:ext cx="108818" cy="328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8" name="Línea"/>
            <p:cNvSpPr/>
            <p:nvPr/>
          </p:nvSpPr>
          <p:spPr>
            <a:xfrm>
              <a:off x="10463424" y="963980"/>
              <a:ext cx="138496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89" name="Línea"/>
            <p:cNvSpPr/>
            <p:nvPr/>
          </p:nvSpPr>
          <p:spPr>
            <a:xfrm>
              <a:off x="10443640" y="1191506"/>
              <a:ext cx="158280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0" name="Línea"/>
            <p:cNvSpPr/>
            <p:nvPr/>
          </p:nvSpPr>
          <p:spPr>
            <a:xfrm>
              <a:off x="10433747" y="1438818"/>
              <a:ext cx="16817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1" name="Línea"/>
            <p:cNvSpPr/>
            <p:nvPr/>
          </p:nvSpPr>
          <p:spPr>
            <a:xfrm>
              <a:off x="10443640" y="1715807"/>
              <a:ext cx="158280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2" name="Línea"/>
            <p:cNvSpPr/>
            <p:nvPr/>
          </p:nvSpPr>
          <p:spPr>
            <a:xfrm>
              <a:off x="10433747" y="1953226"/>
              <a:ext cx="148388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3" name="Línea"/>
            <p:cNvSpPr/>
            <p:nvPr/>
          </p:nvSpPr>
          <p:spPr>
            <a:xfrm>
              <a:off x="10404070" y="2210430"/>
              <a:ext cx="197850" cy="148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4" name="Línea"/>
            <p:cNvSpPr/>
            <p:nvPr/>
          </p:nvSpPr>
          <p:spPr>
            <a:xfrm>
              <a:off x="10413962" y="2447849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5" name="Línea"/>
            <p:cNvSpPr/>
            <p:nvPr/>
          </p:nvSpPr>
          <p:spPr>
            <a:xfrm>
              <a:off x="10413962" y="2705053"/>
              <a:ext cx="178065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6" name="Línea"/>
            <p:cNvSpPr/>
            <p:nvPr/>
          </p:nvSpPr>
          <p:spPr>
            <a:xfrm>
              <a:off x="10374392" y="2952364"/>
              <a:ext cx="217635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7" name="Línea"/>
            <p:cNvSpPr/>
            <p:nvPr/>
          </p:nvSpPr>
          <p:spPr>
            <a:xfrm>
              <a:off x="10374392" y="3249138"/>
              <a:ext cx="197851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8" name="Línea"/>
            <p:cNvSpPr/>
            <p:nvPr/>
          </p:nvSpPr>
          <p:spPr>
            <a:xfrm>
              <a:off x="10463424" y="3545912"/>
              <a:ext cx="1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399" name="Línea"/>
            <p:cNvSpPr/>
            <p:nvPr/>
          </p:nvSpPr>
          <p:spPr>
            <a:xfrm>
              <a:off x="10463424" y="3634944"/>
              <a:ext cx="1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0" name="Línea"/>
            <p:cNvSpPr/>
            <p:nvPr/>
          </p:nvSpPr>
          <p:spPr>
            <a:xfrm>
              <a:off x="10463424" y="3763546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1" name="Línea"/>
            <p:cNvSpPr/>
            <p:nvPr/>
          </p:nvSpPr>
          <p:spPr>
            <a:xfrm>
              <a:off x="10384284" y="3921825"/>
              <a:ext cx="148389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2" name="Línea"/>
            <p:cNvSpPr/>
            <p:nvPr/>
          </p:nvSpPr>
          <p:spPr>
            <a:xfrm>
              <a:off x="10433747" y="835377"/>
              <a:ext cx="9894" cy="138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3" name="Línea"/>
            <p:cNvSpPr/>
            <p:nvPr/>
          </p:nvSpPr>
          <p:spPr>
            <a:xfrm>
              <a:off x="10661274" y="677098"/>
              <a:ext cx="6595" cy="15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4" name="Línea"/>
            <p:cNvSpPr/>
            <p:nvPr/>
          </p:nvSpPr>
          <p:spPr>
            <a:xfrm>
              <a:off x="10562349" y="4040535"/>
              <a:ext cx="19785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5" name="Línea"/>
            <p:cNvSpPr/>
            <p:nvPr/>
          </p:nvSpPr>
          <p:spPr>
            <a:xfrm>
              <a:off x="9039805" y="1926347"/>
              <a:ext cx="144660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7" h="21600" fill="norm" stroke="1" extrusionOk="0">
                  <a:moveTo>
                    <a:pt x="20437" y="0"/>
                  </a:moveTo>
                  <a:cubicBezTo>
                    <a:pt x="20437" y="281"/>
                    <a:pt x="20437" y="562"/>
                    <a:pt x="20677" y="844"/>
                  </a:cubicBezTo>
                  <a:cubicBezTo>
                    <a:pt x="20917" y="1125"/>
                    <a:pt x="21397" y="1406"/>
                    <a:pt x="20677" y="1463"/>
                  </a:cubicBezTo>
                  <a:cubicBezTo>
                    <a:pt x="19957" y="1519"/>
                    <a:pt x="18037" y="1350"/>
                    <a:pt x="16357" y="1125"/>
                  </a:cubicBezTo>
                  <a:cubicBezTo>
                    <a:pt x="14677" y="900"/>
                    <a:pt x="13237" y="619"/>
                    <a:pt x="12757" y="647"/>
                  </a:cubicBezTo>
                  <a:cubicBezTo>
                    <a:pt x="12277" y="675"/>
                    <a:pt x="12757" y="1013"/>
                    <a:pt x="13717" y="1463"/>
                  </a:cubicBezTo>
                  <a:cubicBezTo>
                    <a:pt x="14677" y="1913"/>
                    <a:pt x="16117" y="2475"/>
                    <a:pt x="17077" y="2897"/>
                  </a:cubicBezTo>
                  <a:cubicBezTo>
                    <a:pt x="18037" y="3319"/>
                    <a:pt x="18517" y="3600"/>
                    <a:pt x="18037" y="3600"/>
                  </a:cubicBezTo>
                  <a:cubicBezTo>
                    <a:pt x="17557" y="3600"/>
                    <a:pt x="16117" y="3319"/>
                    <a:pt x="14917" y="3037"/>
                  </a:cubicBezTo>
                  <a:cubicBezTo>
                    <a:pt x="13717" y="2756"/>
                    <a:pt x="12757" y="2475"/>
                    <a:pt x="11317" y="2109"/>
                  </a:cubicBezTo>
                  <a:cubicBezTo>
                    <a:pt x="9877" y="1744"/>
                    <a:pt x="7957" y="1294"/>
                    <a:pt x="7237" y="1209"/>
                  </a:cubicBezTo>
                  <a:cubicBezTo>
                    <a:pt x="6517" y="1125"/>
                    <a:pt x="6997" y="1406"/>
                    <a:pt x="8437" y="1997"/>
                  </a:cubicBezTo>
                  <a:cubicBezTo>
                    <a:pt x="9877" y="2588"/>
                    <a:pt x="12277" y="3488"/>
                    <a:pt x="13717" y="4078"/>
                  </a:cubicBezTo>
                  <a:cubicBezTo>
                    <a:pt x="15157" y="4669"/>
                    <a:pt x="15637" y="4950"/>
                    <a:pt x="14917" y="4978"/>
                  </a:cubicBezTo>
                  <a:cubicBezTo>
                    <a:pt x="14197" y="5006"/>
                    <a:pt x="12277" y="4781"/>
                    <a:pt x="10837" y="4528"/>
                  </a:cubicBezTo>
                  <a:cubicBezTo>
                    <a:pt x="9397" y="4275"/>
                    <a:pt x="8437" y="3994"/>
                    <a:pt x="7237" y="3713"/>
                  </a:cubicBezTo>
                  <a:cubicBezTo>
                    <a:pt x="6037" y="3431"/>
                    <a:pt x="4597" y="3150"/>
                    <a:pt x="4357" y="3178"/>
                  </a:cubicBezTo>
                  <a:cubicBezTo>
                    <a:pt x="4117" y="3206"/>
                    <a:pt x="5077" y="3544"/>
                    <a:pt x="7237" y="4191"/>
                  </a:cubicBezTo>
                  <a:cubicBezTo>
                    <a:pt x="9397" y="4838"/>
                    <a:pt x="12757" y="5794"/>
                    <a:pt x="14677" y="6441"/>
                  </a:cubicBezTo>
                  <a:cubicBezTo>
                    <a:pt x="16597" y="7088"/>
                    <a:pt x="17077" y="7425"/>
                    <a:pt x="16357" y="7453"/>
                  </a:cubicBezTo>
                  <a:cubicBezTo>
                    <a:pt x="15637" y="7481"/>
                    <a:pt x="13717" y="7200"/>
                    <a:pt x="12037" y="6891"/>
                  </a:cubicBezTo>
                  <a:cubicBezTo>
                    <a:pt x="10357" y="6581"/>
                    <a:pt x="8917" y="6244"/>
                    <a:pt x="7717" y="5934"/>
                  </a:cubicBezTo>
                  <a:cubicBezTo>
                    <a:pt x="6517" y="5625"/>
                    <a:pt x="5557" y="5344"/>
                    <a:pt x="5557" y="5344"/>
                  </a:cubicBezTo>
                  <a:cubicBezTo>
                    <a:pt x="5557" y="5344"/>
                    <a:pt x="6517" y="5625"/>
                    <a:pt x="8677" y="6244"/>
                  </a:cubicBezTo>
                  <a:cubicBezTo>
                    <a:pt x="10837" y="6863"/>
                    <a:pt x="14197" y="7819"/>
                    <a:pt x="16117" y="8438"/>
                  </a:cubicBezTo>
                  <a:cubicBezTo>
                    <a:pt x="18037" y="9056"/>
                    <a:pt x="18517" y="9338"/>
                    <a:pt x="17797" y="9338"/>
                  </a:cubicBezTo>
                  <a:cubicBezTo>
                    <a:pt x="17077" y="9338"/>
                    <a:pt x="15157" y="9056"/>
                    <a:pt x="13237" y="8775"/>
                  </a:cubicBezTo>
                  <a:cubicBezTo>
                    <a:pt x="11317" y="8494"/>
                    <a:pt x="9397" y="8213"/>
                    <a:pt x="7717" y="7931"/>
                  </a:cubicBezTo>
                  <a:cubicBezTo>
                    <a:pt x="6037" y="7650"/>
                    <a:pt x="4597" y="7369"/>
                    <a:pt x="4357" y="7397"/>
                  </a:cubicBezTo>
                  <a:cubicBezTo>
                    <a:pt x="4117" y="7425"/>
                    <a:pt x="5077" y="7763"/>
                    <a:pt x="6757" y="8241"/>
                  </a:cubicBezTo>
                  <a:cubicBezTo>
                    <a:pt x="8437" y="8719"/>
                    <a:pt x="10837" y="9338"/>
                    <a:pt x="12517" y="9844"/>
                  </a:cubicBezTo>
                  <a:cubicBezTo>
                    <a:pt x="14197" y="10350"/>
                    <a:pt x="15157" y="10744"/>
                    <a:pt x="14677" y="10856"/>
                  </a:cubicBezTo>
                  <a:cubicBezTo>
                    <a:pt x="14197" y="10969"/>
                    <a:pt x="12277" y="10800"/>
                    <a:pt x="10597" y="10575"/>
                  </a:cubicBezTo>
                  <a:cubicBezTo>
                    <a:pt x="8917" y="10350"/>
                    <a:pt x="7477" y="10069"/>
                    <a:pt x="6277" y="9788"/>
                  </a:cubicBezTo>
                  <a:cubicBezTo>
                    <a:pt x="5077" y="9506"/>
                    <a:pt x="4117" y="9225"/>
                    <a:pt x="4117" y="9225"/>
                  </a:cubicBezTo>
                  <a:cubicBezTo>
                    <a:pt x="4117" y="9225"/>
                    <a:pt x="5077" y="9506"/>
                    <a:pt x="6997" y="9984"/>
                  </a:cubicBezTo>
                  <a:cubicBezTo>
                    <a:pt x="8917" y="10463"/>
                    <a:pt x="11797" y="11138"/>
                    <a:pt x="13717" y="11700"/>
                  </a:cubicBezTo>
                  <a:cubicBezTo>
                    <a:pt x="15637" y="12263"/>
                    <a:pt x="16597" y="12713"/>
                    <a:pt x="16117" y="12825"/>
                  </a:cubicBezTo>
                  <a:cubicBezTo>
                    <a:pt x="15637" y="12938"/>
                    <a:pt x="13717" y="12713"/>
                    <a:pt x="12037" y="12488"/>
                  </a:cubicBezTo>
                  <a:cubicBezTo>
                    <a:pt x="10357" y="12263"/>
                    <a:pt x="8917" y="12038"/>
                    <a:pt x="7477" y="11813"/>
                  </a:cubicBezTo>
                  <a:cubicBezTo>
                    <a:pt x="6037" y="11588"/>
                    <a:pt x="4597" y="11363"/>
                    <a:pt x="3157" y="11138"/>
                  </a:cubicBezTo>
                  <a:cubicBezTo>
                    <a:pt x="1717" y="10913"/>
                    <a:pt x="277" y="10688"/>
                    <a:pt x="757" y="10800"/>
                  </a:cubicBezTo>
                  <a:cubicBezTo>
                    <a:pt x="1237" y="10913"/>
                    <a:pt x="3637" y="11363"/>
                    <a:pt x="6517" y="12066"/>
                  </a:cubicBezTo>
                  <a:cubicBezTo>
                    <a:pt x="9397" y="12769"/>
                    <a:pt x="12757" y="13725"/>
                    <a:pt x="14677" y="14344"/>
                  </a:cubicBezTo>
                  <a:cubicBezTo>
                    <a:pt x="16597" y="14963"/>
                    <a:pt x="17077" y="15244"/>
                    <a:pt x="16357" y="15300"/>
                  </a:cubicBezTo>
                  <a:cubicBezTo>
                    <a:pt x="15637" y="15356"/>
                    <a:pt x="13717" y="15188"/>
                    <a:pt x="11797" y="14934"/>
                  </a:cubicBezTo>
                  <a:cubicBezTo>
                    <a:pt x="9877" y="14681"/>
                    <a:pt x="7957" y="14344"/>
                    <a:pt x="7957" y="14541"/>
                  </a:cubicBezTo>
                  <a:cubicBezTo>
                    <a:pt x="7957" y="14738"/>
                    <a:pt x="9877" y="15469"/>
                    <a:pt x="10837" y="16003"/>
                  </a:cubicBezTo>
                  <a:cubicBezTo>
                    <a:pt x="11797" y="16538"/>
                    <a:pt x="11797" y="16875"/>
                    <a:pt x="10837" y="16931"/>
                  </a:cubicBezTo>
                  <a:cubicBezTo>
                    <a:pt x="9877" y="16987"/>
                    <a:pt x="7957" y="16763"/>
                    <a:pt x="6517" y="16509"/>
                  </a:cubicBezTo>
                  <a:cubicBezTo>
                    <a:pt x="5077" y="16256"/>
                    <a:pt x="4117" y="15975"/>
                    <a:pt x="3157" y="15694"/>
                  </a:cubicBezTo>
                  <a:cubicBezTo>
                    <a:pt x="2197" y="15413"/>
                    <a:pt x="1237" y="15131"/>
                    <a:pt x="997" y="15131"/>
                  </a:cubicBezTo>
                  <a:cubicBezTo>
                    <a:pt x="757" y="15131"/>
                    <a:pt x="1237" y="15413"/>
                    <a:pt x="2917" y="15947"/>
                  </a:cubicBezTo>
                  <a:cubicBezTo>
                    <a:pt x="4597" y="16481"/>
                    <a:pt x="7477" y="17269"/>
                    <a:pt x="9157" y="17831"/>
                  </a:cubicBezTo>
                  <a:cubicBezTo>
                    <a:pt x="10837" y="18394"/>
                    <a:pt x="11317" y="18731"/>
                    <a:pt x="10597" y="18788"/>
                  </a:cubicBezTo>
                  <a:cubicBezTo>
                    <a:pt x="9877" y="18844"/>
                    <a:pt x="7957" y="18619"/>
                    <a:pt x="6517" y="18366"/>
                  </a:cubicBezTo>
                  <a:cubicBezTo>
                    <a:pt x="5077" y="18113"/>
                    <a:pt x="4117" y="17831"/>
                    <a:pt x="2917" y="17550"/>
                  </a:cubicBezTo>
                  <a:cubicBezTo>
                    <a:pt x="1717" y="17269"/>
                    <a:pt x="277" y="16988"/>
                    <a:pt x="37" y="17072"/>
                  </a:cubicBezTo>
                  <a:cubicBezTo>
                    <a:pt x="-203" y="17156"/>
                    <a:pt x="757" y="17606"/>
                    <a:pt x="1957" y="18113"/>
                  </a:cubicBezTo>
                  <a:cubicBezTo>
                    <a:pt x="3157" y="18619"/>
                    <a:pt x="4597" y="19181"/>
                    <a:pt x="5317" y="19603"/>
                  </a:cubicBezTo>
                  <a:cubicBezTo>
                    <a:pt x="6037" y="20025"/>
                    <a:pt x="6037" y="20306"/>
                    <a:pt x="4837" y="20278"/>
                  </a:cubicBezTo>
                  <a:cubicBezTo>
                    <a:pt x="3637" y="20250"/>
                    <a:pt x="1237" y="19913"/>
                    <a:pt x="997" y="20081"/>
                  </a:cubicBezTo>
                  <a:cubicBezTo>
                    <a:pt x="757" y="20250"/>
                    <a:pt x="2677" y="20925"/>
                    <a:pt x="4597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6" name="Línea"/>
            <p:cNvSpPr/>
            <p:nvPr/>
          </p:nvSpPr>
          <p:spPr>
            <a:xfrm>
              <a:off x="9922137" y="4518172"/>
              <a:ext cx="39571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7" name="Línea"/>
            <p:cNvSpPr/>
            <p:nvPr/>
          </p:nvSpPr>
          <p:spPr>
            <a:xfrm>
              <a:off x="10050740" y="4537957"/>
              <a:ext cx="39570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8" name="Línea"/>
            <p:cNvSpPr/>
            <p:nvPr/>
          </p:nvSpPr>
          <p:spPr>
            <a:xfrm>
              <a:off x="10139771" y="4547849"/>
              <a:ext cx="1286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09" name="Línea"/>
            <p:cNvSpPr/>
            <p:nvPr/>
          </p:nvSpPr>
          <p:spPr>
            <a:xfrm>
              <a:off x="9961707" y="818391"/>
              <a:ext cx="4946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0" name="Línea"/>
            <p:cNvSpPr/>
            <p:nvPr/>
          </p:nvSpPr>
          <p:spPr>
            <a:xfrm>
              <a:off x="10080417" y="828284"/>
              <a:ext cx="692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1" name="Línea"/>
            <p:cNvSpPr/>
            <p:nvPr/>
          </p:nvSpPr>
          <p:spPr>
            <a:xfrm>
              <a:off x="10199127" y="828284"/>
              <a:ext cx="8903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2" name="Línea"/>
            <p:cNvSpPr/>
            <p:nvPr/>
          </p:nvSpPr>
          <p:spPr>
            <a:xfrm>
              <a:off x="10169449" y="620542"/>
              <a:ext cx="989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3" name="Línea"/>
            <p:cNvSpPr/>
            <p:nvPr/>
          </p:nvSpPr>
          <p:spPr>
            <a:xfrm>
              <a:off x="10258481" y="640327"/>
              <a:ext cx="207743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143" y="5400"/>
                    <a:pt x="10286" y="10800"/>
                    <a:pt x="13886" y="14400"/>
                  </a:cubicBezTo>
                  <a:cubicBezTo>
                    <a:pt x="17486" y="18000"/>
                    <a:pt x="19543" y="198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4" name="Línea"/>
            <p:cNvSpPr/>
            <p:nvPr/>
          </p:nvSpPr>
          <p:spPr>
            <a:xfrm>
              <a:off x="10505793" y="640327"/>
              <a:ext cx="79141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5" name="Línea"/>
            <p:cNvSpPr/>
            <p:nvPr/>
          </p:nvSpPr>
          <p:spPr>
            <a:xfrm>
              <a:off x="10090309" y="4211505"/>
              <a:ext cx="49464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6" name="Línea"/>
            <p:cNvSpPr/>
            <p:nvPr/>
          </p:nvSpPr>
          <p:spPr>
            <a:xfrm>
              <a:off x="10199127" y="4221398"/>
              <a:ext cx="79140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7" name="Línea"/>
            <p:cNvSpPr/>
            <p:nvPr/>
          </p:nvSpPr>
          <p:spPr>
            <a:xfrm>
              <a:off x="10327729" y="4211505"/>
              <a:ext cx="89033" cy="2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8" name="Línea"/>
            <p:cNvSpPr/>
            <p:nvPr/>
          </p:nvSpPr>
          <p:spPr>
            <a:xfrm>
              <a:off x="10476115" y="4221398"/>
              <a:ext cx="19786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19" name="Línea"/>
            <p:cNvSpPr/>
            <p:nvPr/>
          </p:nvSpPr>
          <p:spPr>
            <a:xfrm>
              <a:off x="10436545" y="1758175"/>
              <a:ext cx="676497" cy="9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600" fill="norm" stroke="1" extrusionOk="0">
                  <a:moveTo>
                    <a:pt x="0" y="21600"/>
                  </a:moveTo>
                  <a:cubicBezTo>
                    <a:pt x="1573" y="18720"/>
                    <a:pt x="3146" y="15840"/>
                    <a:pt x="5085" y="12600"/>
                  </a:cubicBezTo>
                  <a:cubicBezTo>
                    <a:pt x="7025" y="9360"/>
                    <a:pt x="9332" y="5760"/>
                    <a:pt x="11534" y="3600"/>
                  </a:cubicBezTo>
                  <a:cubicBezTo>
                    <a:pt x="13736" y="1440"/>
                    <a:pt x="15833" y="720"/>
                    <a:pt x="17249" y="360"/>
                  </a:cubicBezTo>
                  <a:cubicBezTo>
                    <a:pt x="18664" y="0"/>
                    <a:pt x="19398" y="0"/>
                    <a:pt x="20027" y="0"/>
                  </a:cubicBezTo>
                  <a:cubicBezTo>
                    <a:pt x="20656" y="0"/>
                    <a:pt x="21181" y="0"/>
                    <a:pt x="21390" y="360"/>
                  </a:cubicBezTo>
                  <a:cubicBezTo>
                    <a:pt x="21600" y="720"/>
                    <a:pt x="21495" y="1440"/>
                    <a:pt x="21390" y="216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0" name="Línea"/>
            <p:cNvSpPr/>
            <p:nvPr/>
          </p:nvSpPr>
          <p:spPr>
            <a:xfrm>
              <a:off x="10396976" y="2035164"/>
              <a:ext cx="692473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4400"/>
                    <a:pt x="4114" y="7200"/>
                    <a:pt x="7149" y="3600"/>
                  </a:cubicBezTo>
                  <a:cubicBezTo>
                    <a:pt x="10183" y="0"/>
                    <a:pt x="14194" y="0"/>
                    <a:pt x="16509" y="0"/>
                  </a:cubicBezTo>
                  <a:cubicBezTo>
                    <a:pt x="18823" y="0"/>
                    <a:pt x="19440" y="0"/>
                    <a:pt x="20006" y="0"/>
                  </a:cubicBezTo>
                  <a:cubicBezTo>
                    <a:pt x="20571" y="0"/>
                    <a:pt x="21086" y="0"/>
                    <a:pt x="21343" y="0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1" name="Línea"/>
            <p:cNvSpPr/>
            <p:nvPr/>
          </p:nvSpPr>
          <p:spPr>
            <a:xfrm>
              <a:off x="11089448" y="1777960"/>
              <a:ext cx="26381" cy="197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1080"/>
                    <a:pt x="21600" y="2160"/>
                    <a:pt x="21600" y="5760"/>
                  </a:cubicBezTo>
                  <a:cubicBezTo>
                    <a:pt x="21600" y="9360"/>
                    <a:pt x="10800" y="1548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2" name="Línea"/>
            <p:cNvSpPr/>
            <p:nvPr/>
          </p:nvSpPr>
          <p:spPr>
            <a:xfrm>
              <a:off x="11129018" y="1649358"/>
              <a:ext cx="98926" cy="59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3" name="Línea"/>
            <p:cNvSpPr/>
            <p:nvPr/>
          </p:nvSpPr>
          <p:spPr>
            <a:xfrm>
              <a:off x="11148803" y="1886777"/>
              <a:ext cx="118710" cy="118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4" name="Línea"/>
            <p:cNvSpPr/>
            <p:nvPr/>
          </p:nvSpPr>
          <p:spPr>
            <a:xfrm>
              <a:off x="11267513" y="1639466"/>
              <a:ext cx="9893" cy="191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876"/>
                  </a:moveTo>
                  <a:cubicBezTo>
                    <a:pt x="0" y="19738"/>
                    <a:pt x="0" y="21600"/>
                    <a:pt x="0" y="21600"/>
                  </a:cubicBezTo>
                  <a:cubicBezTo>
                    <a:pt x="0" y="21600"/>
                    <a:pt x="0" y="19738"/>
                    <a:pt x="3600" y="15828"/>
                  </a:cubicBezTo>
                  <a:cubicBezTo>
                    <a:pt x="7200" y="11917"/>
                    <a:pt x="14400" y="5959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5" name="Línea"/>
            <p:cNvSpPr/>
            <p:nvPr/>
          </p:nvSpPr>
          <p:spPr>
            <a:xfrm>
              <a:off x="10654179" y="1629573"/>
              <a:ext cx="534195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467" y="18000"/>
                    <a:pt x="6933" y="14400"/>
                    <a:pt x="10533" y="10800"/>
                  </a:cubicBezTo>
                  <a:cubicBezTo>
                    <a:pt x="14133" y="7200"/>
                    <a:pt x="17867" y="36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6" name="Línea"/>
            <p:cNvSpPr/>
            <p:nvPr/>
          </p:nvSpPr>
          <p:spPr>
            <a:xfrm>
              <a:off x="10446438" y="1786091"/>
              <a:ext cx="612768" cy="24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0628" fill="norm" stroke="1" extrusionOk="0">
                  <a:moveTo>
                    <a:pt x="20903" y="5199"/>
                  </a:moveTo>
                  <a:cubicBezTo>
                    <a:pt x="21019" y="6602"/>
                    <a:pt x="21135" y="8005"/>
                    <a:pt x="21135" y="9407"/>
                  </a:cubicBezTo>
                  <a:cubicBezTo>
                    <a:pt x="21135" y="10810"/>
                    <a:pt x="21019" y="12212"/>
                    <a:pt x="20961" y="12212"/>
                  </a:cubicBezTo>
                  <a:cubicBezTo>
                    <a:pt x="20903" y="12212"/>
                    <a:pt x="20903" y="10810"/>
                    <a:pt x="20903" y="9127"/>
                  </a:cubicBezTo>
                  <a:cubicBezTo>
                    <a:pt x="20903" y="7444"/>
                    <a:pt x="20903" y="5480"/>
                    <a:pt x="21019" y="3797"/>
                  </a:cubicBezTo>
                  <a:cubicBezTo>
                    <a:pt x="21135" y="2114"/>
                    <a:pt x="21368" y="711"/>
                    <a:pt x="21484" y="711"/>
                  </a:cubicBezTo>
                  <a:cubicBezTo>
                    <a:pt x="21600" y="711"/>
                    <a:pt x="21600" y="2114"/>
                    <a:pt x="21542" y="3657"/>
                  </a:cubicBezTo>
                  <a:cubicBezTo>
                    <a:pt x="21484" y="5199"/>
                    <a:pt x="21368" y="6883"/>
                    <a:pt x="21252" y="8425"/>
                  </a:cubicBezTo>
                  <a:cubicBezTo>
                    <a:pt x="21135" y="9968"/>
                    <a:pt x="21019" y="11371"/>
                    <a:pt x="20903" y="11371"/>
                  </a:cubicBezTo>
                  <a:cubicBezTo>
                    <a:pt x="20787" y="11371"/>
                    <a:pt x="20671" y="9968"/>
                    <a:pt x="20671" y="8145"/>
                  </a:cubicBezTo>
                  <a:cubicBezTo>
                    <a:pt x="20671" y="6322"/>
                    <a:pt x="20787" y="4077"/>
                    <a:pt x="20845" y="2254"/>
                  </a:cubicBezTo>
                  <a:cubicBezTo>
                    <a:pt x="20903" y="431"/>
                    <a:pt x="20903" y="-972"/>
                    <a:pt x="20729" y="1412"/>
                  </a:cubicBezTo>
                  <a:cubicBezTo>
                    <a:pt x="20555" y="3797"/>
                    <a:pt x="20206" y="9968"/>
                    <a:pt x="19858" y="13615"/>
                  </a:cubicBezTo>
                  <a:cubicBezTo>
                    <a:pt x="19510" y="17262"/>
                    <a:pt x="19161" y="18384"/>
                    <a:pt x="18987" y="18244"/>
                  </a:cubicBezTo>
                  <a:cubicBezTo>
                    <a:pt x="18813" y="18103"/>
                    <a:pt x="18813" y="16701"/>
                    <a:pt x="18871" y="14597"/>
                  </a:cubicBezTo>
                  <a:cubicBezTo>
                    <a:pt x="18929" y="12493"/>
                    <a:pt x="19045" y="9688"/>
                    <a:pt x="18987" y="9688"/>
                  </a:cubicBezTo>
                  <a:cubicBezTo>
                    <a:pt x="18929" y="9688"/>
                    <a:pt x="18697" y="12493"/>
                    <a:pt x="18465" y="14597"/>
                  </a:cubicBezTo>
                  <a:cubicBezTo>
                    <a:pt x="18232" y="16701"/>
                    <a:pt x="18000" y="18103"/>
                    <a:pt x="17884" y="17963"/>
                  </a:cubicBezTo>
                  <a:cubicBezTo>
                    <a:pt x="17768" y="17823"/>
                    <a:pt x="17768" y="16140"/>
                    <a:pt x="17768" y="14877"/>
                  </a:cubicBezTo>
                  <a:cubicBezTo>
                    <a:pt x="17768" y="13615"/>
                    <a:pt x="17768" y="12773"/>
                    <a:pt x="17652" y="13334"/>
                  </a:cubicBezTo>
                  <a:cubicBezTo>
                    <a:pt x="17535" y="13896"/>
                    <a:pt x="17303" y="15859"/>
                    <a:pt x="17013" y="17542"/>
                  </a:cubicBezTo>
                  <a:cubicBezTo>
                    <a:pt x="16723" y="19225"/>
                    <a:pt x="16374" y="20628"/>
                    <a:pt x="16200" y="20628"/>
                  </a:cubicBezTo>
                  <a:cubicBezTo>
                    <a:pt x="16026" y="20628"/>
                    <a:pt x="16026" y="19225"/>
                    <a:pt x="16026" y="17122"/>
                  </a:cubicBezTo>
                  <a:cubicBezTo>
                    <a:pt x="16026" y="15018"/>
                    <a:pt x="16026" y="12212"/>
                    <a:pt x="16084" y="10109"/>
                  </a:cubicBezTo>
                  <a:cubicBezTo>
                    <a:pt x="16142" y="8005"/>
                    <a:pt x="16258" y="6602"/>
                    <a:pt x="16316" y="6742"/>
                  </a:cubicBezTo>
                  <a:cubicBezTo>
                    <a:pt x="16374" y="6883"/>
                    <a:pt x="16374" y="8566"/>
                    <a:pt x="16316" y="10249"/>
                  </a:cubicBezTo>
                  <a:cubicBezTo>
                    <a:pt x="16258" y="11932"/>
                    <a:pt x="16142" y="13615"/>
                    <a:pt x="15910" y="15298"/>
                  </a:cubicBezTo>
                  <a:cubicBezTo>
                    <a:pt x="15677" y="16981"/>
                    <a:pt x="15329" y="18664"/>
                    <a:pt x="15155" y="18664"/>
                  </a:cubicBezTo>
                  <a:cubicBezTo>
                    <a:pt x="14981" y="18664"/>
                    <a:pt x="14981" y="16981"/>
                    <a:pt x="14981" y="14036"/>
                  </a:cubicBezTo>
                  <a:cubicBezTo>
                    <a:pt x="14981" y="11090"/>
                    <a:pt x="14981" y="6883"/>
                    <a:pt x="15039" y="4077"/>
                  </a:cubicBezTo>
                  <a:cubicBezTo>
                    <a:pt x="15097" y="1272"/>
                    <a:pt x="15213" y="-130"/>
                    <a:pt x="15271" y="10"/>
                  </a:cubicBezTo>
                  <a:cubicBezTo>
                    <a:pt x="15329" y="150"/>
                    <a:pt x="15329" y="1833"/>
                    <a:pt x="15213" y="4919"/>
                  </a:cubicBezTo>
                  <a:cubicBezTo>
                    <a:pt x="15097" y="8005"/>
                    <a:pt x="14865" y="12493"/>
                    <a:pt x="14574" y="15438"/>
                  </a:cubicBezTo>
                  <a:cubicBezTo>
                    <a:pt x="14284" y="18384"/>
                    <a:pt x="13935" y="19786"/>
                    <a:pt x="13703" y="19786"/>
                  </a:cubicBezTo>
                  <a:cubicBezTo>
                    <a:pt x="13471" y="19786"/>
                    <a:pt x="13355" y="18384"/>
                    <a:pt x="13297" y="16140"/>
                  </a:cubicBezTo>
                  <a:cubicBezTo>
                    <a:pt x="13239" y="13896"/>
                    <a:pt x="13239" y="10810"/>
                    <a:pt x="13297" y="8005"/>
                  </a:cubicBezTo>
                  <a:cubicBezTo>
                    <a:pt x="13355" y="5199"/>
                    <a:pt x="13471" y="2675"/>
                    <a:pt x="13529" y="2254"/>
                  </a:cubicBezTo>
                  <a:cubicBezTo>
                    <a:pt x="13587" y="1833"/>
                    <a:pt x="13587" y="3516"/>
                    <a:pt x="13471" y="5760"/>
                  </a:cubicBezTo>
                  <a:cubicBezTo>
                    <a:pt x="13355" y="8005"/>
                    <a:pt x="13123" y="10810"/>
                    <a:pt x="12948" y="12914"/>
                  </a:cubicBezTo>
                  <a:cubicBezTo>
                    <a:pt x="12774" y="15018"/>
                    <a:pt x="12658" y="16420"/>
                    <a:pt x="12484" y="16280"/>
                  </a:cubicBezTo>
                  <a:cubicBezTo>
                    <a:pt x="12310" y="16140"/>
                    <a:pt x="12077" y="14457"/>
                    <a:pt x="11961" y="12914"/>
                  </a:cubicBezTo>
                  <a:cubicBezTo>
                    <a:pt x="11845" y="11371"/>
                    <a:pt x="11845" y="9968"/>
                    <a:pt x="11845" y="8566"/>
                  </a:cubicBezTo>
                  <a:cubicBezTo>
                    <a:pt x="11845" y="7163"/>
                    <a:pt x="11845" y="5760"/>
                    <a:pt x="11671" y="5760"/>
                  </a:cubicBezTo>
                  <a:cubicBezTo>
                    <a:pt x="11497" y="5760"/>
                    <a:pt x="11148" y="7163"/>
                    <a:pt x="10858" y="8566"/>
                  </a:cubicBezTo>
                  <a:cubicBezTo>
                    <a:pt x="10568" y="9968"/>
                    <a:pt x="10335" y="11371"/>
                    <a:pt x="10103" y="11371"/>
                  </a:cubicBezTo>
                  <a:cubicBezTo>
                    <a:pt x="9871" y="11371"/>
                    <a:pt x="9639" y="9968"/>
                    <a:pt x="9523" y="8566"/>
                  </a:cubicBezTo>
                  <a:cubicBezTo>
                    <a:pt x="9406" y="7163"/>
                    <a:pt x="9406" y="5760"/>
                    <a:pt x="9290" y="5760"/>
                  </a:cubicBezTo>
                  <a:cubicBezTo>
                    <a:pt x="9174" y="5760"/>
                    <a:pt x="8942" y="7163"/>
                    <a:pt x="8768" y="8566"/>
                  </a:cubicBezTo>
                  <a:cubicBezTo>
                    <a:pt x="8594" y="9968"/>
                    <a:pt x="8477" y="11371"/>
                    <a:pt x="8303" y="12773"/>
                  </a:cubicBezTo>
                  <a:cubicBezTo>
                    <a:pt x="8129" y="14176"/>
                    <a:pt x="7897" y="15579"/>
                    <a:pt x="7781" y="15438"/>
                  </a:cubicBezTo>
                  <a:cubicBezTo>
                    <a:pt x="7665" y="15298"/>
                    <a:pt x="7665" y="13615"/>
                    <a:pt x="7665" y="12072"/>
                  </a:cubicBezTo>
                  <a:cubicBezTo>
                    <a:pt x="7665" y="10529"/>
                    <a:pt x="7665" y="9127"/>
                    <a:pt x="7665" y="7724"/>
                  </a:cubicBezTo>
                  <a:cubicBezTo>
                    <a:pt x="7665" y="6322"/>
                    <a:pt x="7665" y="4919"/>
                    <a:pt x="7606" y="4919"/>
                  </a:cubicBezTo>
                  <a:cubicBezTo>
                    <a:pt x="7548" y="4919"/>
                    <a:pt x="7432" y="6322"/>
                    <a:pt x="7316" y="7864"/>
                  </a:cubicBezTo>
                  <a:cubicBezTo>
                    <a:pt x="7200" y="9407"/>
                    <a:pt x="7084" y="11090"/>
                    <a:pt x="6852" y="13194"/>
                  </a:cubicBezTo>
                  <a:cubicBezTo>
                    <a:pt x="6619" y="15298"/>
                    <a:pt x="6271" y="17823"/>
                    <a:pt x="6097" y="18103"/>
                  </a:cubicBezTo>
                  <a:cubicBezTo>
                    <a:pt x="5923" y="18384"/>
                    <a:pt x="5923" y="16420"/>
                    <a:pt x="5923" y="14737"/>
                  </a:cubicBezTo>
                  <a:cubicBezTo>
                    <a:pt x="5923" y="13054"/>
                    <a:pt x="5923" y="11651"/>
                    <a:pt x="5923" y="10249"/>
                  </a:cubicBezTo>
                  <a:cubicBezTo>
                    <a:pt x="5923" y="8846"/>
                    <a:pt x="5923" y="7444"/>
                    <a:pt x="5806" y="7444"/>
                  </a:cubicBezTo>
                  <a:cubicBezTo>
                    <a:pt x="5690" y="7444"/>
                    <a:pt x="5458" y="8846"/>
                    <a:pt x="5226" y="10249"/>
                  </a:cubicBezTo>
                  <a:cubicBezTo>
                    <a:pt x="4994" y="11651"/>
                    <a:pt x="4761" y="13054"/>
                    <a:pt x="4587" y="14457"/>
                  </a:cubicBezTo>
                  <a:cubicBezTo>
                    <a:pt x="4413" y="15859"/>
                    <a:pt x="4297" y="17262"/>
                    <a:pt x="4181" y="17262"/>
                  </a:cubicBezTo>
                  <a:cubicBezTo>
                    <a:pt x="4065" y="17262"/>
                    <a:pt x="3948" y="15859"/>
                    <a:pt x="3890" y="13755"/>
                  </a:cubicBezTo>
                  <a:cubicBezTo>
                    <a:pt x="3832" y="11651"/>
                    <a:pt x="3832" y="8846"/>
                    <a:pt x="3658" y="8145"/>
                  </a:cubicBezTo>
                  <a:cubicBezTo>
                    <a:pt x="3484" y="7444"/>
                    <a:pt x="3135" y="8846"/>
                    <a:pt x="2903" y="10249"/>
                  </a:cubicBezTo>
                  <a:cubicBezTo>
                    <a:pt x="2671" y="11651"/>
                    <a:pt x="2555" y="13054"/>
                    <a:pt x="2090" y="13896"/>
                  </a:cubicBezTo>
                  <a:cubicBezTo>
                    <a:pt x="1626" y="14737"/>
                    <a:pt x="813" y="15018"/>
                    <a:pt x="0" y="15298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7" name="Línea"/>
            <p:cNvSpPr/>
            <p:nvPr/>
          </p:nvSpPr>
          <p:spPr>
            <a:xfrm>
              <a:off x="10564342" y="1669143"/>
              <a:ext cx="584461" cy="10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5822" y="0"/>
                  </a:moveTo>
                  <a:cubicBezTo>
                    <a:pt x="4735" y="4050"/>
                    <a:pt x="3649" y="8100"/>
                    <a:pt x="2563" y="11475"/>
                  </a:cubicBezTo>
                  <a:cubicBezTo>
                    <a:pt x="1477" y="14850"/>
                    <a:pt x="391" y="17550"/>
                    <a:pt x="90" y="17888"/>
                  </a:cubicBezTo>
                  <a:cubicBezTo>
                    <a:pt x="-212" y="18225"/>
                    <a:pt x="271" y="16200"/>
                    <a:pt x="1176" y="13500"/>
                  </a:cubicBezTo>
                  <a:cubicBezTo>
                    <a:pt x="2081" y="10800"/>
                    <a:pt x="3408" y="7425"/>
                    <a:pt x="4373" y="5400"/>
                  </a:cubicBezTo>
                  <a:cubicBezTo>
                    <a:pt x="5339" y="3375"/>
                    <a:pt x="5942" y="2700"/>
                    <a:pt x="6003" y="3712"/>
                  </a:cubicBezTo>
                  <a:cubicBezTo>
                    <a:pt x="6063" y="4725"/>
                    <a:pt x="5580" y="7425"/>
                    <a:pt x="5097" y="9787"/>
                  </a:cubicBezTo>
                  <a:cubicBezTo>
                    <a:pt x="4615" y="12150"/>
                    <a:pt x="4132" y="14175"/>
                    <a:pt x="3408" y="16538"/>
                  </a:cubicBezTo>
                  <a:cubicBezTo>
                    <a:pt x="2684" y="18900"/>
                    <a:pt x="1719" y="21600"/>
                    <a:pt x="1538" y="21600"/>
                  </a:cubicBezTo>
                  <a:cubicBezTo>
                    <a:pt x="1357" y="21600"/>
                    <a:pt x="1960" y="18900"/>
                    <a:pt x="2986" y="15863"/>
                  </a:cubicBezTo>
                  <a:cubicBezTo>
                    <a:pt x="4011" y="12825"/>
                    <a:pt x="5460" y="9450"/>
                    <a:pt x="6485" y="7762"/>
                  </a:cubicBezTo>
                  <a:cubicBezTo>
                    <a:pt x="7511" y="6075"/>
                    <a:pt x="8114" y="6075"/>
                    <a:pt x="8114" y="7087"/>
                  </a:cubicBezTo>
                  <a:cubicBezTo>
                    <a:pt x="8114" y="8100"/>
                    <a:pt x="7511" y="10125"/>
                    <a:pt x="6908" y="11812"/>
                  </a:cubicBezTo>
                  <a:cubicBezTo>
                    <a:pt x="6304" y="13500"/>
                    <a:pt x="5701" y="14850"/>
                    <a:pt x="5701" y="14512"/>
                  </a:cubicBezTo>
                  <a:cubicBezTo>
                    <a:pt x="5701" y="14175"/>
                    <a:pt x="6304" y="12150"/>
                    <a:pt x="6908" y="10800"/>
                  </a:cubicBezTo>
                  <a:cubicBezTo>
                    <a:pt x="7511" y="9450"/>
                    <a:pt x="8114" y="8775"/>
                    <a:pt x="8899" y="7762"/>
                  </a:cubicBezTo>
                  <a:cubicBezTo>
                    <a:pt x="9683" y="6750"/>
                    <a:pt x="10648" y="5400"/>
                    <a:pt x="10648" y="6750"/>
                  </a:cubicBezTo>
                  <a:cubicBezTo>
                    <a:pt x="10648" y="8100"/>
                    <a:pt x="9683" y="12150"/>
                    <a:pt x="8899" y="14850"/>
                  </a:cubicBezTo>
                  <a:cubicBezTo>
                    <a:pt x="8114" y="17550"/>
                    <a:pt x="7511" y="18900"/>
                    <a:pt x="7511" y="18563"/>
                  </a:cubicBezTo>
                  <a:cubicBezTo>
                    <a:pt x="7511" y="18225"/>
                    <a:pt x="8114" y="16200"/>
                    <a:pt x="9019" y="13838"/>
                  </a:cubicBezTo>
                  <a:cubicBezTo>
                    <a:pt x="9924" y="11475"/>
                    <a:pt x="11131" y="8775"/>
                    <a:pt x="11976" y="6412"/>
                  </a:cubicBezTo>
                  <a:cubicBezTo>
                    <a:pt x="12820" y="4050"/>
                    <a:pt x="13303" y="2025"/>
                    <a:pt x="13243" y="2025"/>
                  </a:cubicBezTo>
                  <a:cubicBezTo>
                    <a:pt x="13182" y="2025"/>
                    <a:pt x="12579" y="4050"/>
                    <a:pt x="11976" y="5737"/>
                  </a:cubicBezTo>
                  <a:cubicBezTo>
                    <a:pt x="11372" y="7425"/>
                    <a:pt x="10769" y="8775"/>
                    <a:pt x="10166" y="10125"/>
                  </a:cubicBezTo>
                  <a:cubicBezTo>
                    <a:pt x="9562" y="11475"/>
                    <a:pt x="8959" y="12825"/>
                    <a:pt x="8959" y="12825"/>
                  </a:cubicBezTo>
                  <a:cubicBezTo>
                    <a:pt x="8959" y="12825"/>
                    <a:pt x="9562" y="11475"/>
                    <a:pt x="10769" y="10125"/>
                  </a:cubicBezTo>
                  <a:cubicBezTo>
                    <a:pt x="11976" y="8775"/>
                    <a:pt x="13786" y="7425"/>
                    <a:pt x="15234" y="6075"/>
                  </a:cubicBezTo>
                  <a:cubicBezTo>
                    <a:pt x="16682" y="4725"/>
                    <a:pt x="17768" y="3375"/>
                    <a:pt x="18009" y="3037"/>
                  </a:cubicBezTo>
                  <a:cubicBezTo>
                    <a:pt x="18251" y="2700"/>
                    <a:pt x="17647" y="3375"/>
                    <a:pt x="17044" y="4050"/>
                  </a:cubicBezTo>
                  <a:cubicBezTo>
                    <a:pt x="16441" y="4725"/>
                    <a:pt x="15837" y="5400"/>
                    <a:pt x="15234" y="6075"/>
                  </a:cubicBezTo>
                  <a:cubicBezTo>
                    <a:pt x="14630" y="6750"/>
                    <a:pt x="14027" y="7425"/>
                    <a:pt x="14087" y="7425"/>
                  </a:cubicBezTo>
                  <a:cubicBezTo>
                    <a:pt x="14148" y="7425"/>
                    <a:pt x="14872" y="6750"/>
                    <a:pt x="15535" y="6412"/>
                  </a:cubicBezTo>
                  <a:cubicBezTo>
                    <a:pt x="16199" y="6075"/>
                    <a:pt x="16803" y="6075"/>
                    <a:pt x="17647" y="6075"/>
                  </a:cubicBezTo>
                  <a:cubicBezTo>
                    <a:pt x="18492" y="6075"/>
                    <a:pt x="19578" y="6075"/>
                    <a:pt x="19819" y="6075"/>
                  </a:cubicBezTo>
                  <a:cubicBezTo>
                    <a:pt x="20061" y="6075"/>
                    <a:pt x="19457" y="6075"/>
                    <a:pt x="18854" y="6412"/>
                  </a:cubicBezTo>
                  <a:cubicBezTo>
                    <a:pt x="18251" y="6750"/>
                    <a:pt x="17647" y="7425"/>
                    <a:pt x="17044" y="8100"/>
                  </a:cubicBezTo>
                  <a:cubicBezTo>
                    <a:pt x="16441" y="8775"/>
                    <a:pt x="15837" y="9450"/>
                    <a:pt x="15897" y="9450"/>
                  </a:cubicBezTo>
                  <a:cubicBezTo>
                    <a:pt x="15958" y="9450"/>
                    <a:pt x="16682" y="8775"/>
                    <a:pt x="17708" y="8437"/>
                  </a:cubicBezTo>
                  <a:cubicBezTo>
                    <a:pt x="18733" y="8100"/>
                    <a:pt x="20061" y="8100"/>
                    <a:pt x="21388" y="81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8" name="Línea"/>
            <p:cNvSpPr/>
            <p:nvPr/>
          </p:nvSpPr>
          <p:spPr>
            <a:xfrm>
              <a:off x="11178480" y="1733814"/>
              <a:ext cx="68424" cy="17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0955" fill="norm" stroke="1" extrusionOk="0">
                  <a:moveTo>
                    <a:pt x="15429" y="2955"/>
                  </a:moveTo>
                  <a:cubicBezTo>
                    <a:pt x="15429" y="4955"/>
                    <a:pt x="15429" y="6955"/>
                    <a:pt x="15429" y="8955"/>
                  </a:cubicBezTo>
                  <a:cubicBezTo>
                    <a:pt x="15429" y="10955"/>
                    <a:pt x="15429" y="12955"/>
                    <a:pt x="15429" y="12955"/>
                  </a:cubicBezTo>
                  <a:cubicBezTo>
                    <a:pt x="15429" y="12955"/>
                    <a:pt x="15429" y="10955"/>
                    <a:pt x="16457" y="7955"/>
                  </a:cubicBezTo>
                  <a:cubicBezTo>
                    <a:pt x="17486" y="4955"/>
                    <a:pt x="19543" y="955"/>
                    <a:pt x="20571" y="155"/>
                  </a:cubicBezTo>
                  <a:cubicBezTo>
                    <a:pt x="21600" y="-645"/>
                    <a:pt x="21600" y="1755"/>
                    <a:pt x="20571" y="4955"/>
                  </a:cubicBezTo>
                  <a:cubicBezTo>
                    <a:pt x="19543" y="8155"/>
                    <a:pt x="17486" y="12155"/>
                    <a:pt x="15943" y="15155"/>
                  </a:cubicBezTo>
                  <a:cubicBezTo>
                    <a:pt x="14400" y="18155"/>
                    <a:pt x="13371" y="20155"/>
                    <a:pt x="11314" y="20355"/>
                  </a:cubicBezTo>
                  <a:cubicBezTo>
                    <a:pt x="9257" y="20555"/>
                    <a:pt x="6171" y="18955"/>
                    <a:pt x="4629" y="16155"/>
                  </a:cubicBezTo>
                  <a:cubicBezTo>
                    <a:pt x="3086" y="13355"/>
                    <a:pt x="3086" y="9355"/>
                    <a:pt x="3600" y="6355"/>
                  </a:cubicBezTo>
                  <a:cubicBezTo>
                    <a:pt x="4114" y="3355"/>
                    <a:pt x="5143" y="1355"/>
                    <a:pt x="5657" y="1355"/>
                  </a:cubicBezTo>
                  <a:cubicBezTo>
                    <a:pt x="6171" y="1355"/>
                    <a:pt x="6171" y="3355"/>
                    <a:pt x="5143" y="6955"/>
                  </a:cubicBezTo>
                  <a:cubicBezTo>
                    <a:pt x="4114" y="10555"/>
                    <a:pt x="2057" y="15755"/>
                    <a:pt x="0" y="2095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29" name="Línea"/>
            <p:cNvSpPr/>
            <p:nvPr/>
          </p:nvSpPr>
          <p:spPr>
            <a:xfrm>
              <a:off x="10436545" y="1787439"/>
              <a:ext cx="553979" cy="242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fill="norm" stroke="1" extrusionOk="0">
                  <a:moveTo>
                    <a:pt x="21600" y="2628"/>
                  </a:moveTo>
                  <a:cubicBezTo>
                    <a:pt x="21600" y="5508"/>
                    <a:pt x="21600" y="8388"/>
                    <a:pt x="21471" y="10548"/>
                  </a:cubicBezTo>
                  <a:cubicBezTo>
                    <a:pt x="21343" y="12708"/>
                    <a:pt x="21086" y="14148"/>
                    <a:pt x="20893" y="14004"/>
                  </a:cubicBezTo>
                  <a:cubicBezTo>
                    <a:pt x="20700" y="13860"/>
                    <a:pt x="20571" y="12132"/>
                    <a:pt x="20507" y="10404"/>
                  </a:cubicBezTo>
                  <a:cubicBezTo>
                    <a:pt x="20443" y="8676"/>
                    <a:pt x="20443" y="6948"/>
                    <a:pt x="20443" y="5364"/>
                  </a:cubicBezTo>
                  <a:cubicBezTo>
                    <a:pt x="20443" y="3780"/>
                    <a:pt x="20443" y="2340"/>
                    <a:pt x="20314" y="2340"/>
                  </a:cubicBezTo>
                  <a:cubicBezTo>
                    <a:pt x="20186" y="2340"/>
                    <a:pt x="19929" y="3780"/>
                    <a:pt x="19607" y="6084"/>
                  </a:cubicBezTo>
                  <a:cubicBezTo>
                    <a:pt x="19286" y="8388"/>
                    <a:pt x="18900" y="11556"/>
                    <a:pt x="18514" y="13860"/>
                  </a:cubicBezTo>
                  <a:cubicBezTo>
                    <a:pt x="18129" y="16164"/>
                    <a:pt x="17743" y="17604"/>
                    <a:pt x="17550" y="17172"/>
                  </a:cubicBezTo>
                  <a:cubicBezTo>
                    <a:pt x="17357" y="16740"/>
                    <a:pt x="17357" y="14436"/>
                    <a:pt x="17421" y="11844"/>
                  </a:cubicBezTo>
                  <a:cubicBezTo>
                    <a:pt x="17486" y="9252"/>
                    <a:pt x="17614" y="6372"/>
                    <a:pt x="17743" y="4212"/>
                  </a:cubicBezTo>
                  <a:cubicBezTo>
                    <a:pt x="17871" y="2052"/>
                    <a:pt x="18000" y="612"/>
                    <a:pt x="18064" y="612"/>
                  </a:cubicBezTo>
                  <a:cubicBezTo>
                    <a:pt x="18129" y="612"/>
                    <a:pt x="18129" y="2052"/>
                    <a:pt x="17807" y="5364"/>
                  </a:cubicBezTo>
                  <a:cubicBezTo>
                    <a:pt x="17486" y="8676"/>
                    <a:pt x="16843" y="13860"/>
                    <a:pt x="16264" y="17028"/>
                  </a:cubicBezTo>
                  <a:cubicBezTo>
                    <a:pt x="15686" y="20196"/>
                    <a:pt x="15171" y="21348"/>
                    <a:pt x="14914" y="21204"/>
                  </a:cubicBezTo>
                  <a:cubicBezTo>
                    <a:pt x="14657" y="21060"/>
                    <a:pt x="14657" y="19620"/>
                    <a:pt x="14721" y="16740"/>
                  </a:cubicBezTo>
                  <a:cubicBezTo>
                    <a:pt x="14786" y="13860"/>
                    <a:pt x="14914" y="9540"/>
                    <a:pt x="15043" y="6660"/>
                  </a:cubicBezTo>
                  <a:cubicBezTo>
                    <a:pt x="15171" y="3780"/>
                    <a:pt x="15300" y="2340"/>
                    <a:pt x="15300" y="2340"/>
                  </a:cubicBezTo>
                  <a:cubicBezTo>
                    <a:pt x="15300" y="2340"/>
                    <a:pt x="15171" y="3780"/>
                    <a:pt x="14721" y="6372"/>
                  </a:cubicBezTo>
                  <a:cubicBezTo>
                    <a:pt x="14271" y="8964"/>
                    <a:pt x="13500" y="12708"/>
                    <a:pt x="12793" y="14868"/>
                  </a:cubicBezTo>
                  <a:cubicBezTo>
                    <a:pt x="12086" y="17028"/>
                    <a:pt x="11443" y="17604"/>
                    <a:pt x="11121" y="17028"/>
                  </a:cubicBezTo>
                  <a:cubicBezTo>
                    <a:pt x="10800" y="16452"/>
                    <a:pt x="10800" y="14724"/>
                    <a:pt x="10864" y="12420"/>
                  </a:cubicBezTo>
                  <a:cubicBezTo>
                    <a:pt x="10929" y="10116"/>
                    <a:pt x="11057" y="7236"/>
                    <a:pt x="11186" y="4788"/>
                  </a:cubicBezTo>
                  <a:cubicBezTo>
                    <a:pt x="11314" y="2340"/>
                    <a:pt x="11443" y="324"/>
                    <a:pt x="11507" y="36"/>
                  </a:cubicBezTo>
                  <a:cubicBezTo>
                    <a:pt x="11571" y="-252"/>
                    <a:pt x="11571" y="1188"/>
                    <a:pt x="11250" y="4212"/>
                  </a:cubicBezTo>
                  <a:cubicBezTo>
                    <a:pt x="10929" y="7236"/>
                    <a:pt x="10286" y="11844"/>
                    <a:pt x="9771" y="14868"/>
                  </a:cubicBezTo>
                  <a:cubicBezTo>
                    <a:pt x="9257" y="17892"/>
                    <a:pt x="8871" y="19332"/>
                    <a:pt x="8550" y="19332"/>
                  </a:cubicBezTo>
                  <a:cubicBezTo>
                    <a:pt x="8229" y="19332"/>
                    <a:pt x="7971" y="17892"/>
                    <a:pt x="7843" y="15588"/>
                  </a:cubicBezTo>
                  <a:cubicBezTo>
                    <a:pt x="7714" y="13284"/>
                    <a:pt x="7714" y="10116"/>
                    <a:pt x="7779" y="7668"/>
                  </a:cubicBezTo>
                  <a:cubicBezTo>
                    <a:pt x="7843" y="5220"/>
                    <a:pt x="7971" y="3492"/>
                    <a:pt x="7843" y="3348"/>
                  </a:cubicBezTo>
                  <a:cubicBezTo>
                    <a:pt x="7714" y="3204"/>
                    <a:pt x="7329" y="4644"/>
                    <a:pt x="6943" y="6804"/>
                  </a:cubicBezTo>
                  <a:cubicBezTo>
                    <a:pt x="6557" y="8964"/>
                    <a:pt x="6171" y="11844"/>
                    <a:pt x="5786" y="14004"/>
                  </a:cubicBezTo>
                  <a:cubicBezTo>
                    <a:pt x="5400" y="16164"/>
                    <a:pt x="5014" y="17604"/>
                    <a:pt x="4757" y="17604"/>
                  </a:cubicBezTo>
                  <a:cubicBezTo>
                    <a:pt x="4500" y="17604"/>
                    <a:pt x="4371" y="16164"/>
                    <a:pt x="4371" y="13716"/>
                  </a:cubicBezTo>
                  <a:cubicBezTo>
                    <a:pt x="4371" y="11268"/>
                    <a:pt x="4500" y="7812"/>
                    <a:pt x="4500" y="6804"/>
                  </a:cubicBezTo>
                  <a:cubicBezTo>
                    <a:pt x="4500" y="5796"/>
                    <a:pt x="4371" y="7236"/>
                    <a:pt x="4179" y="8676"/>
                  </a:cubicBezTo>
                  <a:cubicBezTo>
                    <a:pt x="3986" y="10116"/>
                    <a:pt x="3729" y="11556"/>
                    <a:pt x="3407" y="12852"/>
                  </a:cubicBezTo>
                  <a:cubicBezTo>
                    <a:pt x="3086" y="14148"/>
                    <a:pt x="2700" y="15300"/>
                    <a:pt x="2507" y="15156"/>
                  </a:cubicBezTo>
                  <a:cubicBezTo>
                    <a:pt x="2314" y="15012"/>
                    <a:pt x="2314" y="13572"/>
                    <a:pt x="1929" y="12276"/>
                  </a:cubicBezTo>
                  <a:cubicBezTo>
                    <a:pt x="1543" y="10980"/>
                    <a:pt x="771" y="9828"/>
                    <a:pt x="0" y="8676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0" name="Línea"/>
            <p:cNvSpPr/>
            <p:nvPr/>
          </p:nvSpPr>
          <p:spPr>
            <a:xfrm>
              <a:off x="10416761" y="2341830"/>
              <a:ext cx="29678" cy="2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1" name="Línea"/>
            <p:cNvSpPr/>
            <p:nvPr/>
          </p:nvSpPr>
          <p:spPr>
            <a:xfrm>
              <a:off x="10812459" y="2124196"/>
              <a:ext cx="1" cy="187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2" name="Línea"/>
            <p:cNvSpPr/>
            <p:nvPr/>
          </p:nvSpPr>
          <p:spPr>
            <a:xfrm>
              <a:off x="10367298" y="2331938"/>
              <a:ext cx="435270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7509" y="18000"/>
                    <a:pt x="13418" y="14400"/>
                    <a:pt x="9818" y="10800"/>
                  </a:cubicBezTo>
                  <a:cubicBezTo>
                    <a:pt x="6218" y="7200"/>
                    <a:pt x="3109" y="3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3" name="Línea"/>
            <p:cNvSpPr/>
            <p:nvPr/>
          </p:nvSpPr>
          <p:spPr>
            <a:xfrm>
              <a:off x="10367298" y="2074740"/>
              <a:ext cx="385807" cy="270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9" fill="norm" stroke="1" extrusionOk="0">
                  <a:moveTo>
                    <a:pt x="3877" y="2341"/>
                  </a:moveTo>
                  <a:cubicBezTo>
                    <a:pt x="4062" y="3903"/>
                    <a:pt x="4246" y="5464"/>
                    <a:pt x="4338" y="5594"/>
                  </a:cubicBezTo>
                  <a:cubicBezTo>
                    <a:pt x="4431" y="5725"/>
                    <a:pt x="4431" y="4423"/>
                    <a:pt x="4523" y="3122"/>
                  </a:cubicBezTo>
                  <a:cubicBezTo>
                    <a:pt x="4615" y="1821"/>
                    <a:pt x="4800" y="520"/>
                    <a:pt x="5077" y="520"/>
                  </a:cubicBezTo>
                  <a:cubicBezTo>
                    <a:pt x="5354" y="520"/>
                    <a:pt x="5723" y="1821"/>
                    <a:pt x="6000" y="3643"/>
                  </a:cubicBezTo>
                  <a:cubicBezTo>
                    <a:pt x="6277" y="5464"/>
                    <a:pt x="6462" y="7806"/>
                    <a:pt x="6554" y="8327"/>
                  </a:cubicBezTo>
                  <a:cubicBezTo>
                    <a:pt x="6646" y="8847"/>
                    <a:pt x="6646" y="7546"/>
                    <a:pt x="6831" y="6245"/>
                  </a:cubicBezTo>
                  <a:cubicBezTo>
                    <a:pt x="7015" y="4944"/>
                    <a:pt x="7385" y="3643"/>
                    <a:pt x="7938" y="3382"/>
                  </a:cubicBezTo>
                  <a:cubicBezTo>
                    <a:pt x="8492" y="3122"/>
                    <a:pt x="9231" y="3903"/>
                    <a:pt x="9692" y="5594"/>
                  </a:cubicBezTo>
                  <a:cubicBezTo>
                    <a:pt x="10154" y="7286"/>
                    <a:pt x="10338" y="9888"/>
                    <a:pt x="10431" y="12361"/>
                  </a:cubicBezTo>
                  <a:cubicBezTo>
                    <a:pt x="10523" y="14833"/>
                    <a:pt x="10523" y="17175"/>
                    <a:pt x="10431" y="17566"/>
                  </a:cubicBezTo>
                  <a:cubicBezTo>
                    <a:pt x="10338" y="17956"/>
                    <a:pt x="10154" y="16394"/>
                    <a:pt x="10062" y="14052"/>
                  </a:cubicBezTo>
                  <a:cubicBezTo>
                    <a:pt x="9969" y="11710"/>
                    <a:pt x="9969" y="8587"/>
                    <a:pt x="10062" y="6245"/>
                  </a:cubicBezTo>
                  <a:cubicBezTo>
                    <a:pt x="10154" y="3903"/>
                    <a:pt x="10338" y="2341"/>
                    <a:pt x="10892" y="1300"/>
                  </a:cubicBezTo>
                  <a:cubicBezTo>
                    <a:pt x="11446" y="259"/>
                    <a:pt x="12369" y="-261"/>
                    <a:pt x="13015" y="129"/>
                  </a:cubicBezTo>
                  <a:cubicBezTo>
                    <a:pt x="13662" y="520"/>
                    <a:pt x="14031" y="1821"/>
                    <a:pt x="14215" y="4553"/>
                  </a:cubicBezTo>
                  <a:cubicBezTo>
                    <a:pt x="14400" y="7286"/>
                    <a:pt x="14400" y="11450"/>
                    <a:pt x="14308" y="14182"/>
                  </a:cubicBezTo>
                  <a:cubicBezTo>
                    <a:pt x="14215" y="16915"/>
                    <a:pt x="14031" y="18216"/>
                    <a:pt x="13754" y="18216"/>
                  </a:cubicBezTo>
                  <a:cubicBezTo>
                    <a:pt x="13477" y="18216"/>
                    <a:pt x="13108" y="16915"/>
                    <a:pt x="12923" y="14963"/>
                  </a:cubicBezTo>
                  <a:cubicBezTo>
                    <a:pt x="12738" y="13011"/>
                    <a:pt x="12738" y="10409"/>
                    <a:pt x="12923" y="8457"/>
                  </a:cubicBezTo>
                  <a:cubicBezTo>
                    <a:pt x="13108" y="6505"/>
                    <a:pt x="13477" y="5204"/>
                    <a:pt x="14031" y="4163"/>
                  </a:cubicBezTo>
                  <a:cubicBezTo>
                    <a:pt x="14585" y="3122"/>
                    <a:pt x="15323" y="2341"/>
                    <a:pt x="15969" y="2472"/>
                  </a:cubicBezTo>
                  <a:cubicBezTo>
                    <a:pt x="16615" y="2602"/>
                    <a:pt x="17169" y="3643"/>
                    <a:pt x="17631" y="5594"/>
                  </a:cubicBezTo>
                  <a:cubicBezTo>
                    <a:pt x="18092" y="7546"/>
                    <a:pt x="18462" y="10409"/>
                    <a:pt x="18554" y="12881"/>
                  </a:cubicBezTo>
                  <a:cubicBezTo>
                    <a:pt x="18646" y="15353"/>
                    <a:pt x="18462" y="17435"/>
                    <a:pt x="18185" y="17305"/>
                  </a:cubicBezTo>
                  <a:cubicBezTo>
                    <a:pt x="17908" y="17175"/>
                    <a:pt x="17538" y="14833"/>
                    <a:pt x="17354" y="12231"/>
                  </a:cubicBezTo>
                  <a:cubicBezTo>
                    <a:pt x="17169" y="9628"/>
                    <a:pt x="17169" y="6766"/>
                    <a:pt x="17262" y="4684"/>
                  </a:cubicBezTo>
                  <a:cubicBezTo>
                    <a:pt x="17354" y="2602"/>
                    <a:pt x="17538" y="1300"/>
                    <a:pt x="18000" y="1040"/>
                  </a:cubicBezTo>
                  <a:cubicBezTo>
                    <a:pt x="18462" y="780"/>
                    <a:pt x="19200" y="1561"/>
                    <a:pt x="19846" y="4033"/>
                  </a:cubicBezTo>
                  <a:cubicBezTo>
                    <a:pt x="20492" y="6505"/>
                    <a:pt x="21046" y="10669"/>
                    <a:pt x="21323" y="13402"/>
                  </a:cubicBezTo>
                  <a:cubicBezTo>
                    <a:pt x="21600" y="16134"/>
                    <a:pt x="21600" y="17435"/>
                    <a:pt x="21600" y="18737"/>
                  </a:cubicBezTo>
                  <a:cubicBezTo>
                    <a:pt x="21600" y="20038"/>
                    <a:pt x="21600" y="21339"/>
                    <a:pt x="21323" y="21339"/>
                  </a:cubicBezTo>
                  <a:cubicBezTo>
                    <a:pt x="21046" y="21339"/>
                    <a:pt x="20492" y="20038"/>
                    <a:pt x="20031" y="17435"/>
                  </a:cubicBezTo>
                  <a:cubicBezTo>
                    <a:pt x="19569" y="14833"/>
                    <a:pt x="19200" y="10929"/>
                    <a:pt x="19015" y="8327"/>
                  </a:cubicBezTo>
                  <a:cubicBezTo>
                    <a:pt x="18831" y="5725"/>
                    <a:pt x="18831" y="4423"/>
                    <a:pt x="19108" y="3252"/>
                  </a:cubicBezTo>
                  <a:cubicBezTo>
                    <a:pt x="19385" y="2081"/>
                    <a:pt x="19938" y="1040"/>
                    <a:pt x="20308" y="1170"/>
                  </a:cubicBezTo>
                  <a:cubicBezTo>
                    <a:pt x="20677" y="1300"/>
                    <a:pt x="20862" y="2602"/>
                    <a:pt x="20954" y="4553"/>
                  </a:cubicBezTo>
                  <a:cubicBezTo>
                    <a:pt x="21046" y="6505"/>
                    <a:pt x="21046" y="9108"/>
                    <a:pt x="20862" y="11059"/>
                  </a:cubicBezTo>
                  <a:cubicBezTo>
                    <a:pt x="20677" y="13011"/>
                    <a:pt x="20308" y="14312"/>
                    <a:pt x="19662" y="15223"/>
                  </a:cubicBezTo>
                  <a:cubicBezTo>
                    <a:pt x="19015" y="16134"/>
                    <a:pt x="18092" y="16655"/>
                    <a:pt x="17262" y="16525"/>
                  </a:cubicBezTo>
                  <a:cubicBezTo>
                    <a:pt x="16431" y="16394"/>
                    <a:pt x="15692" y="15614"/>
                    <a:pt x="14862" y="13792"/>
                  </a:cubicBezTo>
                  <a:cubicBezTo>
                    <a:pt x="14031" y="11970"/>
                    <a:pt x="13108" y="9108"/>
                    <a:pt x="12369" y="7156"/>
                  </a:cubicBezTo>
                  <a:cubicBezTo>
                    <a:pt x="11631" y="5204"/>
                    <a:pt x="11077" y="4163"/>
                    <a:pt x="10800" y="4293"/>
                  </a:cubicBezTo>
                  <a:cubicBezTo>
                    <a:pt x="10523" y="4423"/>
                    <a:pt x="10523" y="5725"/>
                    <a:pt x="10431" y="7676"/>
                  </a:cubicBezTo>
                  <a:cubicBezTo>
                    <a:pt x="10338" y="9628"/>
                    <a:pt x="10154" y="12231"/>
                    <a:pt x="9785" y="14182"/>
                  </a:cubicBezTo>
                  <a:cubicBezTo>
                    <a:pt x="9415" y="16134"/>
                    <a:pt x="8862" y="17435"/>
                    <a:pt x="8308" y="17566"/>
                  </a:cubicBezTo>
                  <a:cubicBezTo>
                    <a:pt x="7754" y="17696"/>
                    <a:pt x="7200" y="16655"/>
                    <a:pt x="6554" y="14443"/>
                  </a:cubicBezTo>
                  <a:cubicBezTo>
                    <a:pt x="5908" y="12231"/>
                    <a:pt x="5169" y="8847"/>
                    <a:pt x="4615" y="6505"/>
                  </a:cubicBezTo>
                  <a:cubicBezTo>
                    <a:pt x="4062" y="4163"/>
                    <a:pt x="3692" y="2862"/>
                    <a:pt x="3508" y="2992"/>
                  </a:cubicBezTo>
                  <a:cubicBezTo>
                    <a:pt x="3323" y="3122"/>
                    <a:pt x="3323" y="4684"/>
                    <a:pt x="3323" y="6375"/>
                  </a:cubicBezTo>
                  <a:cubicBezTo>
                    <a:pt x="3323" y="8067"/>
                    <a:pt x="3323" y="9888"/>
                    <a:pt x="3231" y="11450"/>
                  </a:cubicBezTo>
                  <a:cubicBezTo>
                    <a:pt x="3138" y="13011"/>
                    <a:pt x="2954" y="14312"/>
                    <a:pt x="2400" y="15093"/>
                  </a:cubicBezTo>
                  <a:cubicBezTo>
                    <a:pt x="1846" y="15874"/>
                    <a:pt x="923" y="16134"/>
                    <a:pt x="0" y="16394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4" name="Línea"/>
            <p:cNvSpPr/>
            <p:nvPr/>
          </p:nvSpPr>
          <p:spPr>
            <a:xfrm>
              <a:off x="10812459" y="2262691"/>
              <a:ext cx="148388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5" name="Línea"/>
            <p:cNvSpPr/>
            <p:nvPr/>
          </p:nvSpPr>
          <p:spPr>
            <a:xfrm>
              <a:off x="10960846" y="2094519"/>
              <a:ext cx="9894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6" name="Línea"/>
            <p:cNvSpPr/>
            <p:nvPr/>
          </p:nvSpPr>
          <p:spPr>
            <a:xfrm>
              <a:off x="10823771" y="2104411"/>
              <a:ext cx="77720" cy="17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fill="norm" stroke="1" extrusionOk="0">
                  <a:moveTo>
                    <a:pt x="21212" y="0"/>
                  </a:moveTo>
                  <a:cubicBezTo>
                    <a:pt x="21212" y="2000"/>
                    <a:pt x="21212" y="4000"/>
                    <a:pt x="19862" y="4200"/>
                  </a:cubicBezTo>
                  <a:cubicBezTo>
                    <a:pt x="18512" y="4400"/>
                    <a:pt x="15812" y="2800"/>
                    <a:pt x="14912" y="3000"/>
                  </a:cubicBezTo>
                  <a:cubicBezTo>
                    <a:pt x="14012" y="3200"/>
                    <a:pt x="14912" y="5200"/>
                    <a:pt x="15362" y="8000"/>
                  </a:cubicBezTo>
                  <a:cubicBezTo>
                    <a:pt x="15812" y="10800"/>
                    <a:pt x="15812" y="14400"/>
                    <a:pt x="14462" y="15400"/>
                  </a:cubicBezTo>
                  <a:cubicBezTo>
                    <a:pt x="13112" y="16400"/>
                    <a:pt x="10412" y="14800"/>
                    <a:pt x="8612" y="13000"/>
                  </a:cubicBezTo>
                  <a:cubicBezTo>
                    <a:pt x="6812" y="11200"/>
                    <a:pt x="5912" y="9200"/>
                    <a:pt x="5012" y="7200"/>
                  </a:cubicBezTo>
                  <a:cubicBezTo>
                    <a:pt x="4112" y="5200"/>
                    <a:pt x="3212" y="3200"/>
                    <a:pt x="3212" y="3200"/>
                  </a:cubicBezTo>
                  <a:cubicBezTo>
                    <a:pt x="3212" y="3200"/>
                    <a:pt x="4112" y="5200"/>
                    <a:pt x="5462" y="7200"/>
                  </a:cubicBezTo>
                  <a:cubicBezTo>
                    <a:pt x="6812" y="9200"/>
                    <a:pt x="8612" y="11200"/>
                    <a:pt x="7712" y="11000"/>
                  </a:cubicBezTo>
                  <a:cubicBezTo>
                    <a:pt x="6812" y="10800"/>
                    <a:pt x="3212" y="8400"/>
                    <a:pt x="1412" y="8200"/>
                  </a:cubicBezTo>
                  <a:cubicBezTo>
                    <a:pt x="-388" y="8000"/>
                    <a:pt x="-388" y="10000"/>
                    <a:pt x="962" y="12600"/>
                  </a:cubicBezTo>
                  <a:cubicBezTo>
                    <a:pt x="2312" y="15200"/>
                    <a:pt x="5012" y="18400"/>
                    <a:pt x="7712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7" name="Línea"/>
            <p:cNvSpPr/>
            <p:nvPr/>
          </p:nvSpPr>
          <p:spPr>
            <a:xfrm>
              <a:off x="10456330" y="1510864"/>
              <a:ext cx="395700" cy="19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600" y="18000"/>
                    <a:pt x="7200" y="14400"/>
                    <a:pt x="10800" y="10800"/>
                  </a:cubicBezTo>
                  <a:cubicBezTo>
                    <a:pt x="14400" y="7200"/>
                    <a:pt x="18000" y="36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8" name="Línea"/>
            <p:cNvSpPr/>
            <p:nvPr/>
          </p:nvSpPr>
          <p:spPr>
            <a:xfrm>
              <a:off x="10450935" y="1533494"/>
              <a:ext cx="410987" cy="227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033" fill="norm" stroke="1" extrusionOk="0">
                  <a:moveTo>
                    <a:pt x="18945" y="650"/>
                  </a:moveTo>
                  <a:cubicBezTo>
                    <a:pt x="19809" y="346"/>
                    <a:pt x="20673" y="41"/>
                    <a:pt x="21105" y="650"/>
                  </a:cubicBezTo>
                  <a:cubicBezTo>
                    <a:pt x="21537" y="1258"/>
                    <a:pt x="21537" y="2779"/>
                    <a:pt x="21537" y="5822"/>
                  </a:cubicBezTo>
                  <a:cubicBezTo>
                    <a:pt x="21537" y="8864"/>
                    <a:pt x="21537" y="13427"/>
                    <a:pt x="21451" y="16470"/>
                  </a:cubicBezTo>
                  <a:cubicBezTo>
                    <a:pt x="21364" y="19512"/>
                    <a:pt x="21191" y="21033"/>
                    <a:pt x="20932" y="21033"/>
                  </a:cubicBezTo>
                  <a:cubicBezTo>
                    <a:pt x="20673" y="21033"/>
                    <a:pt x="20327" y="19512"/>
                    <a:pt x="19982" y="17230"/>
                  </a:cubicBezTo>
                  <a:cubicBezTo>
                    <a:pt x="19636" y="14948"/>
                    <a:pt x="19291" y="11906"/>
                    <a:pt x="19031" y="9625"/>
                  </a:cubicBezTo>
                  <a:cubicBezTo>
                    <a:pt x="18772" y="7343"/>
                    <a:pt x="18599" y="5822"/>
                    <a:pt x="18513" y="5822"/>
                  </a:cubicBezTo>
                  <a:cubicBezTo>
                    <a:pt x="18427" y="5822"/>
                    <a:pt x="18427" y="7343"/>
                    <a:pt x="18427" y="8864"/>
                  </a:cubicBezTo>
                  <a:cubicBezTo>
                    <a:pt x="18427" y="10385"/>
                    <a:pt x="18427" y="11906"/>
                    <a:pt x="18340" y="13427"/>
                  </a:cubicBezTo>
                  <a:cubicBezTo>
                    <a:pt x="18254" y="14948"/>
                    <a:pt x="18081" y="16470"/>
                    <a:pt x="17822" y="16470"/>
                  </a:cubicBezTo>
                  <a:cubicBezTo>
                    <a:pt x="17563" y="16470"/>
                    <a:pt x="17217" y="14948"/>
                    <a:pt x="16871" y="13275"/>
                  </a:cubicBezTo>
                  <a:cubicBezTo>
                    <a:pt x="16526" y="11602"/>
                    <a:pt x="16180" y="9777"/>
                    <a:pt x="15921" y="8103"/>
                  </a:cubicBezTo>
                  <a:cubicBezTo>
                    <a:pt x="15662" y="6430"/>
                    <a:pt x="15489" y="4909"/>
                    <a:pt x="15403" y="4909"/>
                  </a:cubicBezTo>
                  <a:cubicBezTo>
                    <a:pt x="15316" y="4909"/>
                    <a:pt x="15316" y="6430"/>
                    <a:pt x="15403" y="7951"/>
                  </a:cubicBezTo>
                  <a:cubicBezTo>
                    <a:pt x="15489" y="9472"/>
                    <a:pt x="15662" y="10994"/>
                    <a:pt x="15662" y="12971"/>
                  </a:cubicBezTo>
                  <a:cubicBezTo>
                    <a:pt x="15662" y="14948"/>
                    <a:pt x="15489" y="17382"/>
                    <a:pt x="15057" y="17991"/>
                  </a:cubicBezTo>
                  <a:cubicBezTo>
                    <a:pt x="14625" y="18599"/>
                    <a:pt x="13934" y="17382"/>
                    <a:pt x="13156" y="14492"/>
                  </a:cubicBezTo>
                  <a:cubicBezTo>
                    <a:pt x="12379" y="11602"/>
                    <a:pt x="11515" y="7039"/>
                    <a:pt x="10910" y="3996"/>
                  </a:cubicBezTo>
                  <a:cubicBezTo>
                    <a:pt x="10305" y="954"/>
                    <a:pt x="9959" y="-567"/>
                    <a:pt x="9959" y="194"/>
                  </a:cubicBezTo>
                  <a:cubicBezTo>
                    <a:pt x="9959" y="954"/>
                    <a:pt x="10305" y="3996"/>
                    <a:pt x="10478" y="7191"/>
                  </a:cubicBezTo>
                  <a:cubicBezTo>
                    <a:pt x="10651" y="10385"/>
                    <a:pt x="10651" y="13732"/>
                    <a:pt x="10564" y="16165"/>
                  </a:cubicBezTo>
                  <a:cubicBezTo>
                    <a:pt x="10478" y="18599"/>
                    <a:pt x="10305" y="20120"/>
                    <a:pt x="9787" y="20577"/>
                  </a:cubicBezTo>
                  <a:cubicBezTo>
                    <a:pt x="9268" y="21033"/>
                    <a:pt x="8404" y="20425"/>
                    <a:pt x="7713" y="18599"/>
                  </a:cubicBezTo>
                  <a:cubicBezTo>
                    <a:pt x="7022" y="16774"/>
                    <a:pt x="6503" y="13732"/>
                    <a:pt x="5985" y="11450"/>
                  </a:cubicBezTo>
                  <a:cubicBezTo>
                    <a:pt x="5467" y="9168"/>
                    <a:pt x="4948" y="7647"/>
                    <a:pt x="4603" y="5974"/>
                  </a:cubicBezTo>
                  <a:cubicBezTo>
                    <a:pt x="4257" y="4301"/>
                    <a:pt x="4084" y="2475"/>
                    <a:pt x="3998" y="2475"/>
                  </a:cubicBezTo>
                  <a:cubicBezTo>
                    <a:pt x="3911" y="2475"/>
                    <a:pt x="3911" y="4301"/>
                    <a:pt x="3998" y="6887"/>
                  </a:cubicBezTo>
                  <a:cubicBezTo>
                    <a:pt x="4084" y="9472"/>
                    <a:pt x="4257" y="12819"/>
                    <a:pt x="4343" y="15253"/>
                  </a:cubicBezTo>
                  <a:cubicBezTo>
                    <a:pt x="4430" y="17687"/>
                    <a:pt x="4430" y="19208"/>
                    <a:pt x="3998" y="19360"/>
                  </a:cubicBezTo>
                  <a:cubicBezTo>
                    <a:pt x="3566" y="19512"/>
                    <a:pt x="2702" y="18295"/>
                    <a:pt x="2097" y="16317"/>
                  </a:cubicBezTo>
                  <a:cubicBezTo>
                    <a:pt x="1492" y="14340"/>
                    <a:pt x="1147" y="11602"/>
                    <a:pt x="801" y="9168"/>
                  </a:cubicBezTo>
                  <a:cubicBezTo>
                    <a:pt x="455" y="6734"/>
                    <a:pt x="110" y="4605"/>
                    <a:pt x="23" y="4301"/>
                  </a:cubicBezTo>
                  <a:cubicBezTo>
                    <a:pt x="-63" y="3996"/>
                    <a:pt x="110" y="5518"/>
                    <a:pt x="196" y="8560"/>
                  </a:cubicBezTo>
                  <a:cubicBezTo>
                    <a:pt x="283" y="11602"/>
                    <a:pt x="283" y="16165"/>
                    <a:pt x="283" y="20729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39" name="Línea"/>
            <p:cNvSpPr/>
            <p:nvPr/>
          </p:nvSpPr>
          <p:spPr>
            <a:xfrm>
              <a:off x="10683857" y="1370460"/>
              <a:ext cx="290678" cy="100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307" fill="norm" stroke="1" extrusionOk="0">
                  <a:moveTo>
                    <a:pt x="0" y="4584"/>
                  </a:moveTo>
                  <a:cubicBezTo>
                    <a:pt x="4854" y="3888"/>
                    <a:pt x="9708" y="3191"/>
                    <a:pt x="12742" y="2842"/>
                  </a:cubicBezTo>
                  <a:cubicBezTo>
                    <a:pt x="15775" y="2494"/>
                    <a:pt x="16989" y="2494"/>
                    <a:pt x="18324" y="1797"/>
                  </a:cubicBezTo>
                  <a:cubicBezTo>
                    <a:pt x="19658" y="1101"/>
                    <a:pt x="21115" y="-293"/>
                    <a:pt x="21357" y="55"/>
                  </a:cubicBezTo>
                  <a:cubicBezTo>
                    <a:pt x="21600" y="404"/>
                    <a:pt x="20629" y="2494"/>
                    <a:pt x="18688" y="6326"/>
                  </a:cubicBezTo>
                  <a:cubicBezTo>
                    <a:pt x="16746" y="10159"/>
                    <a:pt x="13834" y="15733"/>
                    <a:pt x="10921" y="21307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0" name="Línea"/>
            <p:cNvSpPr/>
            <p:nvPr/>
          </p:nvSpPr>
          <p:spPr>
            <a:xfrm>
              <a:off x="10980631" y="1411939"/>
              <a:ext cx="9893" cy="286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1" name="Línea"/>
            <p:cNvSpPr/>
            <p:nvPr/>
          </p:nvSpPr>
          <p:spPr>
            <a:xfrm>
              <a:off x="10904788" y="1471294"/>
              <a:ext cx="64952" cy="18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fill="norm" stroke="1" extrusionOk="0">
                  <a:moveTo>
                    <a:pt x="15120" y="0"/>
                  </a:moveTo>
                  <a:cubicBezTo>
                    <a:pt x="17280" y="3789"/>
                    <a:pt x="19440" y="7579"/>
                    <a:pt x="20520" y="10421"/>
                  </a:cubicBezTo>
                  <a:cubicBezTo>
                    <a:pt x="21600" y="13263"/>
                    <a:pt x="21600" y="15158"/>
                    <a:pt x="19980" y="16863"/>
                  </a:cubicBezTo>
                  <a:cubicBezTo>
                    <a:pt x="18360" y="18568"/>
                    <a:pt x="15120" y="20084"/>
                    <a:pt x="12420" y="19705"/>
                  </a:cubicBezTo>
                  <a:cubicBezTo>
                    <a:pt x="9720" y="19326"/>
                    <a:pt x="7560" y="17053"/>
                    <a:pt x="5940" y="14779"/>
                  </a:cubicBezTo>
                  <a:cubicBezTo>
                    <a:pt x="4320" y="12505"/>
                    <a:pt x="3240" y="10232"/>
                    <a:pt x="2160" y="8147"/>
                  </a:cubicBezTo>
                  <a:cubicBezTo>
                    <a:pt x="1080" y="6063"/>
                    <a:pt x="0" y="4168"/>
                    <a:pt x="0" y="4358"/>
                  </a:cubicBezTo>
                  <a:cubicBezTo>
                    <a:pt x="0" y="4547"/>
                    <a:pt x="1080" y="6821"/>
                    <a:pt x="1620" y="10042"/>
                  </a:cubicBezTo>
                  <a:cubicBezTo>
                    <a:pt x="2160" y="13263"/>
                    <a:pt x="2160" y="17432"/>
                    <a:pt x="216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2" name="Línea"/>
            <p:cNvSpPr/>
            <p:nvPr/>
          </p:nvSpPr>
          <p:spPr>
            <a:xfrm>
              <a:off x="10525165" y="1418534"/>
              <a:ext cx="380137" cy="72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600" fill="norm" stroke="1" extrusionOk="0">
                  <a:moveTo>
                    <a:pt x="19962" y="21600"/>
                  </a:moveTo>
                  <a:cubicBezTo>
                    <a:pt x="20701" y="18655"/>
                    <a:pt x="21439" y="15709"/>
                    <a:pt x="21254" y="14236"/>
                  </a:cubicBezTo>
                  <a:cubicBezTo>
                    <a:pt x="21070" y="12764"/>
                    <a:pt x="19962" y="12764"/>
                    <a:pt x="17101" y="12273"/>
                  </a:cubicBezTo>
                  <a:cubicBezTo>
                    <a:pt x="14239" y="11782"/>
                    <a:pt x="9624" y="10800"/>
                    <a:pt x="6854" y="10800"/>
                  </a:cubicBezTo>
                  <a:cubicBezTo>
                    <a:pt x="4085" y="10800"/>
                    <a:pt x="3162" y="11782"/>
                    <a:pt x="3162" y="11782"/>
                  </a:cubicBezTo>
                  <a:cubicBezTo>
                    <a:pt x="3162" y="11782"/>
                    <a:pt x="4085" y="10800"/>
                    <a:pt x="6024" y="9327"/>
                  </a:cubicBezTo>
                  <a:cubicBezTo>
                    <a:pt x="7962" y="7855"/>
                    <a:pt x="10916" y="5891"/>
                    <a:pt x="12854" y="3927"/>
                  </a:cubicBezTo>
                  <a:cubicBezTo>
                    <a:pt x="14793" y="1964"/>
                    <a:pt x="15716" y="0"/>
                    <a:pt x="15716" y="0"/>
                  </a:cubicBezTo>
                  <a:cubicBezTo>
                    <a:pt x="15716" y="0"/>
                    <a:pt x="14793" y="1964"/>
                    <a:pt x="12485" y="4909"/>
                  </a:cubicBezTo>
                  <a:cubicBezTo>
                    <a:pt x="10177" y="7855"/>
                    <a:pt x="6485" y="11782"/>
                    <a:pt x="3993" y="14236"/>
                  </a:cubicBezTo>
                  <a:cubicBezTo>
                    <a:pt x="1501" y="16691"/>
                    <a:pt x="208" y="17673"/>
                    <a:pt x="24" y="18164"/>
                  </a:cubicBezTo>
                  <a:cubicBezTo>
                    <a:pt x="-161" y="18655"/>
                    <a:pt x="762" y="18655"/>
                    <a:pt x="2701" y="17182"/>
                  </a:cubicBezTo>
                  <a:cubicBezTo>
                    <a:pt x="4639" y="15709"/>
                    <a:pt x="7593" y="12764"/>
                    <a:pt x="10547" y="9818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3" name="Línea"/>
            <p:cNvSpPr/>
            <p:nvPr/>
          </p:nvSpPr>
          <p:spPr>
            <a:xfrm>
              <a:off x="10406868" y="2866131"/>
              <a:ext cx="89033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4" name="Línea"/>
            <p:cNvSpPr/>
            <p:nvPr/>
          </p:nvSpPr>
          <p:spPr>
            <a:xfrm>
              <a:off x="10466223" y="2866131"/>
              <a:ext cx="19786" cy="227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5" name="Línea"/>
            <p:cNvSpPr/>
            <p:nvPr/>
          </p:nvSpPr>
          <p:spPr>
            <a:xfrm>
              <a:off x="10347513" y="3113442"/>
              <a:ext cx="98926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6" name="Línea"/>
            <p:cNvSpPr/>
            <p:nvPr/>
          </p:nvSpPr>
          <p:spPr>
            <a:xfrm>
              <a:off x="10495901" y="2747421"/>
              <a:ext cx="138495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7" name="Línea"/>
            <p:cNvSpPr/>
            <p:nvPr/>
          </p:nvSpPr>
          <p:spPr>
            <a:xfrm>
              <a:off x="10555254" y="2717744"/>
              <a:ext cx="89034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8" name="Línea"/>
            <p:cNvSpPr/>
            <p:nvPr/>
          </p:nvSpPr>
          <p:spPr>
            <a:xfrm>
              <a:off x="10436545" y="2737529"/>
              <a:ext cx="128603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000"/>
                    <a:pt x="21600" y="8000"/>
                    <a:pt x="18000" y="11600"/>
                  </a:cubicBezTo>
                  <a:cubicBezTo>
                    <a:pt x="14400" y="15200"/>
                    <a:pt x="7200" y="18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49" name="Línea"/>
            <p:cNvSpPr/>
            <p:nvPr/>
          </p:nvSpPr>
          <p:spPr>
            <a:xfrm>
              <a:off x="10634395" y="2710502"/>
              <a:ext cx="44929" cy="2347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359" fill="norm" stroke="1" extrusionOk="0">
                  <a:moveTo>
                    <a:pt x="0" y="1559"/>
                  </a:moveTo>
                  <a:cubicBezTo>
                    <a:pt x="6171" y="659"/>
                    <a:pt x="12343" y="-241"/>
                    <a:pt x="16200" y="59"/>
                  </a:cubicBezTo>
                  <a:cubicBezTo>
                    <a:pt x="20057" y="359"/>
                    <a:pt x="21600" y="1859"/>
                    <a:pt x="20829" y="5609"/>
                  </a:cubicBezTo>
                  <a:cubicBezTo>
                    <a:pt x="20057" y="9359"/>
                    <a:pt x="16971" y="15359"/>
                    <a:pt x="13886" y="21359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0" name="Línea"/>
            <p:cNvSpPr/>
            <p:nvPr/>
          </p:nvSpPr>
          <p:spPr>
            <a:xfrm>
              <a:off x="10476115" y="2955163"/>
              <a:ext cx="16817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1" name="Línea"/>
            <p:cNvSpPr/>
            <p:nvPr/>
          </p:nvSpPr>
          <p:spPr>
            <a:xfrm>
              <a:off x="10495901" y="2786991"/>
              <a:ext cx="124077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18758" y="0"/>
                  </a:moveTo>
                  <a:cubicBezTo>
                    <a:pt x="19895" y="3273"/>
                    <a:pt x="21032" y="6545"/>
                    <a:pt x="21316" y="9000"/>
                  </a:cubicBezTo>
                  <a:cubicBezTo>
                    <a:pt x="21600" y="11455"/>
                    <a:pt x="21032" y="13091"/>
                    <a:pt x="19895" y="14891"/>
                  </a:cubicBezTo>
                  <a:cubicBezTo>
                    <a:pt x="18758" y="16691"/>
                    <a:pt x="17053" y="18655"/>
                    <a:pt x="15632" y="18818"/>
                  </a:cubicBezTo>
                  <a:cubicBezTo>
                    <a:pt x="14211" y="18982"/>
                    <a:pt x="13074" y="17345"/>
                    <a:pt x="12221" y="15709"/>
                  </a:cubicBezTo>
                  <a:cubicBezTo>
                    <a:pt x="11368" y="14073"/>
                    <a:pt x="10800" y="12436"/>
                    <a:pt x="10516" y="10800"/>
                  </a:cubicBezTo>
                  <a:cubicBezTo>
                    <a:pt x="10231" y="9164"/>
                    <a:pt x="10231" y="7527"/>
                    <a:pt x="10231" y="7527"/>
                  </a:cubicBezTo>
                  <a:cubicBezTo>
                    <a:pt x="10231" y="7527"/>
                    <a:pt x="10231" y="9164"/>
                    <a:pt x="10231" y="10964"/>
                  </a:cubicBezTo>
                  <a:cubicBezTo>
                    <a:pt x="10231" y="12764"/>
                    <a:pt x="10231" y="14727"/>
                    <a:pt x="9663" y="16527"/>
                  </a:cubicBezTo>
                  <a:cubicBezTo>
                    <a:pt x="9095" y="18327"/>
                    <a:pt x="7958" y="19964"/>
                    <a:pt x="6253" y="19800"/>
                  </a:cubicBezTo>
                  <a:cubicBezTo>
                    <a:pt x="4547" y="19636"/>
                    <a:pt x="2274" y="17673"/>
                    <a:pt x="1137" y="17673"/>
                  </a:cubicBezTo>
                  <a:cubicBezTo>
                    <a:pt x="0" y="17673"/>
                    <a:pt x="0" y="19636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2" name="Línea"/>
            <p:cNvSpPr/>
            <p:nvPr/>
          </p:nvSpPr>
          <p:spPr>
            <a:xfrm>
              <a:off x="10367298" y="2885916"/>
              <a:ext cx="59356" cy="18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3789"/>
                    <a:pt x="19200" y="7579"/>
                    <a:pt x="17400" y="10989"/>
                  </a:cubicBezTo>
                  <a:cubicBezTo>
                    <a:pt x="15600" y="14400"/>
                    <a:pt x="13200" y="17432"/>
                    <a:pt x="10800" y="17811"/>
                  </a:cubicBezTo>
                  <a:cubicBezTo>
                    <a:pt x="8400" y="18189"/>
                    <a:pt x="6000" y="15916"/>
                    <a:pt x="4200" y="13832"/>
                  </a:cubicBezTo>
                  <a:cubicBezTo>
                    <a:pt x="2400" y="11747"/>
                    <a:pt x="1200" y="9853"/>
                    <a:pt x="600" y="7958"/>
                  </a:cubicBezTo>
                  <a:cubicBezTo>
                    <a:pt x="0" y="6063"/>
                    <a:pt x="0" y="4168"/>
                    <a:pt x="0" y="6442"/>
                  </a:cubicBezTo>
                  <a:cubicBezTo>
                    <a:pt x="0" y="8716"/>
                    <a:pt x="0" y="1515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3" name="Línea"/>
            <p:cNvSpPr/>
            <p:nvPr/>
          </p:nvSpPr>
          <p:spPr>
            <a:xfrm>
              <a:off x="10436545" y="3242044"/>
              <a:ext cx="1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21600"/>
                  </a:moveTo>
                  <a:cubicBezTo>
                    <a:pt x="-5400" y="14400"/>
                    <a:pt x="-5400" y="7200"/>
                    <a:pt x="162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4" name="Línea"/>
            <p:cNvSpPr/>
            <p:nvPr/>
          </p:nvSpPr>
          <p:spPr>
            <a:xfrm>
              <a:off x="10396976" y="3162905"/>
              <a:ext cx="19786" cy="39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5" name="Línea"/>
            <p:cNvSpPr/>
            <p:nvPr/>
          </p:nvSpPr>
          <p:spPr>
            <a:xfrm>
              <a:off x="10367219" y="3340969"/>
              <a:ext cx="247391" cy="48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1060" fill="norm" stroke="1" extrusionOk="0">
                  <a:moveTo>
                    <a:pt x="860" y="0"/>
                  </a:moveTo>
                  <a:cubicBezTo>
                    <a:pt x="291" y="7200"/>
                    <a:pt x="-277" y="14400"/>
                    <a:pt x="149" y="18000"/>
                  </a:cubicBezTo>
                  <a:cubicBezTo>
                    <a:pt x="576" y="21600"/>
                    <a:pt x="1997" y="21600"/>
                    <a:pt x="5691" y="20160"/>
                  </a:cubicBezTo>
                  <a:cubicBezTo>
                    <a:pt x="9386" y="18720"/>
                    <a:pt x="15355" y="15840"/>
                    <a:pt x="21323" y="1296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6" name="Línea"/>
            <p:cNvSpPr/>
            <p:nvPr/>
          </p:nvSpPr>
          <p:spPr>
            <a:xfrm>
              <a:off x="10436545" y="3073872"/>
              <a:ext cx="217636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7" name="Línea"/>
            <p:cNvSpPr/>
            <p:nvPr/>
          </p:nvSpPr>
          <p:spPr>
            <a:xfrm>
              <a:off x="10396976" y="3123335"/>
              <a:ext cx="256793" cy="256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261" fill="norm" stroke="1" extrusionOk="0">
                  <a:moveTo>
                    <a:pt x="20769" y="0"/>
                  </a:moveTo>
                  <a:cubicBezTo>
                    <a:pt x="21046" y="5468"/>
                    <a:pt x="21323" y="10937"/>
                    <a:pt x="21462" y="14765"/>
                  </a:cubicBezTo>
                  <a:cubicBezTo>
                    <a:pt x="21600" y="18592"/>
                    <a:pt x="21600" y="20780"/>
                    <a:pt x="21462" y="21190"/>
                  </a:cubicBezTo>
                  <a:cubicBezTo>
                    <a:pt x="21323" y="21600"/>
                    <a:pt x="21046" y="20233"/>
                    <a:pt x="20631" y="17362"/>
                  </a:cubicBezTo>
                  <a:cubicBezTo>
                    <a:pt x="20215" y="14491"/>
                    <a:pt x="19662" y="10116"/>
                    <a:pt x="19108" y="6972"/>
                  </a:cubicBezTo>
                  <a:cubicBezTo>
                    <a:pt x="18554" y="3828"/>
                    <a:pt x="18000" y="1914"/>
                    <a:pt x="17723" y="1640"/>
                  </a:cubicBezTo>
                  <a:cubicBezTo>
                    <a:pt x="17446" y="1367"/>
                    <a:pt x="17446" y="2734"/>
                    <a:pt x="17446" y="5468"/>
                  </a:cubicBezTo>
                  <a:cubicBezTo>
                    <a:pt x="17446" y="8203"/>
                    <a:pt x="17446" y="12304"/>
                    <a:pt x="17446" y="15038"/>
                  </a:cubicBezTo>
                  <a:cubicBezTo>
                    <a:pt x="17446" y="17772"/>
                    <a:pt x="17446" y="19139"/>
                    <a:pt x="17169" y="19139"/>
                  </a:cubicBezTo>
                  <a:cubicBezTo>
                    <a:pt x="16892" y="19139"/>
                    <a:pt x="16338" y="17772"/>
                    <a:pt x="15508" y="15038"/>
                  </a:cubicBezTo>
                  <a:cubicBezTo>
                    <a:pt x="14677" y="12304"/>
                    <a:pt x="13569" y="8203"/>
                    <a:pt x="12877" y="5332"/>
                  </a:cubicBezTo>
                  <a:cubicBezTo>
                    <a:pt x="12185" y="2461"/>
                    <a:pt x="11908" y="820"/>
                    <a:pt x="11908" y="1504"/>
                  </a:cubicBezTo>
                  <a:cubicBezTo>
                    <a:pt x="11908" y="2187"/>
                    <a:pt x="12185" y="5195"/>
                    <a:pt x="12323" y="8066"/>
                  </a:cubicBezTo>
                  <a:cubicBezTo>
                    <a:pt x="12462" y="10937"/>
                    <a:pt x="12462" y="13671"/>
                    <a:pt x="12323" y="15722"/>
                  </a:cubicBezTo>
                  <a:cubicBezTo>
                    <a:pt x="12185" y="17772"/>
                    <a:pt x="11908" y="19139"/>
                    <a:pt x="11354" y="19139"/>
                  </a:cubicBezTo>
                  <a:cubicBezTo>
                    <a:pt x="10800" y="19139"/>
                    <a:pt x="9969" y="17772"/>
                    <a:pt x="9277" y="15585"/>
                  </a:cubicBezTo>
                  <a:cubicBezTo>
                    <a:pt x="8585" y="13397"/>
                    <a:pt x="8031" y="10390"/>
                    <a:pt x="7477" y="7929"/>
                  </a:cubicBezTo>
                  <a:cubicBezTo>
                    <a:pt x="6923" y="5468"/>
                    <a:pt x="6369" y="3554"/>
                    <a:pt x="6092" y="3418"/>
                  </a:cubicBezTo>
                  <a:cubicBezTo>
                    <a:pt x="5815" y="3281"/>
                    <a:pt x="5815" y="4922"/>
                    <a:pt x="5815" y="7246"/>
                  </a:cubicBezTo>
                  <a:cubicBezTo>
                    <a:pt x="5815" y="9570"/>
                    <a:pt x="5815" y="12577"/>
                    <a:pt x="5677" y="15038"/>
                  </a:cubicBezTo>
                  <a:cubicBezTo>
                    <a:pt x="5538" y="17499"/>
                    <a:pt x="5262" y="19413"/>
                    <a:pt x="4708" y="19549"/>
                  </a:cubicBezTo>
                  <a:cubicBezTo>
                    <a:pt x="4154" y="19686"/>
                    <a:pt x="3323" y="18046"/>
                    <a:pt x="2769" y="15585"/>
                  </a:cubicBezTo>
                  <a:cubicBezTo>
                    <a:pt x="2215" y="13124"/>
                    <a:pt x="1938" y="9843"/>
                    <a:pt x="1662" y="7382"/>
                  </a:cubicBezTo>
                  <a:cubicBezTo>
                    <a:pt x="1385" y="4922"/>
                    <a:pt x="1108" y="3281"/>
                    <a:pt x="969" y="3281"/>
                  </a:cubicBezTo>
                  <a:cubicBezTo>
                    <a:pt x="831" y="3281"/>
                    <a:pt x="831" y="4922"/>
                    <a:pt x="692" y="7246"/>
                  </a:cubicBezTo>
                  <a:cubicBezTo>
                    <a:pt x="554" y="9570"/>
                    <a:pt x="277" y="12577"/>
                    <a:pt x="0" y="1558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8" name="Línea"/>
            <p:cNvSpPr/>
            <p:nvPr/>
          </p:nvSpPr>
          <p:spPr>
            <a:xfrm>
              <a:off x="10673965" y="3014518"/>
              <a:ext cx="148388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800" y="4800"/>
                    <a:pt x="12000" y="9600"/>
                    <a:pt x="8400" y="13200"/>
                  </a:cubicBezTo>
                  <a:cubicBezTo>
                    <a:pt x="4800" y="16800"/>
                    <a:pt x="2400" y="192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59" name="Línea"/>
            <p:cNvSpPr/>
            <p:nvPr/>
          </p:nvSpPr>
          <p:spPr>
            <a:xfrm>
              <a:off x="10654179" y="2945270"/>
              <a:ext cx="187958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0" name="Línea"/>
            <p:cNvSpPr/>
            <p:nvPr/>
          </p:nvSpPr>
          <p:spPr>
            <a:xfrm>
              <a:off x="10601420" y="2974948"/>
              <a:ext cx="122007" cy="76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77" fill="norm" stroke="1" extrusionOk="0">
                  <a:moveTo>
                    <a:pt x="14595" y="0"/>
                  </a:moveTo>
                  <a:cubicBezTo>
                    <a:pt x="11676" y="2700"/>
                    <a:pt x="8757" y="5400"/>
                    <a:pt x="5838" y="7650"/>
                  </a:cubicBezTo>
                  <a:cubicBezTo>
                    <a:pt x="2919" y="9900"/>
                    <a:pt x="0" y="11700"/>
                    <a:pt x="0" y="13050"/>
                  </a:cubicBezTo>
                  <a:cubicBezTo>
                    <a:pt x="0" y="14400"/>
                    <a:pt x="2919" y="15300"/>
                    <a:pt x="5838" y="15300"/>
                  </a:cubicBezTo>
                  <a:cubicBezTo>
                    <a:pt x="8757" y="15300"/>
                    <a:pt x="11676" y="14400"/>
                    <a:pt x="14886" y="13050"/>
                  </a:cubicBezTo>
                  <a:cubicBezTo>
                    <a:pt x="18097" y="11700"/>
                    <a:pt x="21600" y="9900"/>
                    <a:pt x="21600" y="10350"/>
                  </a:cubicBezTo>
                  <a:cubicBezTo>
                    <a:pt x="21600" y="10800"/>
                    <a:pt x="18097" y="13500"/>
                    <a:pt x="14886" y="16200"/>
                  </a:cubicBezTo>
                  <a:cubicBezTo>
                    <a:pt x="11676" y="18900"/>
                    <a:pt x="8757" y="21600"/>
                    <a:pt x="9632" y="20700"/>
                  </a:cubicBezTo>
                  <a:cubicBezTo>
                    <a:pt x="10508" y="19800"/>
                    <a:pt x="15178" y="15300"/>
                    <a:pt x="19849" y="108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1" name="Línea"/>
            <p:cNvSpPr/>
            <p:nvPr/>
          </p:nvSpPr>
          <p:spPr>
            <a:xfrm>
              <a:off x="10842137" y="3004625"/>
              <a:ext cx="19785" cy="20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2" name="Línea"/>
            <p:cNvSpPr/>
            <p:nvPr/>
          </p:nvSpPr>
          <p:spPr>
            <a:xfrm>
              <a:off x="10664072" y="3232152"/>
              <a:ext cx="16817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3" name="Línea"/>
            <p:cNvSpPr/>
            <p:nvPr/>
          </p:nvSpPr>
          <p:spPr>
            <a:xfrm>
              <a:off x="10709364" y="3106847"/>
              <a:ext cx="109691" cy="204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3" h="21600" fill="norm" stroke="1" extrusionOk="0">
                  <a:moveTo>
                    <a:pt x="19862" y="697"/>
                  </a:moveTo>
                  <a:cubicBezTo>
                    <a:pt x="20498" y="2439"/>
                    <a:pt x="21133" y="4181"/>
                    <a:pt x="21133" y="5923"/>
                  </a:cubicBezTo>
                  <a:cubicBezTo>
                    <a:pt x="21133" y="7665"/>
                    <a:pt x="20498" y="9406"/>
                    <a:pt x="19545" y="9232"/>
                  </a:cubicBezTo>
                  <a:cubicBezTo>
                    <a:pt x="18592" y="9058"/>
                    <a:pt x="17321" y="6968"/>
                    <a:pt x="16368" y="4703"/>
                  </a:cubicBezTo>
                  <a:cubicBezTo>
                    <a:pt x="15415" y="2439"/>
                    <a:pt x="14780" y="0"/>
                    <a:pt x="14780" y="0"/>
                  </a:cubicBezTo>
                  <a:cubicBezTo>
                    <a:pt x="14780" y="0"/>
                    <a:pt x="15415" y="2439"/>
                    <a:pt x="15733" y="4529"/>
                  </a:cubicBezTo>
                  <a:cubicBezTo>
                    <a:pt x="16051" y="6619"/>
                    <a:pt x="16051" y="8361"/>
                    <a:pt x="16051" y="10103"/>
                  </a:cubicBezTo>
                  <a:cubicBezTo>
                    <a:pt x="16051" y="11845"/>
                    <a:pt x="16051" y="13587"/>
                    <a:pt x="14780" y="13761"/>
                  </a:cubicBezTo>
                  <a:cubicBezTo>
                    <a:pt x="13510" y="13935"/>
                    <a:pt x="10968" y="12542"/>
                    <a:pt x="9380" y="10974"/>
                  </a:cubicBezTo>
                  <a:cubicBezTo>
                    <a:pt x="7792" y="9406"/>
                    <a:pt x="7157" y="7665"/>
                    <a:pt x="6839" y="7665"/>
                  </a:cubicBezTo>
                  <a:cubicBezTo>
                    <a:pt x="6521" y="7665"/>
                    <a:pt x="6521" y="9406"/>
                    <a:pt x="5251" y="9232"/>
                  </a:cubicBezTo>
                  <a:cubicBezTo>
                    <a:pt x="3980" y="9058"/>
                    <a:pt x="1439" y="6968"/>
                    <a:pt x="486" y="7142"/>
                  </a:cubicBezTo>
                  <a:cubicBezTo>
                    <a:pt x="-467" y="7316"/>
                    <a:pt x="168" y="9755"/>
                    <a:pt x="804" y="12542"/>
                  </a:cubicBezTo>
                  <a:cubicBezTo>
                    <a:pt x="1439" y="15329"/>
                    <a:pt x="2074" y="18465"/>
                    <a:pt x="271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4" name="Línea"/>
            <p:cNvSpPr/>
            <p:nvPr/>
          </p:nvSpPr>
          <p:spPr>
            <a:xfrm>
              <a:off x="10515685" y="1441616"/>
              <a:ext cx="1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5" name="Línea"/>
            <p:cNvSpPr/>
            <p:nvPr/>
          </p:nvSpPr>
          <p:spPr>
            <a:xfrm>
              <a:off x="10515685" y="1372369"/>
              <a:ext cx="989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6" name="Línea"/>
            <p:cNvSpPr/>
            <p:nvPr/>
          </p:nvSpPr>
          <p:spPr>
            <a:xfrm>
              <a:off x="10406868" y="1332799"/>
              <a:ext cx="98926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7" name="Línea"/>
            <p:cNvSpPr/>
            <p:nvPr/>
          </p:nvSpPr>
          <p:spPr>
            <a:xfrm>
              <a:off x="10436545" y="1332799"/>
              <a:ext cx="48465" cy="1507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005" fill="norm" stroke="1" extrusionOk="0">
                  <a:moveTo>
                    <a:pt x="0" y="0"/>
                  </a:moveTo>
                  <a:cubicBezTo>
                    <a:pt x="4320" y="1838"/>
                    <a:pt x="8640" y="3677"/>
                    <a:pt x="10800" y="5745"/>
                  </a:cubicBezTo>
                  <a:cubicBezTo>
                    <a:pt x="12960" y="7813"/>
                    <a:pt x="12960" y="10111"/>
                    <a:pt x="12240" y="12868"/>
                  </a:cubicBezTo>
                  <a:cubicBezTo>
                    <a:pt x="11520" y="15626"/>
                    <a:pt x="10080" y="18843"/>
                    <a:pt x="8640" y="19302"/>
                  </a:cubicBezTo>
                  <a:cubicBezTo>
                    <a:pt x="7200" y="19762"/>
                    <a:pt x="5760" y="17464"/>
                    <a:pt x="5040" y="15166"/>
                  </a:cubicBezTo>
                  <a:cubicBezTo>
                    <a:pt x="4320" y="12868"/>
                    <a:pt x="4320" y="10570"/>
                    <a:pt x="5040" y="8272"/>
                  </a:cubicBezTo>
                  <a:cubicBezTo>
                    <a:pt x="5760" y="5974"/>
                    <a:pt x="7200" y="3677"/>
                    <a:pt x="10080" y="3677"/>
                  </a:cubicBezTo>
                  <a:cubicBezTo>
                    <a:pt x="12960" y="3677"/>
                    <a:pt x="17280" y="5974"/>
                    <a:pt x="19440" y="8272"/>
                  </a:cubicBezTo>
                  <a:cubicBezTo>
                    <a:pt x="21600" y="10570"/>
                    <a:pt x="21600" y="12868"/>
                    <a:pt x="20160" y="15626"/>
                  </a:cubicBezTo>
                  <a:cubicBezTo>
                    <a:pt x="18720" y="18383"/>
                    <a:pt x="15840" y="21600"/>
                    <a:pt x="12960" y="20911"/>
                  </a:cubicBezTo>
                  <a:cubicBezTo>
                    <a:pt x="10080" y="20221"/>
                    <a:pt x="7200" y="15626"/>
                    <a:pt x="5760" y="11489"/>
                  </a:cubicBezTo>
                  <a:cubicBezTo>
                    <a:pt x="4320" y="7353"/>
                    <a:pt x="4320" y="3677"/>
                    <a:pt x="432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8" name="Línea"/>
            <p:cNvSpPr/>
            <p:nvPr/>
          </p:nvSpPr>
          <p:spPr>
            <a:xfrm>
              <a:off x="10535470" y="1154735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32" y="18900"/>
                    <a:pt x="6063" y="16200"/>
                    <a:pt x="9663" y="12600"/>
                  </a:cubicBezTo>
                  <a:cubicBezTo>
                    <a:pt x="13263" y="9000"/>
                    <a:pt x="17432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69" name="Línea"/>
            <p:cNvSpPr/>
            <p:nvPr/>
          </p:nvSpPr>
          <p:spPr>
            <a:xfrm>
              <a:off x="10577683" y="1184412"/>
              <a:ext cx="86390" cy="2465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9" h="21251" fill="norm" stroke="1" extrusionOk="0">
                  <a:moveTo>
                    <a:pt x="20959" y="0"/>
                  </a:moveTo>
                  <a:cubicBezTo>
                    <a:pt x="20159" y="3126"/>
                    <a:pt x="19359" y="6253"/>
                    <a:pt x="18559" y="8526"/>
                  </a:cubicBezTo>
                  <a:cubicBezTo>
                    <a:pt x="17759" y="10800"/>
                    <a:pt x="16959" y="12221"/>
                    <a:pt x="15359" y="13926"/>
                  </a:cubicBezTo>
                  <a:cubicBezTo>
                    <a:pt x="13759" y="15632"/>
                    <a:pt x="11359" y="17621"/>
                    <a:pt x="10159" y="17905"/>
                  </a:cubicBezTo>
                  <a:cubicBezTo>
                    <a:pt x="8959" y="18189"/>
                    <a:pt x="8959" y="16768"/>
                    <a:pt x="9359" y="15347"/>
                  </a:cubicBezTo>
                  <a:cubicBezTo>
                    <a:pt x="9759" y="13926"/>
                    <a:pt x="10559" y="12505"/>
                    <a:pt x="11359" y="11084"/>
                  </a:cubicBezTo>
                  <a:cubicBezTo>
                    <a:pt x="12159" y="9663"/>
                    <a:pt x="12959" y="8242"/>
                    <a:pt x="14159" y="8384"/>
                  </a:cubicBezTo>
                  <a:cubicBezTo>
                    <a:pt x="15359" y="8526"/>
                    <a:pt x="16959" y="10232"/>
                    <a:pt x="17759" y="11795"/>
                  </a:cubicBezTo>
                  <a:cubicBezTo>
                    <a:pt x="18559" y="13358"/>
                    <a:pt x="18559" y="14779"/>
                    <a:pt x="18559" y="16200"/>
                  </a:cubicBezTo>
                  <a:cubicBezTo>
                    <a:pt x="18559" y="17621"/>
                    <a:pt x="18559" y="19042"/>
                    <a:pt x="17359" y="19184"/>
                  </a:cubicBezTo>
                  <a:cubicBezTo>
                    <a:pt x="16159" y="19326"/>
                    <a:pt x="13759" y="18189"/>
                    <a:pt x="12559" y="16484"/>
                  </a:cubicBezTo>
                  <a:cubicBezTo>
                    <a:pt x="11359" y="14779"/>
                    <a:pt x="11359" y="12505"/>
                    <a:pt x="10959" y="12079"/>
                  </a:cubicBezTo>
                  <a:cubicBezTo>
                    <a:pt x="10559" y="11653"/>
                    <a:pt x="9759" y="13074"/>
                    <a:pt x="8959" y="14495"/>
                  </a:cubicBezTo>
                  <a:cubicBezTo>
                    <a:pt x="8159" y="15916"/>
                    <a:pt x="7359" y="17337"/>
                    <a:pt x="6559" y="18758"/>
                  </a:cubicBezTo>
                  <a:cubicBezTo>
                    <a:pt x="5759" y="20179"/>
                    <a:pt x="4959" y="21600"/>
                    <a:pt x="3359" y="21174"/>
                  </a:cubicBezTo>
                  <a:cubicBezTo>
                    <a:pt x="1759" y="20747"/>
                    <a:pt x="-641" y="18474"/>
                    <a:pt x="159" y="17905"/>
                  </a:cubicBezTo>
                  <a:cubicBezTo>
                    <a:pt x="959" y="17337"/>
                    <a:pt x="4959" y="18474"/>
                    <a:pt x="8959" y="19611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0" name="Línea"/>
            <p:cNvSpPr/>
            <p:nvPr/>
          </p:nvSpPr>
          <p:spPr>
            <a:xfrm>
              <a:off x="10723427" y="1204197"/>
              <a:ext cx="19786" cy="2572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1" name="Línea"/>
            <p:cNvSpPr/>
            <p:nvPr/>
          </p:nvSpPr>
          <p:spPr>
            <a:xfrm>
              <a:off x="10693749" y="1263552"/>
              <a:ext cx="16489" cy="100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fill="norm" stroke="1" extrusionOk="0">
                  <a:moveTo>
                    <a:pt x="12960" y="0"/>
                  </a:moveTo>
                  <a:cubicBezTo>
                    <a:pt x="17280" y="3484"/>
                    <a:pt x="21600" y="6968"/>
                    <a:pt x="21600" y="11497"/>
                  </a:cubicBezTo>
                  <a:cubicBezTo>
                    <a:pt x="21600" y="16026"/>
                    <a:pt x="17280" y="21600"/>
                    <a:pt x="12960" y="21252"/>
                  </a:cubicBezTo>
                  <a:cubicBezTo>
                    <a:pt x="8640" y="20903"/>
                    <a:pt x="4320" y="14632"/>
                    <a:pt x="0" y="8361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2" name="Línea"/>
            <p:cNvSpPr/>
            <p:nvPr/>
          </p:nvSpPr>
          <p:spPr>
            <a:xfrm>
              <a:off x="10575040" y="1204197"/>
              <a:ext cx="158280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3" name="Línea"/>
            <p:cNvSpPr/>
            <p:nvPr/>
          </p:nvSpPr>
          <p:spPr>
            <a:xfrm>
              <a:off x="10466223" y="1174520"/>
              <a:ext cx="138495" cy="79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4" name="Línea"/>
            <p:cNvSpPr/>
            <p:nvPr/>
          </p:nvSpPr>
          <p:spPr>
            <a:xfrm>
              <a:off x="10477589" y="1134950"/>
              <a:ext cx="19120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4" h="21600" fill="norm" stroke="1" extrusionOk="0">
                  <a:moveTo>
                    <a:pt x="14959" y="0"/>
                  </a:moveTo>
                  <a:cubicBezTo>
                    <a:pt x="10639" y="4800"/>
                    <a:pt x="6319" y="9600"/>
                    <a:pt x="3619" y="12960"/>
                  </a:cubicBezTo>
                  <a:cubicBezTo>
                    <a:pt x="919" y="16320"/>
                    <a:pt x="-161" y="18240"/>
                    <a:pt x="19" y="18480"/>
                  </a:cubicBezTo>
                  <a:cubicBezTo>
                    <a:pt x="199" y="18720"/>
                    <a:pt x="1639" y="17280"/>
                    <a:pt x="4159" y="15360"/>
                  </a:cubicBezTo>
                  <a:cubicBezTo>
                    <a:pt x="6679" y="13440"/>
                    <a:pt x="10279" y="11040"/>
                    <a:pt x="13519" y="9120"/>
                  </a:cubicBezTo>
                  <a:cubicBezTo>
                    <a:pt x="16759" y="7200"/>
                    <a:pt x="19639" y="5760"/>
                    <a:pt x="20539" y="7920"/>
                  </a:cubicBezTo>
                  <a:cubicBezTo>
                    <a:pt x="21439" y="10080"/>
                    <a:pt x="20359" y="15840"/>
                    <a:pt x="19279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5" name="Línea"/>
            <p:cNvSpPr/>
            <p:nvPr/>
          </p:nvSpPr>
          <p:spPr>
            <a:xfrm>
              <a:off x="10555254" y="1016241"/>
              <a:ext cx="72774" cy="234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6" h="21332" fill="norm" stroke="1" extrusionOk="0">
                  <a:moveTo>
                    <a:pt x="19722" y="0"/>
                  </a:moveTo>
                  <a:cubicBezTo>
                    <a:pt x="20661" y="1500"/>
                    <a:pt x="21600" y="3000"/>
                    <a:pt x="19252" y="6000"/>
                  </a:cubicBezTo>
                  <a:cubicBezTo>
                    <a:pt x="16904" y="9000"/>
                    <a:pt x="11270" y="13500"/>
                    <a:pt x="7513" y="16650"/>
                  </a:cubicBezTo>
                  <a:cubicBezTo>
                    <a:pt x="3757" y="19800"/>
                    <a:pt x="1878" y="21600"/>
                    <a:pt x="939" y="21300"/>
                  </a:cubicBezTo>
                  <a:cubicBezTo>
                    <a:pt x="0" y="21000"/>
                    <a:pt x="0" y="18600"/>
                    <a:pt x="0" y="17400"/>
                  </a:cubicBezTo>
                  <a:cubicBezTo>
                    <a:pt x="0" y="16200"/>
                    <a:pt x="0" y="16200"/>
                    <a:pt x="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6" name="Línea"/>
            <p:cNvSpPr/>
            <p:nvPr/>
          </p:nvSpPr>
          <p:spPr>
            <a:xfrm>
              <a:off x="10459628" y="1039703"/>
              <a:ext cx="168172" cy="189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4" fill="norm" stroke="1" extrusionOk="0">
                  <a:moveTo>
                    <a:pt x="3388" y="6182"/>
                  </a:moveTo>
                  <a:cubicBezTo>
                    <a:pt x="3812" y="9843"/>
                    <a:pt x="4235" y="13504"/>
                    <a:pt x="4447" y="16250"/>
                  </a:cubicBezTo>
                  <a:cubicBezTo>
                    <a:pt x="4659" y="18995"/>
                    <a:pt x="4659" y="20826"/>
                    <a:pt x="4024" y="21009"/>
                  </a:cubicBezTo>
                  <a:cubicBezTo>
                    <a:pt x="3388" y="21192"/>
                    <a:pt x="2118" y="19728"/>
                    <a:pt x="1271" y="17531"/>
                  </a:cubicBezTo>
                  <a:cubicBezTo>
                    <a:pt x="424" y="15334"/>
                    <a:pt x="0" y="12406"/>
                    <a:pt x="0" y="11856"/>
                  </a:cubicBezTo>
                  <a:cubicBezTo>
                    <a:pt x="0" y="11307"/>
                    <a:pt x="424" y="13138"/>
                    <a:pt x="1694" y="13687"/>
                  </a:cubicBezTo>
                  <a:cubicBezTo>
                    <a:pt x="2965" y="14236"/>
                    <a:pt x="5082" y="13504"/>
                    <a:pt x="7835" y="11856"/>
                  </a:cubicBezTo>
                  <a:cubicBezTo>
                    <a:pt x="10588" y="10209"/>
                    <a:pt x="13976" y="7646"/>
                    <a:pt x="16729" y="5267"/>
                  </a:cubicBezTo>
                  <a:cubicBezTo>
                    <a:pt x="19482" y="2887"/>
                    <a:pt x="21600" y="690"/>
                    <a:pt x="21600" y="141"/>
                  </a:cubicBezTo>
                  <a:cubicBezTo>
                    <a:pt x="21600" y="-408"/>
                    <a:pt x="19482" y="690"/>
                    <a:pt x="15882" y="2704"/>
                  </a:cubicBezTo>
                  <a:cubicBezTo>
                    <a:pt x="12282" y="4717"/>
                    <a:pt x="7200" y="7646"/>
                    <a:pt x="2118" y="1057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7" name="Línea"/>
            <p:cNvSpPr/>
            <p:nvPr/>
          </p:nvSpPr>
          <p:spPr>
            <a:xfrm>
              <a:off x="10604717" y="937101"/>
              <a:ext cx="9894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8" name="Línea"/>
            <p:cNvSpPr/>
            <p:nvPr/>
          </p:nvSpPr>
          <p:spPr>
            <a:xfrm>
              <a:off x="10456330" y="996456"/>
              <a:ext cx="227527" cy="108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79" name="Línea"/>
            <p:cNvSpPr/>
            <p:nvPr/>
          </p:nvSpPr>
          <p:spPr>
            <a:xfrm>
              <a:off x="10268374" y="2064841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0" name="Línea"/>
            <p:cNvSpPr/>
            <p:nvPr/>
          </p:nvSpPr>
          <p:spPr>
            <a:xfrm>
              <a:off x="10268374" y="2064841"/>
              <a:ext cx="29678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1" name="Línea"/>
            <p:cNvSpPr/>
            <p:nvPr/>
          </p:nvSpPr>
          <p:spPr>
            <a:xfrm>
              <a:off x="10149664" y="2054949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2" name="Línea"/>
            <p:cNvSpPr/>
            <p:nvPr/>
          </p:nvSpPr>
          <p:spPr>
            <a:xfrm>
              <a:off x="10070524" y="2074734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3" name="Línea"/>
            <p:cNvSpPr/>
            <p:nvPr/>
          </p:nvSpPr>
          <p:spPr>
            <a:xfrm>
              <a:off x="9971600" y="2064841"/>
              <a:ext cx="39571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4" name="Línea"/>
            <p:cNvSpPr/>
            <p:nvPr/>
          </p:nvSpPr>
          <p:spPr>
            <a:xfrm>
              <a:off x="9902353" y="2074734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5" name="Línea"/>
            <p:cNvSpPr/>
            <p:nvPr/>
          </p:nvSpPr>
          <p:spPr>
            <a:xfrm>
              <a:off x="10357406" y="1817530"/>
              <a:ext cx="3957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6" name="Línea"/>
            <p:cNvSpPr/>
            <p:nvPr/>
          </p:nvSpPr>
          <p:spPr>
            <a:xfrm>
              <a:off x="10189234" y="1837315"/>
              <a:ext cx="49464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7" name="Línea"/>
            <p:cNvSpPr/>
            <p:nvPr/>
          </p:nvSpPr>
          <p:spPr>
            <a:xfrm>
              <a:off x="10070524" y="1847207"/>
              <a:ext cx="59356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8" name="Línea"/>
            <p:cNvSpPr/>
            <p:nvPr/>
          </p:nvSpPr>
          <p:spPr>
            <a:xfrm>
              <a:off x="9932030" y="1866992"/>
              <a:ext cx="59356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89" name="Línea"/>
            <p:cNvSpPr/>
            <p:nvPr/>
          </p:nvSpPr>
          <p:spPr>
            <a:xfrm>
              <a:off x="7729308" y="404463"/>
              <a:ext cx="123307" cy="2253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585" fill="norm" stroke="1" extrusionOk="0">
                  <a:moveTo>
                    <a:pt x="11368" y="459"/>
                  </a:moveTo>
                  <a:cubicBezTo>
                    <a:pt x="14779" y="238"/>
                    <a:pt x="18189" y="17"/>
                    <a:pt x="19895" y="1"/>
                  </a:cubicBezTo>
                  <a:cubicBezTo>
                    <a:pt x="21600" y="-15"/>
                    <a:pt x="21600" y="174"/>
                    <a:pt x="20463" y="774"/>
                  </a:cubicBezTo>
                  <a:cubicBezTo>
                    <a:pt x="19326" y="1374"/>
                    <a:pt x="17053" y="2385"/>
                    <a:pt x="15347" y="3364"/>
                  </a:cubicBezTo>
                  <a:cubicBezTo>
                    <a:pt x="13642" y="4343"/>
                    <a:pt x="12505" y="5290"/>
                    <a:pt x="11084" y="6269"/>
                  </a:cubicBezTo>
                  <a:cubicBezTo>
                    <a:pt x="9663" y="7248"/>
                    <a:pt x="7958" y="8259"/>
                    <a:pt x="6537" y="9143"/>
                  </a:cubicBezTo>
                  <a:cubicBezTo>
                    <a:pt x="5116" y="10027"/>
                    <a:pt x="3979" y="10785"/>
                    <a:pt x="3126" y="11606"/>
                  </a:cubicBezTo>
                  <a:cubicBezTo>
                    <a:pt x="2274" y="12427"/>
                    <a:pt x="1705" y="13311"/>
                    <a:pt x="1137" y="14227"/>
                  </a:cubicBezTo>
                  <a:cubicBezTo>
                    <a:pt x="568" y="15143"/>
                    <a:pt x="0" y="16090"/>
                    <a:pt x="0" y="16990"/>
                  </a:cubicBezTo>
                  <a:cubicBezTo>
                    <a:pt x="0" y="17890"/>
                    <a:pt x="568" y="18743"/>
                    <a:pt x="853" y="19501"/>
                  </a:cubicBezTo>
                  <a:cubicBezTo>
                    <a:pt x="1137" y="20259"/>
                    <a:pt x="1137" y="20922"/>
                    <a:pt x="1137" y="21585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0" name="Línea"/>
            <p:cNvSpPr/>
            <p:nvPr/>
          </p:nvSpPr>
          <p:spPr>
            <a:xfrm>
              <a:off x="6192679" y="363338"/>
              <a:ext cx="1582796" cy="1177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0" y="303"/>
                    <a:pt x="21420" y="605"/>
                    <a:pt x="21082" y="1029"/>
                  </a:cubicBezTo>
                  <a:cubicBezTo>
                    <a:pt x="20745" y="1452"/>
                    <a:pt x="20160" y="1997"/>
                    <a:pt x="19417" y="2813"/>
                  </a:cubicBezTo>
                  <a:cubicBezTo>
                    <a:pt x="18675" y="3630"/>
                    <a:pt x="17775" y="4719"/>
                    <a:pt x="16808" y="5808"/>
                  </a:cubicBezTo>
                  <a:cubicBezTo>
                    <a:pt x="15840" y="6897"/>
                    <a:pt x="14805" y="7987"/>
                    <a:pt x="13860" y="8985"/>
                  </a:cubicBezTo>
                  <a:cubicBezTo>
                    <a:pt x="12915" y="9983"/>
                    <a:pt x="12060" y="10891"/>
                    <a:pt x="11182" y="11708"/>
                  </a:cubicBezTo>
                  <a:cubicBezTo>
                    <a:pt x="10305" y="12524"/>
                    <a:pt x="9405" y="13250"/>
                    <a:pt x="8550" y="13946"/>
                  </a:cubicBezTo>
                  <a:cubicBezTo>
                    <a:pt x="7695" y="14642"/>
                    <a:pt x="6885" y="15308"/>
                    <a:pt x="6008" y="16034"/>
                  </a:cubicBezTo>
                  <a:cubicBezTo>
                    <a:pt x="5130" y="16760"/>
                    <a:pt x="4185" y="17546"/>
                    <a:pt x="3173" y="18484"/>
                  </a:cubicBezTo>
                  <a:cubicBezTo>
                    <a:pt x="2160" y="19422"/>
                    <a:pt x="1080" y="2051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1" name="Línea"/>
            <p:cNvSpPr/>
            <p:nvPr/>
          </p:nvSpPr>
          <p:spPr>
            <a:xfrm>
              <a:off x="6301497" y="1431724"/>
              <a:ext cx="128603" cy="230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64"/>
                    <a:pt x="21600" y="927"/>
                    <a:pt x="21323" y="1468"/>
                  </a:cubicBezTo>
                  <a:cubicBezTo>
                    <a:pt x="21046" y="2009"/>
                    <a:pt x="20492" y="2627"/>
                    <a:pt x="19662" y="3276"/>
                  </a:cubicBezTo>
                  <a:cubicBezTo>
                    <a:pt x="18831" y="3924"/>
                    <a:pt x="17723" y="4604"/>
                    <a:pt x="17169" y="5423"/>
                  </a:cubicBezTo>
                  <a:cubicBezTo>
                    <a:pt x="16615" y="6242"/>
                    <a:pt x="16615" y="7200"/>
                    <a:pt x="16338" y="7988"/>
                  </a:cubicBezTo>
                  <a:cubicBezTo>
                    <a:pt x="16062" y="8776"/>
                    <a:pt x="15508" y="9394"/>
                    <a:pt x="14677" y="10012"/>
                  </a:cubicBezTo>
                  <a:cubicBezTo>
                    <a:pt x="13846" y="10630"/>
                    <a:pt x="12738" y="11248"/>
                    <a:pt x="11631" y="11866"/>
                  </a:cubicBezTo>
                  <a:cubicBezTo>
                    <a:pt x="10523" y="12484"/>
                    <a:pt x="9415" y="13102"/>
                    <a:pt x="8585" y="13751"/>
                  </a:cubicBezTo>
                  <a:cubicBezTo>
                    <a:pt x="7754" y="14400"/>
                    <a:pt x="7200" y="15080"/>
                    <a:pt x="6646" y="15729"/>
                  </a:cubicBezTo>
                  <a:cubicBezTo>
                    <a:pt x="6092" y="16378"/>
                    <a:pt x="5538" y="16996"/>
                    <a:pt x="4708" y="17660"/>
                  </a:cubicBezTo>
                  <a:cubicBezTo>
                    <a:pt x="3877" y="18324"/>
                    <a:pt x="2769" y="19035"/>
                    <a:pt x="1938" y="19700"/>
                  </a:cubicBezTo>
                  <a:cubicBezTo>
                    <a:pt x="1108" y="20364"/>
                    <a:pt x="554" y="20982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2" name="Línea"/>
            <p:cNvSpPr/>
            <p:nvPr/>
          </p:nvSpPr>
          <p:spPr>
            <a:xfrm>
              <a:off x="6568593" y="1233875"/>
              <a:ext cx="89033" cy="2324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827"/>
                    <a:pt x="21600" y="1654"/>
                    <a:pt x="21600" y="2727"/>
                  </a:cubicBezTo>
                  <a:cubicBezTo>
                    <a:pt x="21600" y="3799"/>
                    <a:pt x="21600" y="5117"/>
                    <a:pt x="20800" y="6158"/>
                  </a:cubicBezTo>
                  <a:cubicBezTo>
                    <a:pt x="20000" y="7200"/>
                    <a:pt x="18400" y="7966"/>
                    <a:pt x="17200" y="8793"/>
                  </a:cubicBezTo>
                  <a:cubicBezTo>
                    <a:pt x="16000" y="9620"/>
                    <a:pt x="15200" y="10509"/>
                    <a:pt x="14400" y="11275"/>
                  </a:cubicBezTo>
                  <a:cubicBezTo>
                    <a:pt x="13600" y="12041"/>
                    <a:pt x="12800" y="12684"/>
                    <a:pt x="11200" y="13420"/>
                  </a:cubicBezTo>
                  <a:cubicBezTo>
                    <a:pt x="9600" y="14155"/>
                    <a:pt x="7200" y="14982"/>
                    <a:pt x="5600" y="15702"/>
                  </a:cubicBezTo>
                  <a:cubicBezTo>
                    <a:pt x="4000" y="16422"/>
                    <a:pt x="3200" y="17035"/>
                    <a:pt x="2400" y="17770"/>
                  </a:cubicBezTo>
                  <a:cubicBezTo>
                    <a:pt x="1600" y="18506"/>
                    <a:pt x="800" y="19363"/>
                    <a:pt x="400" y="20022"/>
                  </a:cubicBezTo>
                  <a:cubicBezTo>
                    <a:pt x="0" y="20681"/>
                    <a:pt x="0" y="2114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3" name="Línea"/>
            <p:cNvSpPr/>
            <p:nvPr/>
          </p:nvSpPr>
          <p:spPr>
            <a:xfrm>
              <a:off x="6825798" y="1105273"/>
              <a:ext cx="58789" cy="2344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600" fill="norm" stroke="1" extrusionOk="0">
                  <a:moveTo>
                    <a:pt x="14400" y="0"/>
                  </a:moveTo>
                  <a:cubicBezTo>
                    <a:pt x="16800" y="668"/>
                    <a:pt x="19200" y="1337"/>
                    <a:pt x="20400" y="2187"/>
                  </a:cubicBezTo>
                  <a:cubicBezTo>
                    <a:pt x="21600" y="3038"/>
                    <a:pt x="21600" y="4071"/>
                    <a:pt x="21000" y="5134"/>
                  </a:cubicBezTo>
                  <a:cubicBezTo>
                    <a:pt x="20400" y="6197"/>
                    <a:pt x="19200" y="7291"/>
                    <a:pt x="18000" y="8157"/>
                  </a:cubicBezTo>
                  <a:cubicBezTo>
                    <a:pt x="16800" y="9023"/>
                    <a:pt x="15600" y="9661"/>
                    <a:pt x="13800" y="10284"/>
                  </a:cubicBezTo>
                  <a:cubicBezTo>
                    <a:pt x="12000" y="10906"/>
                    <a:pt x="9600" y="11514"/>
                    <a:pt x="7800" y="12213"/>
                  </a:cubicBezTo>
                  <a:cubicBezTo>
                    <a:pt x="6000" y="12911"/>
                    <a:pt x="4800" y="13701"/>
                    <a:pt x="3600" y="14491"/>
                  </a:cubicBezTo>
                  <a:cubicBezTo>
                    <a:pt x="2400" y="15281"/>
                    <a:pt x="1200" y="16071"/>
                    <a:pt x="600" y="17073"/>
                  </a:cubicBezTo>
                  <a:cubicBezTo>
                    <a:pt x="0" y="18076"/>
                    <a:pt x="0" y="19291"/>
                    <a:pt x="0" y="19975"/>
                  </a:cubicBezTo>
                  <a:cubicBezTo>
                    <a:pt x="0" y="20658"/>
                    <a:pt x="0" y="20810"/>
                    <a:pt x="0" y="20992"/>
                  </a:cubicBezTo>
                  <a:cubicBezTo>
                    <a:pt x="0" y="21175"/>
                    <a:pt x="0" y="21387"/>
                    <a:pt x="0" y="21494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4" name="Línea"/>
            <p:cNvSpPr/>
            <p:nvPr/>
          </p:nvSpPr>
          <p:spPr>
            <a:xfrm>
              <a:off x="7083001" y="976671"/>
              <a:ext cx="29678" cy="2245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00" y="1078"/>
                    <a:pt x="16800" y="2157"/>
                    <a:pt x="15600" y="3394"/>
                  </a:cubicBezTo>
                  <a:cubicBezTo>
                    <a:pt x="14400" y="4631"/>
                    <a:pt x="14400" y="6026"/>
                    <a:pt x="14400" y="7343"/>
                  </a:cubicBezTo>
                  <a:cubicBezTo>
                    <a:pt x="14400" y="8659"/>
                    <a:pt x="14400" y="9896"/>
                    <a:pt x="14400" y="11212"/>
                  </a:cubicBezTo>
                  <a:cubicBezTo>
                    <a:pt x="14400" y="12529"/>
                    <a:pt x="14400" y="13924"/>
                    <a:pt x="13200" y="14971"/>
                  </a:cubicBezTo>
                  <a:cubicBezTo>
                    <a:pt x="12000" y="16018"/>
                    <a:pt x="9600" y="16715"/>
                    <a:pt x="7200" y="17381"/>
                  </a:cubicBezTo>
                  <a:cubicBezTo>
                    <a:pt x="4800" y="18048"/>
                    <a:pt x="2400" y="18682"/>
                    <a:pt x="1200" y="19380"/>
                  </a:cubicBezTo>
                  <a:cubicBezTo>
                    <a:pt x="0" y="20078"/>
                    <a:pt x="0" y="20839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5" name="Línea"/>
            <p:cNvSpPr/>
            <p:nvPr/>
          </p:nvSpPr>
          <p:spPr>
            <a:xfrm>
              <a:off x="7340205" y="739252"/>
              <a:ext cx="29678" cy="2285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247"/>
                    <a:pt x="21600" y="2494"/>
                    <a:pt x="21600" y="3787"/>
                  </a:cubicBezTo>
                  <a:cubicBezTo>
                    <a:pt x="21600" y="5081"/>
                    <a:pt x="21600" y="6421"/>
                    <a:pt x="21600" y="7777"/>
                  </a:cubicBezTo>
                  <a:cubicBezTo>
                    <a:pt x="21600" y="9132"/>
                    <a:pt x="21600" y="10504"/>
                    <a:pt x="20400" y="11595"/>
                  </a:cubicBezTo>
                  <a:cubicBezTo>
                    <a:pt x="19200" y="12686"/>
                    <a:pt x="16800" y="13496"/>
                    <a:pt x="14400" y="14260"/>
                  </a:cubicBezTo>
                  <a:cubicBezTo>
                    <a:pt x="12000" y="15023"/>
                    <a:pt x="9600" y="15740"/>
                    <a:pt x="7200" y="16488"/>
                  </a:cubicBezTo>
                  <a:cubicBezTo>
                    <a:pt x="4800" y="17236"/>
                    <a:pt x="2400" y="18016"/>
                    <a:pt x="1200" y="18873"/>
                  </a:cubicBezTo>
                  <a:cubicBezTo>
                    <a:pt x="0" y="19730"/>
                    <a:pt x="0" y="2066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6" name="Línea"/>
            <p:cNvSpPr/>
            <p:nvPr/>
          </p:nvSpPr>
          <p:spPr>
            <a:xfrm>
              <a:off x="7548359" y="561187"/>
              <a:ext cx="19373" cy="2384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21150" y="0"/>
                  </a:moveTo>
                  <a:cubicBezTo>
                    <a:pt x="21150" y="1076"/>
                    <a:pt x="21150" y="2151"/>
                    <a:pt x="21150" y="3331"/>
                  </a:cubicBezTo>
                  <a:cubicBezTo>
                    <a:pt x="21150" y="4511"/>
                    <a:pt x="21150" y="5796"/>
                    <a:pt x="19350" y="6886"/>
                  </a:cubicBezTo>
                  <a:cubicBezTo>
                    <a:pt x="17550" y="7977"/>
                    <a:pt x="13950" y="8873"/>
                    <a:pt x="10350" y="9754"/>
                  </a:cubicBezTo>
                  <a:cubicBezTo>
                    <a:pt x="6750" y="10636"/>
                    <a:pt x="3150" y="11502"/>
                    <a:pt x="1350" y="12428"/>
                  </a:cubicBezTo>
                  <a:cubicBezTo>
                    <a:pt x="-450" y="13354"/>
                    <a:pt x="-450" y="14340"/>
                    <a:pt x="1350" y="15281"/>
                  </a:cubicBezTo>
                  <a:cubicBezTo>
                    <a:pt x="3150" y="16222"/>
                    <a:pt x="6750" y="17119"/>
                    <a:pt x="10350" y="18000"/>
                  </a:cubicBezTo>
                  <a:cubicBezTo>
                    <a:pt x="13950" y="18881"/>
                    <a:pt x="17550" y="19748"/>
                    <a:pt x="19350" y="20345"/>
                  </a:cubicBezTo>
                  <a:cubicBezTo>
                    <a:pt x="21150" y="20943"/>
                    <a:pt x="21150" y="21271"/>
                    <a:pt x="2115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7" name="Línea"/>
            <p:cNvSpPr/>
            <p:nvPr/>
          </p:nvSpPr>
          <p:spPr>
            <a:xfrm>
              <a:off x="7824935" y="373231"/>
              <a:ext cx="1394838" cy="139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579" y="20477"/>
                    <a:pt x="19557" y="19353"/>
                    <a:pt x="18511" y="18255"/>
                  </a:cubicBezTo>
                  <a:cubicBezTo>
                    <a:pt x="17464" y="17157"/>
                    <a:pt x="16391" y="16085"/>
                    <a:pt x="15549" y="15217"/>
                  </a:cubicBezTo>
                  <a:cubicBezTo>
                    <a:pt x="14706" y="14349"/>
                    <a:pt x="14094" y="13685"/>
                    <a:pt x="13379" y="12945"/>
                  </a:cubicBezTo>
                  <a:cubicBezTo>
                    <a:pt x="12664" y="12204"/>
                    <a:pt x="11847" y="11387"/>
                    <a:pt x="10928" y="10494"/>
                  </a:cubicBezTo>
                  <a:cubicBezTo>
                    <a:pt x="10009" y="9600"/>
                    <a:pt x="8987" y="8630"/>
                    <a:pt x="7966" y="7634"/>
                  </a:cubicBezTo>
                  <a:cubicBezTo>
                    <a:pt x="6945" y="6638"/>
                    <a:pt x="5923" y="5617"/>
                    <a:pt x="5132" y="4851"/>
                  </a:cubicBezTo>
                  <a:cubicBezTo>
                    <a:pt x="4340" y="4085"/>
                    <a:pt x="3779" y="3574"/>
                    <a:pt x="3217" y="3064"/>
                  </a:cubicBezTo>
                  <a:cubicBezTo>
                    <a:pt x="2655" y="2553"/>
                    <a:pt x="2094" y="2043"/>
                    <a:pt x="1557" y="1532"/>
                  </a:cubicBezTo>
                  <a:cubicBezTo>
                    <a:pt x="1021" y="1021"/>
                    <a:pt x="511" y="511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8" name="Línea"/>
            <p:cNvSpPr/>
            <p:nvPr/>
          </p:nvSpPr>
          <p:spPr>
            <a:xfrm>
              <a:off x="6034400" y="363338"/>
              <a:ext cx="1731181" cy="514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23" y="20769"/>
                    <a:pt x="1646" y="19938"/>
                    <a:pt x="2880" y="18969"/>
                  </a:cubicBezTo>
                  <a:cubicBezTo>
                    <a:pt x="4114" y="18000"/>
                    <a:pt x="5760" y="16892"/>
                    <a:pt x="7056" y="15923"/>
                  </a:cubicBezTo>
                  <a:cubicBezTo>
                    <a:pt x="8352" y="14954"/>
                    <a:pt x="9298" y="14123"/>
                    <a:pt x="10245" y="13292"/>
                  </a:cubicBezTo>
                  <a:cubicBezTo>
                    <a:pt x="11191" y="12462"/>
                    <a:pt x="12137" y="11631"/>
                    <a:pt x="13145" y="10523"/>
                  </a:cubicBezTo>
                  <a:cubicBezTo>
                    <a:pt x="14153" y="9415"/>
                    <a:pt x="15223" y="8031"/>
                    <a:pt x="15963" y="7062"/>
                  </a:cubicBezTo>
                  <a:cubicBezTo>
                    <a:pt x="16704" y="6092"/>
                    <a:pt x="17115" y="5538"/>
                    <a:pt x="17733" y="4777"/>
                  </a:cubicBezTo>
                  <a:cubicBezTo>
                    <a:pt x="18350" y="4015"/>
                    <a:pt x="19173" y="3046"/>
                    <a:pt x="19851" y="2215"/>
                  </a:cubicBezTo>
                  <a:cubicBezTo>
                    <a:pt x="20530" y="1385"/>
                    <a:pt x="21065" y="692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499" name="Línea"/>
            <p:cNvSpPr/>
            <p:nvPr/>
          </p:nvSpPr>
          <p:spPr>
            <a:xfrm>
              <a:off x="5965153" y="2252798"/>
              <a:ext cx="158280" cy="79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050" y="3600"/>
                    <a:pt x="8100" y="7200"/>
                    <a:pt x="11700" y="10800"/>
                  </a:cubicBezTo>
                  <a:cubicBezTo>
                    <a:pt x="15300" y="14400"/>
                    <a:pt x="18450" y="180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00" name="Línea"/>
            <p:cNvSpPr/>
            <p:nvPr/>
          </p:nvSpPr>
          <p:spPr>
            <a:xfrm>
              <a:off x="7686440" y="2688066"/>
              <a:ext cx="29679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01" name="Línea"/>
            <p:cNvSpPr/>
            <p:nvPr/>
          </p:nvSpPr>
          <p:spPr>
            <a:xfrm>
              <a:off x="7726011" y="2697959"/>
              <a:ext cx="189720" cy="73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013" fill="norm" stroke="1" extrusionOk="0">
                  <a:moveTo>
                    <a:pt x="7821" y="0"/>
                  </a:moveTo>
                  <a:cubicBezTo>
                    <a:pt x="11172" y="4696"/>
                    <a:pt x="14524" y="9391"/>
                    <a:pt x="17131" y="13148"/>
                  </a:cubicBezTo>
                  <a:cubicBezTo>
                    <a:pt x="19738" y="16904"/>
                    <a:pt x="21600" y="19722"/>
                    <a:pt x="21414" y="20661"/>
                  </a:cubicBezTo>
                  <a:cubicBezTo>
                    <a:pt x="21228" y="21600"/>
                    <a:pt x="18993" y="20661"/>
                    <a:pt x="15083" y="17843"/>
                  </a:cubicBezTo>
                  <a:cubicBezTo>
                    <a:pt x="11172" y="15026"/>
                    <a:pt x="5586" y="10330"/>
                    <a:pt x="0" y="5635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02" name="Línea"/>
            <p:cNvSpPr/>
            <p:nvPr/>
          </p:nvSpPr>
          <p:spPr>
            <a:xfrm>
              <a:off x="9041708" y="867854"/>
              <a:ext cx="830967" cy="1078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270"/>
                    <a:pt x="0" y="20939"/>
                    <a:pt x="386" y="20312"/>
                  </a:cubicBezTo>
                  <a:cubicBezTo>
                    <a:pt x="771" y="19684"/>
                    <a:pt x="1543" y="18760"/>
                    <a:pt x="2486" y="17736"/>
                  </a:cubicBezTo>
                  <a:cubicBezTo>
                    <a:pt x="3429" y="16712"/>
                    <a:pt x="4543" y="15589"/>
                    <a:pt x="5700" y="14499"/>
                  </a:cubicBezTo>
                  <a:cubicBezTo>
                    <a:pt x="6857" y="13409"/>
                    <a:pt x="8057" y="12352"/>
                    <a:pt x="9086" y="11394"/>
                  </a:cubicBezTo>
                  <a:cubicBezTo>
                    <a:pt x="10114" y="10437"/>
                    <a:pt x="10971" y="9578"/>
                    <a:pt x="11871" y="8818"/>
                  </a:cubicBezTo>
                  <a:cubicBezTo>
                    <a:pt x="12771" y="8059"/>
                    <a:pt x="13714" y="7398"/>
                    <a:pt x="14957" y="6242"/>
                  </a:cubicBezTo>
                  <a:cubicBezTo>
                    <a:pt x="16200" y="5086"/>
                    <a:pt x="17743" y="3435"/>
                    <a:pt x="18900" y="2312"/>
                  </a:cubicBezTo>
                  <a:cubicBezTo>
                    <a:pt x="20057" y="1189"/>
                    <a:pt x="20829" y="594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03" name="Línea"/>
            <p:cNvSpPr/>
            <p:nvPr/>
          </p:nvSpPr>
          <p:spPr>
            <a:xfrm>
              <a:off x="8962569" y="3380539"/>
              <a:ext cx="732042" cy="1009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49" y="1765"/>
                    <a:pt x="3697" y="3529"/>
                    <a:pt x="5157" y="5012"/>
                  </a:cubicBezTo>
                  <a:cubicBezTo>
                    <a:pt x="6616" y="6494"/>
                    <a:pt x="7686" y="7694"/>
                    <a:pt x="8757" y="8788"/>
                  </a:cubicBezTo>
                  <a:cubicBezTo>
                    <a:pt x="9827" y="9882"/>
                    <a:pt x="10897" y="10871"/>
                    <a:pt x="12211" y="12071"/>
                  </a:cubicBezTo>
                  <a:cubicBezTo>
                    <a:pt x="13524" y="13271"/>
                    <a:pt x="15081" y="14682"/>
                    <a:pt x="16443" y="16094"/>
                  </a:cubicBezTo>
                  <a:cubicBezTo>
                    <a:pt x="17805" y="17506"/>
                    <a:pt x="18973" y="18918"/>
                    <a:pt x="19800" y="19835"/>
                  </a:cubicBezTo>
                  <a:cubicBezTo>
                    <a:pt x="20627" y="20753"/>
                    <a:pt x="21114" y="21176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04" name="Línea"/>
            <p:cNvSpPr/>
            <p:nvPr/>
          </p:nvSpPr>
          <p:spPr>
            <a:xfrm>
              <a:off x="9842997" y="1896670"/>
              <a:ext cx="29678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1506" name="With (MANY) examples! from the entire internet"/>
          <p:cNvSpPr txBox="1"/>
          <p:nvPr/>
        </p:nvSpPr>
        <p:spPr>
          <a:xfrm>
            <a:off x="885556" y="577426"/>
            <a:ext cx="7419198" cy="163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With (MANY) examples! </a:t>
            </a:r>
            <a:r>
              <a:rPr i="1" sz="4500">
                <a:latin typeface="Avenir Next Regular"/>
                <a:ea typeface="Avenir Next Regular"/>
                <a:cs typeface="Avenir Next Regular"/>
                <a:sym typeface="Avenir Next Regular"/>
              </a:rPr>
              <a:t>from the entire internet</a:t>
            </a:r>
          </a:p>
        </p:txBody>
      </p:sp>
      <p:sp>
        <p:nvSpPr>
          <p:cNvPr id="1507" name="The candles drifted higher as the hall filled with whispers, their flames trembling like they were listening. A young wizard tightened his grip on his wand, feeling magic hum beneath his skin as the doors slowly creaked open. Somewhere above, a staircase"/>
          <p:cNvSpPr txBox="1"/>
          <p:nvPr/>
        </p:nvSpPr>
        <p:spPr>
          <a:xfrm>
            <a:off x="14575235" y="1762842"/>
            <a:ext cx="8834641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candles drifted higher as the hall filled with whispers, their flames trembling like they were listening. A young wizard tightened his grip on his </a:t>
            </a:r>
            <a:r>
              <a:rPr b="1" sz="2900">
                <a:solidFill>
                  <a:schemeClr val="accent4">
                    <a:hueOff val="475731"/>
                    <a:satOff val="-4338"/>
                    <a:lumOff val="10182"/>
                  </a:schemeClr>
                </a:solidFill>
              </a:rPr>
              <a:t>wand</a:t>
            </a:r>
            <a:r>
              <a:t>, feeling magic hum beneath his skin as the doors slowly creaked open. Somewhere above, a staircase shifted, rearranging itself as if amused by the newcomers’ nerves. It felt like the castle itself was watching, quietly deciding what kind of night this would be.</a:t>
            </a:r>
          </a:p>
        </p:txBody>
      </p:sp>
      <p:sp>
        <p:nvSpPr>
          <p:cNvPr id="1508" name="Rectángulo redondeado"/>
          <p:cNvSpPr/>
          <p:nvPr/>
        </p:nvSpPr>
        <p:spPr>
          <a:xfrm>
            <a:off x="14339320" y="1640641"/>
            <a:ext cx="9306471" cy="2708204"/>
          </a:xfrm>
          <a:prstGeom prst="roundRect">
            <a:avLst>
              <a:gd name="adj" fmla="val 7034"/>
            </a:avLst>
          </a:prstGeom>
          <a:ln w="25400">
            <a:solidFill>
              <a:srgbClr val="6ED59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9" name="Example text"/>
          <p:cNvSpPr txBox="1"/>
          <p:nvPr/>
        </p:nvSpPr>
        <p:spPr>
          <a:xfrm>
            <a:off x="14352792" y="907272"/>
            <a:ext cx="3003881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6DD594"/>
                </a:solidFill>
              </a:defRPr>
            </a:lvl1pPr>
          </a:lstStyle>
          <a:p>
            <a:pPr/>
            <a:r>
              <a:t>Example text</a:t>
            </a:r>
          </a:p>
        </p:txBody>
      </p:sp>
      <p:sp>
        <p:nvSpPr>
          <p:cNvPr id="1510" name="Rectángulo redondeado"/>
          <p:cNvSpPr/>
          <p:nvPr/>
        </p:nvSpPr>
        <p:spPr>
          <a:xfrm>
            <a:off x="16340782" y="2609555"/>
            <a:ext cx="7037947" cy="1538016"/>
          </a:xfrm>
          <a:prstGeom prst="roundRect">
            <a:avLst>
              <a:gd name="adj" fmla="val 1238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1" name="Rectángulo redondeado"/>
          <p:cNvSpPr/>
          <p:nvPr/>
        </p:nvSpPr>
        <p:spPr>
          <a:xfrm>
            <a:off x="14585275" y="3002321"/>
            <a:ext cx="7037947" cy="1153383"/>
          </a:xfrm>
          <a:prstGeom prst="roundRect">
            <a:avLst>
              <a:gd name="adj" fmla="val 165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12" name="Línea"/>
          <p:cNvSpPr/>
          <p:nvPr/>
        </p:nvSpPr>
        <p:spPr>
          <a:xfrm>
            <a:off x="5461864" y="4856334"/>
            <a:ext cx="9061988" cy="1483312"/>
          </a:xfrm>
          <a:prstGeom prst="line">
            <a:avLst/>
          </a:prstGeom>
          <a:ln w="889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13" name="Do one pass: predict a word"/>
          <p:cNvSpPr txBox="1"/>
          <p:nvPr/>
        </p:nvSpPr>
        <p:spPr>
          <a:xfrm>
            <a:off x="14987604" y="5923010"/>
            <a:ext cx="800990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Do one pass: predict a word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Dibujo"/>
          <p:cNvGrpSpPr/>
          <p:nvPr/>
        </p:nvGrpSpPr>
        <p:grpSpPr>
          <a:xfrm>
            <a:off x="3404367" y="6048347"/>
            <a:ext cx="11277407" cy="4557743"/>
            <a:chOff x="0" y="0"/>
            <a:chExt cx="11277405" cy="4557741"/>
          </a:xfrm>
        </p:grpSpPr>
        <p:sp>
          <p:nvSpPr>
            <p:cNvPr id="1515" name="Línea"/>
            <p:cNvSpPr/>
            <p:nvPr/>
          </p:nvSpPr>
          <p:spPr>
            <a:xfrm>
              <a:off x="0" y="689789"/>
              <a:ext cx="1196988" cy="741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16" name="Línea"/>
            <p:cNvSpPr/>
            <p:nvPr/>
          </p:nvSpPr>
          <p:spPr>
            <a:xfrm>
              <a:off x="3297" y="1451509"/>
              <a:ext cx="6596" cy="31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17" name="Línea"/>
            <p:cNvSpPr/>
            <p:nvPr/>
          </p:nvSpPr>
          <p:spPr>
            <a:xfrm>
              <a:off x="1196987" y="699682"/>
              <a:ext cx="9894" cy="346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18" name="Línea"/>
            <p:cNvSpPr/>
            <p:nvPr/>
          </p:nvSpPr>
          <p:spPr>
            <a:xfrm>
              <a:off x="49462" y="1045918"/>
              <a:ext cx="1107956" cy="712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19" name="Línea"/>
            <p:cNvSpPr/>
            <p:nvPr/>
          </p:nvSpPr>
          <p:spPr>
            <a:xfrm>
              <a:off x="217634" y="1283337"/>
              <a:ext cx="9893" cy="366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0" name="Línea"/>
            <p:cNvSpPr/>
            <p:nvPr/>
          </p:nvSpPr>
          <p:spPr>
            <a:xfrm>
              <a:off x="396264" y="1164627"/>
              <a:ext cx="19220" cy="346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1" name="Línea"/>
            <p:cNvSpPr/>
            <p:nvPr/>
          </p:nvSpPr>
          <p:spPr>
            <a:xfrm>
              <a:off x="593547" y="1065703"/>
              <a:ext cx="6596" cy="33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2" name="Línea"/>
            <p:cNvSpPr/>
            <p:nvPr/>
          </p:nvSpPr>
          <p:spPr>
            <a:xfrm>
              <a:off x="801289" y="946993"/>
              <a:ext cx="19786" cy="306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3" name="Línea"/>
            <p:cNvSpPr/>
            <p:nvPr/>
          </p:nvSpPr>
          <p:spPr>
            <a:xfrm>
              <a:off x="989246" y="808499"/>
              <a:ext cx="19785" cy="286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4" name="Línea"/>
            <p:cNvSpPr/>
            <p:nvPr/>
          </p:nvSpPr>
          <p:spPr>
            <a:xfrm>
              <a:off x="1256342" y="521617"/>
              <a:ext cx="178065" cy="108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5" name="Línea"/>
            <p:cNvSpPr/>
            <p:nvPr/>
          </p:nvSpPr>
          <p:spPr>
            <a:xfrm>
              <a:off x="1246449" y="937101"/>
              <a:ext cx="138496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6" name="Línea"/>
            <p:cNvSpPr/>
            <p:nvPr/>
          </p:nvSpPr>
          <p:spPr>
            <a:xfrm>
              <a:off x="1473976" y="541402"/>
              <a:ext cx="9894" cy="296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7" name="Línea"/>
            <p:cNvSpPr/>
            <p:nvPr/>
          </p:nvSpPr>
          <p:spPr>
            <a:xfrm>
              <a:off x="1281485" y="577675"/>
              <a:ext cx="191493" cy="330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8" name="Línea"/>
            <p:cNvSpPr/>
            <p:nvPr/>
          </p:nvSpPr>
          <p:spPr>
            <a:xfrm>
              <a:off x="1276127" y="773316"/>
              <a:ext cx="49463" cy="945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29" name="Línea"/>
            <p:cNvSpPr/>
            <p:nvPr/>
          </p:nvSpPr>
          <p:spPr>
            <a:xfrm>
              <a:off x="1375051" y="1154735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0" name="Línea"/>
            <p:cNvSpPr/>
            <p:nvPr/>
          </p:nvSpPr>
          <p:spPr>
            <a:xfrm>
              <a:off x="1454191" y="333661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1" name="Línea"/>
            <p:cNvSpPr/>
            <p:nvPr/>
          </p:nvSpPr>
          <p:spPr>
            <a:xfrm>
              <a:off x="2393975" y="353446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2" name="Línea"/>
            <p:cNvSpPr/>
            <p:nvPr/>
          </p:nvSpPr>
          <p:spPr>
            <a:xfrm>
              <a:off x="1523438" y="1787852"/>
              <a:ext cx="821076" cy="702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3" name="Línea"/>
            <p:cNvSpPr/>
            <p:nvPr/>
          </p:nvSpPr>
          <p:spPr>
            <a:xfrm>
              <a:off x="1632255" y="1026133"/>
              <a:ext cx="9894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4" name="Línea"/>
            <p:cNvSpPr/>
            <p:nvPr/>
          </p:nvSpPr>
          <p:spPr>
            <a:xfrm>
              <a:off x="1790535" y="808499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5" name="Línea"/>
            <p:cNvSpPr/>
            <p:nvPr/>
          </p:nvSpPr>
          <p:spPr>
            <a:xfrm>
              <a:off x="1968599" y="699682"/>
              <a:ext cx="59356" cy="1384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6" name="Línea"/>
            <p:cNvSpPr/>
            <p:nvPr/>
          </p:nvSpPr>
          <p:spPr>
            <a:xfrm>
              <a:off x="2186233" y="541402"/>
              <a:ext cx="39571" cy="1375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7" name="Línea"/>
            <p:cNvSpPr/>
            <p:nvPr/>
          </p:nvSpPr>
          <p:spPr>
            <a:xfrm>
              <a:off x="2443437" y="155596"/>
              <a:ext cx="207743" cy="158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8" name="Línea"/>
            <p:cNvSpPr/>
            <p:nvPr/>
          </p:nvSpPr>
          <p:spPr>
            <a:xfrm>
              <a:off x="2354405" y="145704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39" name="Línea"/>
            <p:cNvSpPr/>
            <p:nvPr/>
          </p:nvSpPr>
          <p:spPr>
            <a:xfrm>
              <a:off x="2611609" y="0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0" name="Línea"/>
            <p:cNvSpPr/>
            <p:nvPr/>
          </p:nvSpPr>
          <p:spPr>
            <a:xfrm>
              <a:off x="2715341" y="116027"/>
              <a:ext cx="123789" cy="1236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1" name="Línea"/>
            <p:cNvSpPr/>
            <p:nvPr/>
          </p:nvSpPr>
          <p:spPr>
            <a:xfrm>
              <a:off x="3202358" y="1537742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2" name="Línea"/>
            <p:cNvSpPr/>
            <p:nvPr/>
          </p:nvSpPr>
          <p:spPr>
            <a:xfrm>
              <a:off x="3281498" y="716668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3" name="Línea"/>
            <p:cNvSpPr/>
            <p:nvPr/>
          </p:nvSpPr>
          <p:spPr>
            <a:xfrm>
              <a:off x="4221282" y="736453"/>
              <a:ext cx="98925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4" name="Línea"/>
            <p:cNvSpPr/>
            <p:nvPr/>
          </p:nvSpPr>
          <p:spPr>
            <a:xfrm>
              <a:off x="3350745" y="2170860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5" name="Línea"/>
            <p:cNvSpPr/>
            <p:nvPr/>
          </p:nvSpPr>
          <p:spPr>
            <a:xfrm>
              <a:off x="3459562" y="1409140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6" name="Línea"/>
            <p:cNvSpPr/>
            <p:nvPr/>
          </p:nvSpPr>
          <p:spPr>
            <a:xfrm>
              <a:off x="3617841" y="1191506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7" name="Línea"/>
            <p:cNvSpPr/>
            <p:nvPr/>
          </p:nvSpPr>
          <p:spPr>
            <a:xfrm>
              <a:off x="3795906" y="1082689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8" name="Línea"/>
            <p:cNvSpPr/>
            <p:nvPr/>
          </p:nvSpPr>
          <p:spPr>
            <a:xfrm>
              <a:off x="4013540" y="924410"/>
              <a:ext cx="39570" cy="1375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49" name="Línea"/>
            <p:cNvSpPr/>
            <p:nvPr/>
          </p:nvSpPr>
          <p:spPr>
            <a:xfrm>
              <a:off x="4270743" y="538604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0" name="Línea"/>
            <p:cNvSpPr/>
            <p:nvPr/>
          </p:nvSpPr>
          <p:spPr>
            <a:xfrm>
              <a:off x="4181711" y="528711"/>
              <a:ext cx="346238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1" name="Línea"/>
            <p:cNvSpPr/>
            <p:nvPr/>
          </p:nvSpPr>
          <p:spPr>
            <a:xfrm>
              <a:off x="4438915" y="383007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2" name="Línea"/>
            <p:cNvSpPr/>
            <p:nvPr/>
          </p:nvSpPr>
          <p:spPr>
            <a:xfrm>
              <a:off x="4542647" y="499034"/>
              <a:ext cx="123790" cy="123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3" name="Línea"/>
            <p:cNvSpPr/>
            <p:nvPr/>
          </p:nvSpPr>
          <p:spPr>
            <a:xfrm>
              <a:off x="3508016" y="268124"/>
              <a:ext cx="953484" cy="817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502" fill="norm" stroke="1" extrusionOk="0">
                  <a:moveTo>
                    <a:pt x="86" y="21502"/>
                  </a:moveTo>
                  <a:cubicBezTo>
                    <a:pt x="11" y="19680"/>
                    <a:pt x="-63" y="17859"/>
                    <a:pt x="86" y="16080"/>
                  </a:cubicBezTo>
                  <a:cubicBezTo>
                    <a:pt x="235" y="14302"/>
                    <a:pt x="607" y="12567"/>
                    <a:pt x="1240" y="11006"/>
                  </a:cubicBezTo>
                  <a:cubicBezTo>
                    <a:pt x="1874" y="9444"/>
                    <a:pt x="2767" y="8056"/>
                    <a:pt x="3885" y="6755"/>
                  </a:cubicBezTo>
                  <a:cubicBezTo>
                    <a:pt x="5002" y="5454"/>
                    <a:pt x="6343" y="4239"/>
                    <a:pt x="8056" y="3112"/>
                  </a:cubicBezTo>
                  <a:cubicBezTo>
                    <a:pt x="9769" y="1984"/>
                    <a:pt x="11854" y="943"/>
                    <a:pt x="13679" y="422"/>
                  </a:cubicBezTo>
                  <a:cubicBezTo>
                    <a:pt x="15504" y="-98"/>
                    <a:pt x="17068" y="-98"/>
                    <a:pt x="18334" y="206"/>
                  </a:cubicBezTo>
                  <a:cubicBezTo>
                    <a:pt x="19600" y="509"/>
                    <a:pt x="20569" y="1116"/>
                    <a:pt x="21537" y="1724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4" name="Línea"/>
            <p:cNvSpPr/>
            <p:nvPr/>
          </p:nvSpPr>
          <p:spPr>
            <a:xfrm>
              <a:off x="4342789" y="205059"/>
              <a:ext cx="157676" cy="1933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466" fill="norm" stroke="1" extrusionOk="0">
                  <a:moveTo>
                    <a:pt x="9257" y="0"/>
                  </a:moveTo>
                  <a:cubicBezTo>
                    <a:pt x="11461" y="3295"/>
                    <a:pt x="13665" y="6590"/>
                    <a:pt x="15429" y="8969"/>
                  </a:cubicBezTo>
                  <a:cubicBezTo>
                    <a:pt x="17192" y="11349"/>
                    <a:pt x="18514" y="12814"/>
                    <a:pt x="19616" y="14461"/>
                  </a:cubicBezTo>
                  <a:cubicBezTo>
                    <a:pt x="20718" y="16108"/>
                    <a:pt x="21600" y="17939"/>
                    <a:pt x="20718" y="19220"/>
                  </a:cubicBezTo>
                  <a:cubicBezTo>
                    <a:pt x="19837" y="20502"/>
                    <a:pt x="17192" y="21234"/>
                    <a:pt x="13445" y="21417"/>
                  </a:cubicBezTo>
                  <a:cubicBezTo>
                    <a:pt x="9698" y="21600"/>
                    <a:pt x="4849" y="21234"/>
                    <a:pt x="0" y="20868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5" name="Línea"/>
            <p:cNvSpPr/>
            <p:nvPr/>
          </p:nvSpPr>
          <p:spPr>
            <a:xfrm>
              <a:off x="3897629" y="521618"/>
              <a:ext cx="415485" cy="306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71" y="19277"/>
                    <a:pt x="343" y="16955"/>
                    <a:pt x="943" y="14748"/>
                  </a:cubicBezTo>
                  <a:cubicBezTo>
                    <a:pt x="1543" y="12542"/>
                    <a:pt x="2571" y="10452"/>
                    <a:pt x="4371" y="8361"/>
                  </a:cubicBezTo>
                  <a:cubicBezTo>
                    <a:pt x="6171" y="6271"/>
                    <a:pt x="8743" y="4181"/>
                    <a:pt x="11743" y="2787"/>
                  </a:cubicBezTo>
                  <a:cubicBezTo>
                    <a:pt x="14743" y="1394"/>
                    <a:pt x="18171" y="69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6" name="Línea"/>
            <p:cNvSpPr/>
            <p:nvPr/>
          </p:nvSpPr>
          <p:spPr>
            <a:xfrm>
              <a:off x="4243865" y="477877"/>
              <a:ext cx="102357" cy="103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2" h="21104" fill="norm" stroke="1" extrusionOk="0">
                  <a:moveTo>
                    <a:pt x="0" y="854"/>
                  </a:moveTo>
                  <a:cubicBezTo>
                    <a:pt x="3375" y="179"/>
                    <a:pt x="6750" y="-496"/>
                    <a:pt x="10125" y="517"/>
                  </a:cubicBezTo>
                  <a:cubicBezTo>
                    <a:pt x="13500" y="1529"/>
                    <a:pt x="16875" y="4229"/>
                    <a:pt x="18900" y="7267"/>
                  </a:cubicBezTo>
                  <a:cubicBezTo>
                    <a:pt x="20925" y="10304"/>
                    <a:pt x="21600" y="13679"/>
                    <a:pt x="20250" y="16041"/>
                  </a:cubicBezTo>
                  <a:cubicBezTo>
                    <a:pt x="18900" y="18404"/>
                    <a:pt x="15525" y="19754"/>
                    <a:pt x="12150" y="21104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7" name="Línea"/>
            <p:cNvSpPr/>
            <p:nvPr/>
          </p:nvSpPr>
          <p:spPr>
            <a:xfrm>
              <a:off x="3483617" y="1362477"/>
              <a:ext cx="131053" cy="1196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8" h="21600" fill="norm" stroke="1" extrusionOk="0">
                  <a:moveTo>
                    <a:pt x="13989" y="0"/>
                  </a:moveTo>
                  <a:cubicBezTo>
                    <a:pt x="11355" y="0"/>
                    <a:pt x="8721" y="0"/>
                    <a:pt x="8194" y="149"/>
                  </a:cubicBezTo>
                  <a:cubicBezTo>
                    <a:pt x="7667" y="298"/>
                    <a:pt x="9248" y="595"/>
                    <a:pt x="10828" y="863"/>
                  </a:cubicBezTo>
                  <a:cubicBezTo>
                    <a:pt x="12409" y="1131"/>
                    <a:pt x="13989" y="1369"/>
                    <a:pt x="15306" y="1636"/>
                  </a:cubicBezTo>
                  <a:cubicBezTo>
                    <a:pt x="16624" y="1904"/>
                    <a:pt x="17677" y="2202"/>
                    <a:pt x="16887" y="2291"/>
                  </a:cubicBezTo>
                  <a:cubicBezTo>
                    <a:pt x="16097" y="2380"/>
                    <a:pt x="13463" y="2261"/>
                    <a:pt x="11092" y="2083"/>
                  </a:cubicBezTo>
                  <a:cubicBezTo>
                    <a:pt x="8721" y="1904"/>
                    <a:pt x="6614" y="1666"/>
                    <a:pt x="6614" y="1696"/>
                  </a:cubicBezTo>
                  <a:cubicBezTo>
                    <a:pt x="6614" y="1726"/>
                    <a:pt x="8721" y="2023"/>
                    <a:pt x="10565" y="2321"/>
                  </a:cubicBezTo>
                  <a:cubicBezTo>
                    <a:pt x="12409" y="2618"/>
                    <a:pt x="13989" y="2916"/>
                    <a:pt x="15570" y="3183"/>
                  </a:cubicBezTo>
                  <a:cubicBezTo>
                    <a:pt x="17150" y="3451"/>
                    <a:pt x="18731" y="3689"/>
                    <a:pt x="18204" y="3838"/>
                  </a:cubicBezTo>
                  <a:cubicBezTo>
                    <a:pt x="17677" y="3987"/>
                    <a:pt x="15043" y="4046"/>
                    <a:pt x="12409" y="3927"/>
                  </a:cubicBezTo>
                  <a:cubicBezTo>
                    <a:pt x="9775" y="3808"/>
                    <a:pt x="7141" y="3511"/>
                    <a:pt x="4770" y="3243"/>
                  </a:cubicBezTo>
                  <a:cubicBezTo>
                    <a:pt x="2399" y="2975"/>
                    <a:pt x="292" y="2737"/>
                    <a:pt x="28" y="2737"/>
                  </a:cubicBezTo>
                  <a:cubicBezTo>
                    <a:pt x="-235" y="2737"/>
                    <a:pt x="1345" y="2975"/>
                    <a:pt x="4506" y="3540"/>
                  </a:cubicBezTo>
                  <a:cubicBezTo>
                    <a:pt x="7667" y="4106"/>
                    <a:pt x="12409" y="4998"/>
                    <a:pt x="15306" y="5593"/>
                  </a:cubicBezTo>
                  <a:cubicBezTo>
                    <a:pt x="18204" y="6188"/>
                    <a:pt x="19258" y="6486"/>
                    <a:pt x="18467" y="6575"/>
                  </a:cubicBezTo>
                  <a:cubicBezTo>
                    <a:pt x="17677" y="6664"/>
                    <a:pt x="15043" y="6545"/>
                    <a:pt x="12145" y="6278"/>
                  </a:cubicBezTo>
                  <a:cubicBezTo>
                    <a:pt x="9248" y="6010"/>
                    <a:pt x="6087" y="5593"/>
                    <a:pt x="5033" y="5534"/>
                  </a:cubicBezTo>
                  <a:cubicBezTo>
                    <a:pt x="3980" y="5474"/>
                    <a:pt x="5033" y="5772"/>
                    <a:pt x="6614" y="6218"/>
                  </a:cubicBezTo>
                  <a:cubicBezTo>
                    <a:pt x="8194" y="6664"/>
                    <a:pt x="10302" y="7260"/>
                    <a:pt x="11619" y="7706"/>
                  </a:cubicBezTo>
                  <a:cubicBezTo>
                    <a:pt x="12936" y="8152"/>
                    <a:pt x="13463" y="8450"/>
                    <a:pt x="12145" y="8420"/>
                  </a:cubicBezTo>
                  <a:cubicBezTo>
                    <a:pt x="10828" y="8390"/>
                    <a:pt x="7667" y="8033"/>
                    <a:pt x="6614" y="8003"/>
                  </a:cubicBezTo>
                  <a:cubicBezTo>
                    <a:pt x="5560" y="7974"/>
                    <a:pt x="6614" y="8271"/>
                    <a:pt x="8458" y="8717"/>
                  </a:cubicBezTo>
                  <a:cubicBezTo>
                    <a:pt x="10302" y="9164"/>
                    <a:pt x="12936" y="9759"/>
                    <a:pt x="14780" y="10205"/>
                  </a:cubicBezTo>
                  <a:cubicBezTo>
                    <a:pt x="16624" y="10651"/>
                    <a:pt x="17677" y="10949"/>
                    <a:pt x="16887" y="11038"/>
                  </a:cubicBezTo>
                  <a:cubicBezTo>
                    <a:pt x="16097" y="11127"/>
                    <a:pt x="13463" y="11008"/>
                    <a:pt x="12936" y="11127"/>
                  </a:cubicBezTo>
                  <a:cubicBezTo>
                    <a:pt x="12409" y="11246"/>
                    <a:pt x="13989" y="11603"/>
                    <a:pt x="15570" y="12079"/>
                  </a:cubicBezTo>
                  <a:cubicBezTo>
                    <a:pt x="17150" y="12555"/>
                    <a:pt x="18731" y="13150"/>
                    <a:pt x="19785" y="13597"/>
                  </a:cubicBezTo>
                  <a:cubicBezTo>
                    <a:pt x="20838" y="14043"/>
                    <a:pt x="21365" y="14340"/>
                    <a:pt x="20048" y="14281"/>
                  </a:cubicBezTo>
                  <a:cubicBezTo>
                    <a:pt x="18731" y="14221"/>
                    <a:pt x="15570" y="13805"/>
                    <a:pt x="13199" y="13478"/>
                  </a:cubicBezTo>
                  <a:cubicBezTo>
                    <a:pt x="10828" y="13150"/>
                    <a:pt x="9248" y="12912"/>
                    <a:pt x="9248" y="12942"/>
                  </a:cubicBezTo>
                  <a:cubicBezTo>
                    <a:pt x="9248" y="12972"/>
                    <a:pt x="10828" y="13269"/>
                    <a:pt x="12936" y="13745"/>
                  </a:cubicBezTo>
                  <a:cubicBezTo>
                    <a:pt x="15043" y="14221"/>
                    <a:pt x="17677" y="14876"/>
                    <a:pt x="19258" y="15352"/>
                  </a:cubicBezTo>
                  <a:cubicBezTo>
                    <a:pt x="20838" y="15828"/>
                    <a:pt x="21365" y="16126"/>
                    <a:pt x="20575" y="16185"/>
                  </a:cubicBezTo>
                  <a:cubicBezTo>
                    <a:pt x="19785" y="16245"/>
                    <a:pt x="17677" y="16066"/>
                    <a:pt x="15306" y="15798"/>
                  </a:cubicBezTo>
                  <a:cubicBezTo>
                    <a:pt x="12936" y="15531"/>
                    <a:pt x="10302" y="15174"/>
                    <a:pt x="8194" y="14876"/>
                  </a:cubicBezTo>
                  <a:cubicBezTo>
                    <a:pt x="6087" y="14579"/>
                    <a:pt x="4506" y="14340"/>
                    <a:pt x="3980" y="14400"/>
                  </a:cubicBezTo>
                  <a:cubicBezTo>
                    <a:pt x="3453" y="14460"/>
                    <a:pt x="3980" y="14817"/>
                    <a:pt x="5560" y="15322"/>
                  </a:cubicBezTo>
                  <a:cubicBezTo>
                    <a:pt x="7141" y="15828"/>
                    <a:pt x="9775" y="16483"/>
                    <a:pt x="11882" y="17078"/>
                  </a:cubicBezTo>
                  <a:cubicBezTo>
                    <a:pt x="13989" y="17673"/>
                    <a:pt x="15570" y="18208"/>
                    <a:pt x="15306" y="18357"/>
                  </a:cubicBezTo>
                  <a:cubicBezTo>
                    <a:pt x="15043" y="18506"/>
                    <a:pt x="12936" y="18268"/>
                    <a:pt x="11092" y="18000"/>
                  </a:cubicBezTo>
                  <a:cubicBezTo>
                    <a:pt x="9248" y="17732"/>
                    <a:pt x="7667" y="17435"/>
                    <a:pt x="6877" y="17435"/>
                  </a:cubicBezTo>
                  <a:cubicBezTo>
                    <a:pt x="6087" y="17435"/>
                    <a:pt x="6087" y="17732"/>
                    <a:pt x="6614" y="18060"/>
                  </a:cubicBezTo>
                  <a:cubicBezTo>
                    <a:pt x="7141" y="18387"/>
                    <a:pt x="8194" y="18744"/>
                    <a:pt x="8985" y="19101"/>
                  </a:cubicBezTo>
                  <a:cubicBezTo>
                    <a:pt x="9775" y="19458"/>
                    <a:pt x="10302" y="19815"/>
                    <a:pt x="8721" y="19815"/>
                  </a:cubicBezTo>
                  <a:cubicBezTo>
                    <a:pt x="7141" y="19815"/>
                    <a:pt x="3453" y="19458"/>
                    <a:pt x="2663" y="19517"/>
                  </a:cubicBezTo>
                  <a:cubicBezTo>
                    <a:pt x="1872" y="19577"/>
                    <a:pt x="3980" y="20053"/>
                    <a:pt x="5297" y="20469"/>
                  </a:cubicBezTo>
                  <a:cubicBezTo>
                    <a:pt x="6614" y="20886"/>
                    <a:pt x="7141" y="21243"/>
                    <a:pt x="7667" y="21600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8" name="Línea"/>
            <p:cNvSpPr/>
            <p:nvPr/>
          </p:nvSpPr>
          <p:spPr>
            <a:xfrm>
              <a:off x="3861356" y="1009646"/>
              <a:ext cx="184571" cy="1307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575" fill="norm" stroke="1" extrusionOk="0">
                  <a:moveTo>
                    <a:pt x="9853" y="272"/>
                  </a:moveTo>
                  <a:cubicBezTo>
                    <a:pt x="11368" y="435"/>
                    <a:pt x="12884" y="598"/>
                    <a:pt x="14021" y="816"/>
                  </a:cubicBezTo>
                  <a:cubicBezTo>
                    <a:pt x="15158" y="1034"/>
                    <a:pt x="15916" y="1306"/>
                    <a:pt x="15347" y="1387"/>
                  </a:cubicBezTo>
                  <a:cubicBezTo>
                    <a:pt x="14779" y="1469"/>
                    <a:pt x="12884" y="1360"/>
                    <a:pt x="10989" y="1170"/>
                  </a:cubicBezTo>
                  <a:cubicBezTo>
                    <a:pt x="9095" y="979"/>
                    <a:pt x="7200" y="707"/>
                    <a:pt x="5495" y="462"/>
                  </a:cubicBezTo>
                  <a:cubicBezTo>
                    <a:pt x="3789" y="218"/>
                    <a:pt x="2274" y="0"/>
                    <a:pt x="2274" y="0"/>
                  </a:cubicBezTo>
                  <a:cubicBezTo>
                    <a:pt x="2274" y="0"/>
                    <a:pt x="3789" y="218"/>
                    <a:pt x="6821" y="789"/>
                  </a:cubicBezTo>
                  <a:cubicBezTo>
                    <a:pt x="9853" y="1360"/>
                    <a:pt x="14400" y="2285"/>
                    <a:pt x="16863" y="2884"/>
                  </a:cubicBezTo>
                  <a:cubicBezTo>
                    <a:pt x="19326" y="3482"/>
                    <a:pt x="19705" y="3754"/>
                    <a:pt x="18758" y="3836"/>
                  </a:cubicBezTo>
                  <a:cubicBezTo>
                    <a:pt x="17811" y="3917"/>
                    <a:pt x="15537" y="3809"/>
                    <a:pt x="13642" y="3645"/>
                  </a:cubicBezTo>
                  <a:cubicBezTo>
                    <a:pt x="11747" y="3482"/>
                    <a:pt x="10232" y="3264"/>
                    <a:pt x="8716" y="3047"/>
                  </a:cubicBezTo>
                  <a:cubicBezTo>
                    <a:pt x="7200" y="2829"/>
                    <a:pt x="5684" y="2612"/>
                    <a:pt x="5305" y="2639"/>
                  </a:cubicBezTo>
                  <a:cubicBezTo>
                    <a:pt x="4926" y="2666"/>
                    <a:pt x="5684" y="2938"/>
                    <a:pt x="7958" y="3591"/>
                  </a:cubicBezTo>
                  <a:cubicBezTo>
                    <a:pt x="10232" y="4244"/>
                    <a:pt x="14021" y="5278"/>
                    <a:pt x="16105" y="5985"/>
                  </a:cubicBezTo>
                  <a:cubicBezTo>
                    <a:pt x="18189" y="6692"/>
                    <a:pt x="18568" y="7073"/>
                    <a:pt x="17621" y="7182"/>
                  </a:cubicBezTo>
                  <a:cubicBezTo>
                    <a:pt x="16674" y="7291"/>
                    <a:pt x="14400" y="7127"/>
                    <a:pt x="12695" y="6937"/>
                  </a:cubicBezTo>
                  <a:cubicBezTo>
                    <a:pt x="10989" y="6747"/>
                    <a:pt x="9853" y="6529"/>
                    <a:pt x="7768" y="6148"/>
                  </a:cubicBezTo>
                  <a:cubicBezTo>
                    <a:pt x="5684" y="5767"/>
                    <a:pt x="2653" y="5223"/>
                    <a:pt x="2463" y="5169"/>
                  </a:cubicBezTo>
                  <a:cubicBezTo>
                    <a:pt x="2274" y="5114"/>
                    <a:pt x="4926" y="5550"/>
                    <a:pt x="8337" y="6230"/>
                  </a:cubicBezTo>
                  <a:cubicBezTo>
                    <a:pt x="11747" y="6910"/>
                    <a:pt x="15916" y="7835"/>
                    <a:pt x="18379" y="8488"/>
                  </a:cubicBezTo>
                  <a:cubicBezTo>
                    <a:pt x="20842" y="9141"/>
                    <a:pt x="21600" y="9521"/>
                    <a:pt x="21032" y="9712"/>
                  </a:cubicBezTo>
                  <a:cubicBezTo>
                    <a:pt x="20463" y="9902"/>
                    <a:pt x="18568" y="9902"/>
                    <a:pt x="16105" y="9657"/>
                  </a:cubicBezTo>
                  <a:cubicBezTo>
                    <a:pt x="13642" y="9413"/>
                    <a:pt x="10611" y="8923"/>
                    <a:pt x="8147" y="8460"/>
                  </a:cubicBezTo>
                  <a:cubicBezTo>
                    <a:pt x="5684" y="7998"/>
                    <a:pt x="3789" y="7563"/>
                    <a:pt x="3411" y="7508"/>
                  </a:cubicBezTo>
                  <a:cubicBezTo>
                    <a:pt x="3032" y="7454"/>
                    <a:pt x="4168" y="7780"/>
                    <a:pt x="5684" y="8243"/>
                  </a:cubicBezTo>
                  <a:cubicBezTo>
                    <a:pt x="7200" y="8705"/>
                    <a:pt x="9095" y="9304"/>
                    <a:pt x="10421" y="9766"/>
                  </a:cubicBezTo>
                  <a:cubicBezTo>
                    <a:pt x="11747" y="10229"/>
                    <a:pt x="12505" y="10555"/>
                    <a:pt x="13074" y="10854"/>
                  </a:cubicBezTo>
                  <a:cubicBezTo>
                    <a:pt x="13642" y="11154"/>
                    <a:pt x="14021" y="11426"/>
                    <a:pt x="13263" y="11480"/>
                  </a:cubicBezTo>
                  <a:cubicBezTo>
                    <a:pt x="12505" y="11535"/>
                    <a:pt x="10611" y="11371"/>
                    <a:pt x="8716" y="11099"/>
                  </a:cubicBezTo>
                  <a:cubicBezTo>
                    <a:pt x="6821" y="10827"/>
                    <a:pt x="4926" y="10446"/>
                    <a:pt x="3221" y="10065"/>
                  </a:cubicBezTo>
                  <a:cubicBezTo>
                    <a:pt x="1516" y="9685"/>
                    <a:pt x="0" y="9304"/>
                    <a:pt x="0" y="9277"/>
                  </a:cubicBezTo>
                  <a:cubicBezTo>
                    <a:pt x="0" y="9249"/>
                    <a:pt x="1516" y="9576"/>
                    <a:pt x="3789" y="10202"/>
                  </a:cubicBezTo>
                  <a:cubicBezTo>
                    <a:pt x="6063" y="10827"/>
                    <a:pt x="9095" y="11752"/>
                    <a:pt x="10989" y="12351"/>
                  </a:cubicBezTo>
                  <a:cubicBezTo>
                    <a:pt x="12884" y="12949"/>
                    <a:pt x="13642" y="13221"/>
                    <a:pt x="13074" y="13357"/>
                  </a:cubicBezTo>
                  <a:cubicBezTo>
                    <a:pt x="12505" y="13493"/>
                    <a:pt x="10611" y="13493"/>
                    <a:pt x="8905" y="13384"/>
                  </a:cubicBezTo>
                  <a:cubicBezTo>
                    <a:pt x="7200" y="13276"/>
                    <a:pt x="5684" y="13058"/>
                    <a:pt x="4168" y="12813"/>
                  </a:cubicBezTo>
                  <a:cubicBezTo>
                    <a:pt x="2653" y="12568"/>
                    <a:pt x="1137" y="12296"/>
                    <a:pt x="758" y="12296"/>
                  </a:cubicBezTo>
                  <a:cubicBezTo>
                    <a:pt x="379" y="12296"/>
                    <a:pt x="1137" y="12568"/>
                    <a:pt x="3032" y="13194"/>
                  </a:cubicBezTo>
                  <a:cubicBezTo>
                    <a:pt x="4926" y="13820"/>
                    <a:pt x="7958" y="14799"/>
                    <a:pt x="9853" y="15534"/>
                  </a:cubicBezTo>
                  <a:cubicBezTo>
                    <a:pt x="11747" y="16268"/>
                    <a:pt x="12505" y="16758"/>
                    <a:pt x="11937" y="16921"/>
                  </a:cubicBezTo>
                  <a:cubicBezTo>
                    <a:pt x="11368" y="17084"/>
                    <a:pt x="9474" y="16921"/>
                    <a:pt x="7958" y="16730"/>
                  </a:cubicBezTo>
                  <a:cubicBezTo>
                    <a:pt x="6442" y="16540"/>
                    <a:pt x="5305" y="16322"/>
                    <a:pt x="3979" y="16105"/>
                  </a:cubicBezTo>
                  <a:cubicBezTo>
                    <a:pt x="2653" y="15887"/>
                    <a:pt x="1137" y="15670"/>
                    <a:pt x="947" y="15724"/>
                  </a:cubicBezTo>
                  <a:cubicBezTo>
                    <a:pt x="758" y="15778"/>
                    <a:pt x="1895" y="16105"/>
                    <a:pt x="4358" y="16785"/>
                  </a:cubicBezTo>
                  <a:cubicBezTo>
                    <a:pt x="6821" y="17465"/>
                    <a:pt x="10611" y="18499"/>
                    <a:pt x="12695" y="19206"/>
                  </a:cubicBezTo>
                  <a:cubicBezTo>
                    <a:pt x="14779" y="19913"/>
                    <a:pt x="15158" y="20294"/>
                    <a:pt x="14589" y="20403"/>
                  </a:cubicBezTo>
                  <a:cubicBezTo>
                    <a:pt x="14021" y="20512"/>
                    <a:pt x="12505" y="20349"/>
                    <a:pt x="11179" y="20158"/>
                  </a:cubicBezTo>
                  <a:cubicBezTo>
                    <a:pt x="9853" y="19968"/>
                    <a:pt x="8716" y="19750"/>
                    <a:pt x="7579" y="19532"/>
                  </a:cubicBezTo>
                  <a:cubicBezTo>
                    <a:pt x="6442" y="19315"/>
                    <a:pt x="5305" y="19097"/>
                    <a:pt x="5116" y="19124"/>
                  </a:cubicBezTo>
                  <a:cubicBezTo>
                    <a:pt x="4926" y="19152"/>
                    <a:pt x="5684" y="19424"/>
                    <a:pt x="6442" y="19777"/>
                  </a:cubicBezTo>
                  <a:cubicBezTo>
                    <a:pt x="7200" y="20131"/>
                    <a:pt x="7958" y="20566"/>
                    <a:pt x="8526" y="20920"/>
                  </a:cubicBezTo>
                  <a:cubicBezTo>
                    <a:pt x="9095" y="21274"/>
                    <a:pt x="9474" y="21546"/>
                    <a:pt x="8526" y="21573"/>
                  </a:cubicBezTo>
                  <a:cubicBezTo>
                    <a:pt x="7579" y="21600"/>
                    <a:pt x="5305" y="21382"/>
                    <a:pt x="3032" y="21165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59" name="Línea"/>
            <p:cNvSpPr/>
            <p:nvPr/>
          </p:nvSpPr>
          <p:spPr>
            <a:xfrm>
              <a:off x="4468593" y="2052150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0" name="Línea"/>
            <p:cNvSpPr/>
            <p:nvPr/>
          </p:nvSpPr>
          <p:spPr>
            <a:xfrm>
              <a:off x="4547733" y="1231076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1" name="Línea"/>
            <p:cNvSpPr/>
            <p:nvPr/>
          </p:nvSpPr>
          <p:spPr>
            <a:xfrm>
              <a:off x="5487516" y="1250861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2" name="Línea"/>
            <p:cNvSpPr/>
            <p:nvPr/>
          </p:nvSpPr>
          <p:spPr>
            <a:xfrm>
              <a:off x="4616980" y="2685268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3" name="Línea"/>
            <p:cNvSpPr/>
            <p:nvPr/>
          </p:nvSpPr>
          <p:spPr>
            <a:xfrm>
              <a:off x="4725797" y="1923548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4" name="Línea"/>
            <p:cNvSpPr/>
            <p:nvPr/>
          </p:nvSpPr>
          <p:spPr>
            <a:xfrm>
              <a:off x="4884076" y="1705914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5" name="Línea"/>
            <p:cNvSpPr/>
            <p:nvPr/>
          </p:nvSpPr>
          <p:spPr>
            <a:xfrm>
              <a:off x="5062141" y="1597097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6" name="Línea"/>
            <p:cNvSpPr/>
            <p:nvPr/>
          </p:nvSpPr>
          <p:spPr>
            <a:xfrm>
              <a:off x="5279775" y="1438818"/>
              <a:ext cx="39570" cy="137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7" name="Línea"/>
            <p:cNvSpPr/>
            <p:nvPr/>
          </p:nvSpPr>
          <p:spPr>
            <a:xfrm>
              <a:off x="5536978" y="1053012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8" name="Línea"/>
            <p:cNvSpPr/>
            <p:nvPr/>
          </p:nvSpPr>
          <p:spPr>
            <a:xfrm>
              <a:off x="5447946" y="1043119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69" name="Línea"/>
            <p:cNvSpPr/>
            <p:nvPr/>
          </p:nvSpPr>
          <p:spPr>
            <a:xfrm>
              <a:off x="5705150" y="897415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0" name="Línea"/>
            <p:cNvSpPr/>
            <p:nvPr/>
          </p:nvSpPr>
          <p:spPr>
            <a:xfrm>
              <a:off x="5808882" y="1013442"/>
              <a:ext cx="123789" cy="123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1" name="Línea"/>
            <p:cNvSpPr/>
            <p:nvPr/>
          </p:nvSpPr>
          <p:spPr>
            <a:xfrm>
              <a:off x="6064077" y="1580111"/>
              <a:ext cx="158281" cy="230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927"/>
                    <a:pt x="21600" y="1854"/>
                    <a:pt x="21375" y="2719"/>
                  </a:cubicBezTo>
                  <a:cubicBezTo>
                    <a:pt x="21150" y="3585"/>
                    <a:pt x="20700" y="4388"/>
                    <a:pt x="20025" y="5114"/>
                  </a:cubicBezTo>
                  <a:cubicBezTo>
                    <a:pt x="19350" y="5840"/>
                    <a:pt x="18450" y="6489"/>
                    <a:pt x="17550" y="7154"/>
                  </a:cubicBezTo>
                  <a:cubicBezTo>
                    <a:pt x="16650" y="7818"/>
                    <a:pt x="15750" y="8498"/>
                    <a:pt x="15075" y="9147"/>
                  </a:cubicBezTo>
                  <a:cubicBezTo>
                    <a:pt x="14400" y="9796"/>
                    <a:pt x="13950" y="10414"/>
                    <a:pt x="12825" y="11171"/>
                  </a:cubicBezTo>
                  <a:cubicBezTo>
                    <a:pt x="11700" y="11928"/>
                    <a:pt x="9900" y="12824"/>
                    <a:pt x="8775" y="13581"/>
                  </a:cubicBezTo>
                  <a:cubicBezTo>
                    <a:pt x="7650" y="14338"/>
                    <a:pt x="7200" y="14956"/>
                    <a:pt x="6300" y="15605"/>
                  </a:cubicBezTo>
                  <a:cubicBezTo>
                    <a:pt x="5400" y="16254"/>
                    <a:pt x="4050" y="16934"/>
                    <a:pt x="2925" y="17706"/>
                  </a:cubicBezTo>
                  <a:cubicBezTo>
                    <a:pt x="1800" y="18479"/>
                    <a:pt x="900" y="19344"/>
                    <a:pt x="450" y="20009"/>
                  </a:cubicBezTo>
                  <a:cubicBezTo>
                    <a:pt x="0" y="20673"/>
                    <a:pt x="0" y="21136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2" name="Línea"/>
            <p:cNvSpPr/>
            <p:nvPr/>
          </p:nvSpPr>
          <p:spPr>
            <a:xfrm>
              <a:off x="6113540" y="2727636"/>
              <a:ext cx="1622364" cy="1216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205" y="468"/>
                    <a:pt x="20810" y="937"/>
                    <a:pt x="20217" y="1639"/>
                  </a:cubicBezTo>
                  <a:cubicBezTo>
                    <a:pt x="19624" y="2341"/>
                    <a:pt x="18834" y="3278"/>
                    <a:pt x="17824" y="4449"/>
                  </a:cubicBezTo>
                  <a:cubicBezTo>
                    <a:pt x="16815" y="5620"/>
                    <a:pt x="15585" y="7024"/>
                    <a:pt x="14532" y="8224"/>
                  </a:cubicBezTo>
                  <a:cubicBezTo>
                    <a:pt x="13478" y="9424"/>
                    <a:pt x="12600" y="10420"/>
                    <a:pt x="11546" y="11502"/>
                  </a:cubicBezTo>
                  <a:cubicBezTo>
                    <a:pt x="10493" y="12585"/>
                    <a:pt x="9263" y="13756"/>
                    <a:pt x="8078" y="14780"/>
                  </a:cubicBezTo>
                  <a:cubicBezTo>
                    <a:pt x="6893" y="15805"/>
                    <a:pt x="5751" y="16683"/>
                    <a:pt x="4763" y="17502"/>
                  </a:cubicBezTo>
                  <a:cubicBezTo>
                    <a:pt x="3776" y="18322"/>
                    <a:pt x="2941" y="19083"/>
                    <a:pt x="2173" y="19756"/>
                  </a:cubicBezTo>
                  <a:cubicBezTo>
                    <a:pt x="1405" y="20429"/>
                    <a:pt x="702" y="2101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3" name="Línea"/>
            <p:cNvSpPr/>
            <p:nvPr/>
          </p:nvSpPr>
          <p:spPr>
            <a:xfrm>
              <a:off x="7720414" y="2969350"/>
              <a:ext cx="39158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4" name="Línea"/>
            <p:cNvSpPr/>
            <p:nvPr/>
          </p:nvSpPr>
          <p:spPr>
            <a:xfrm>
              <a:off x="7799553" y="2148276"/>
              <a:ext cx="989247" cy="761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5" name="Línea"/>
            <p:cNvSpPr/>
            <p:nvPr/>
          </p:nvSpPr>
          <p:spPr>
            <a:xfrm>
              <a:off x="8739337" y="2168061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6" name="Línea"/>
            <p:cNvSpPr/>
            <p:nvPr/>
          </p:nvSpPr>
          <p:spPr>
            <a:xfrm>
              <a:off x="7868801" y="3602468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7" name="Línea"/>
            <p:cNvSpPr/>
            <p:nvPr/>
          </p:nvSpPr>
          <p:spPr>
            <a:xfrm>
              <a:off x="7977618" y="2840748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8" name="Línea"/>
            <p:cNvSpPr/>
            <p:nvPr/>
          </p:nvSpPr>
          <p:spPr>
            <a:xfrm>
              <a:off x="8135897" y="2623114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79" name="Línea"/>
            <p:cNvSpPr/>
            <p:nvPr/>
          </p:nvSpPr>
          <p:spPr>
            <a:xfrm>
              <a:off x="8313962" y="2514297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0" name="Línea"/>
            <p:cNvSpPr/>
            <p:nvPr/>
          </p:nvSpPr>
          <p:spPr>
            <a:xfrm>
              <a:off x="8531596" y="2356018"/>
              <a:ext cx="39570" cy="137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1" name="Línea"/>
            <p:cNvSpPr/>
            <p:nvPr/>
          </p:nvSpPr>
          <p:spPr>
            <a:xfrm>
              <a:off x="8788799" y="1970212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2" name="Línea"/>
            <p:cNvSpPr/>
            <p:nvPr/>
          </p:nvSpPr>
          <p:spPr>
            <a:xfrm>
              <a:off x="8699767" y="1960319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3" name="Línea"/>
            <p:cNvSpPr/>
            <p:nvPr/>
          </p:nvSpPr>
          <p:spPr>
            <a:xfrm>
              <a:off x="8956971" y="1814615"/>
              <a:ext cx="295643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4" name="Línea"/>
            <p:cNvSpPr/>
            <p:nvPr/>
          </p:nvSpPr>
          <p:spPr>
            <a:xfrm>
              <a:off x="9783643" y="966778"/>
              <a:ext cx="118710" cy="347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5" name="Línea"/>
            <p:cNvSpPr/>
            <p:nvPr/>
          </p:nvSpPr>
          <p:spPr>
            <a:xfrm>
              <a:off x="9892459" y="719467"/>
              <a:ext cx="197851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6" name="Línea"/>
            <p:cNvSpPr/>
            <p:nvPr/>
          </p:nvSpPr>
          <p:spPr>
            <a:xfrm>
              <a:off x="9823212" y="4221398"/>
              <a:ext cx="178066" cy="20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7" name="Línea"/>
            <p:cNvSpPr/>
            <p:nvPr/>
          </p:nvSpPr>
          <p:spPr>
            <a:xfrm>
              <a:off x="10021061" y="818391"/>
              <a:ext cx="108819" cy="328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8" name="Línea"/>
            <p:cNvSpPr/>
            <p:nvPr/>
          </p:nvSpPr>
          <p:spPr>
            <a:xfrm>
              <a:off x="9922137" y="1016241"/>
              <a:ext cx="138496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89" name="Línea"/>
            <p:cNvSpPr/>
            <p:nvPr/>
          </p:nvSpPr>
          <p:spPr>
            <a:xfrm>
              <a:off x="9902353" y="1243767"/>
              <a:ext cx="158280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0" name="Línea"/>
            <p:cNvSpPr/>
            <p:nvPr/>
          </p:nvSpPr>
          <p:spPr>
            <a:xfrm>
              <a:off x="9892460" y="1491079"/>
              <a:ext cx="16817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1" name="Línea"/>
            <p:cNvSpPr/>
            <p:nvPr/>
          </p:nvSpPr>
          <p:spPr>
            <a:xfrm>
              <a:off x="9902353" y="1768068"/>
              <a:ext cx="158280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2" name="Línea"/>
            <p:cNvSpPr/>
            <p:nvPr/>
          </p:nvSpPr>
          <p:spPr>
            <a:xfrm>
              <a:off x="9892460" y="2005487"/>
              <a:ext cx="148387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3" name="Línea"/>
            <p:cNvSpPr/>
            <p:nvPr/>
          </p:nvSpPr>
          <p:spPr>
            <a:xfrm>
              <a:off x="9862783" y="2262691"/>
              <a:ext cx="197850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4" name="Línea"/>
            <p:cNvSpPr/>
            <p:nvPr/>
          </p:nvSpPr>
          <p:spPr>
            <a:xfrm>
              <a:off x="9872675" y="2500110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5" name="Línea"/>
            <p:cNvSpPr/>
            <p:nvPr/>
          </p:nvSpPr>
          <p:spPr>
            <a:xfrm>
              <a:off x="9872675" y="2757314"/>
              <a:ext cx="178066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6" name="Línea"/>
            <p:cNvSpPr/>
            <p:nvPr/>
          </p:nvSpPr>
          <p:spPr>
            <a:xfrm>
              <a:off x="9833105" y="3004625"/>
              <a:ext cx="217636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7" name="Línea"/>
            <p:cNvSpPr/>
            <p:nvPr/>
          </p:nvSpPr>
          <p:spPr>
            <a:xfrm>
              <a:off x="9833105" y="3301399"/>
              <a:ext cx="197851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8" name="Línea"/>
            <p:cNvSpPr/>
            <p:nvPr/>
          </p:nvSpPr>
          <p:spPr>
            <a:xfrm>
              <a:off x="9922137" y="3598173"/>
              <a:ext cx="1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599" name="Línea"/>
            <p:cNvSpPr/>
            <p:nvPr/>
          </p:nvSpPr>
          <p:spPr>
            <a:xfrm>
              <a:off x="9922137" y="3687205"/>
              <a:ext cx="1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0" name="Línea"/>
            <p:cNvSpPr/>
            <p:nvPr/>
          </p:nvSpPr>
          <p:spPr>
            <a:xfrm>
              <a:off x="9922137" y="3815807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1" name="Línea"/>
            <p:cNvSpPr/>
            <p:nvPr/>
          </p:nvSpPr>
          <p:spPr>
            <a:xfrm>
              <a:off x="9842998" y="3974086"/>
              <a:ext cx="148388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2" name="Línea"/>
            <p:cNvSpPr/>
            <p:nvPr/>
          </p:nvSpPr>
          <p:spPr>
            <a:xfrm>
              <a:off x="9892460" y="887639"/>
              <a:ext cx="9894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3" name="Línea"/>
            <p:cNvSpPr/>
            <p:nvPr/>
          </p:nvSpPr>
          <p:spPr>
            <a:xfrm>
              <a:off x="10119987" y="729359"/>
              <a:ext cx="6596" cy="15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4" name="Línea"/>
            <p:cNvSpPr/>
            <p:nvPr/>
          </p:nvSpPr>
          <p:spPr>
            <a:xfrm>
              <a:off x="10021062" y="4092796"/>
              <a:ext cx="19786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5" name="Línea"/>
            <p:cNvSpPr/>
            <p:nvPr/>
          </p:nvSpPr>
          <p:spPr>
            <a:xfrm>
              <a:off x="10324930" y="914517"/>
              <a:ext cx="118710" cy="347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6" name="Línea"/>
            <p:cNvSpPr/>
            <p:nvPr/>
          </p:nvSpPr>
          <p:spPr>
            <a:xfrm>
              <a:off x="10433746" y="667206"/>
              <a:ext cx="197851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7" name="Línea"/>
            <p:cNvSpPr/>
            <p:nvPr/>
          </p:nvSpPr>
          <p:spPr>
            <a:xfrm>
              <a:off x="10364499" y="4169137"/>
              <a:ext cx="178066" cy="207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8" name="Línea"/>
            <p:cNvSpPr/>
            <p:nvPr/>
          </p:nvSpPr>
          <p:spPr>
            <a:xfrm>
              <a:off x="10562348" y="766130"/>
              <a:ext cx="108818" cy="328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09" name="Línea"/>
            <p:cNvSpPr/>
            <p:nvPr/>
          </p:nvSpPr>
          <p:spPr>
            <a:xfrm>
              <a:off x="10463424" y="963980"/>
              <a:ext cx="138496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0" name="Línea"/>
            <p:cNvSpPr/>
            <p:nvPr/>
          </p:nvSpPr>
          <p:spPr>
            <a:xfrm>
              <a:off x="10443640" y="1191506"/>
              <a:ext cx="158280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1" name="Línea"/>
            <p:cNvSpPr/>
            <p:nvPr/>
          </p:nvSpPr>
          <p:spPr>
            <a:xfrm>
              <a:off x="10433747" y="1438818"/>
              <a:ext cx="16817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2" name="Línea"/>
            <p:cNvSpPr/>
            <p:nvPr/>
          </p:nvSpPr>
          <p:spPr>
            <a:xfrm>
              <a:off x="10443640" y="1715807"/>
              <a:ext cx="158280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3" name="Línea"/>
            <p:cNvSpPr/>
            <p:nvPr/>
          </p:nvSpPr>
          <p:spPr>
            <a:xfrm>
              <a:off x="10433747" y="1953226"/>
              <a:ext cx="148388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4" name="Línea"/>
            <p:cNvSpPr/>
            <p:nvPr/>
          </p:nvSpPr>
          <p:spPr>
            <a:xfrm>
              <a:off x="10404070" y="2210430"/>
              <a:ext cx="197850" cy="148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5" name="Línea"/>
            <p:cNvSpPr/>
            <p:nvPr/>
          </p:nvSpPr>
          <p:spPr>
            <a:xfrm>
              <a:off x="10413962" y="2447849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6" name="Línea"/>
            <p:cNvSpPr/>
            <p:nvPr/>
          </p:nvSpPr>
          <p:spPr>
            <a:xfrm>
              <a:off x="10413962" y="2705053"/>
              <a:ext cx="178065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7" name="Línea"/>
            <p:cNvSpPr/>
            <p:nvPr/>
          </p:nvSpPr>
          <p:spPr>
            <a:xfrm>
              <a:off x="10374392" y="2952364"/>
              <a:ext cx="217635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8" name="Línea"/>
            <p:cNvSpPr/>
            <p:nvPr/>
          </p:nvSpPr>
          <p:spPr>
            <a:xfrm>
              <a:off x="10374392" y="3249138"/>
              <a:ext cx="197851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19" name="Línea"/>
            <p:cNvSpPr/>
            <p:nvPr/>
          </p:nvSpPr>
          <p:spPr>
            <a:xfrm>
              <a:off x="10463424" y="3545912"/>
              <a:ext cx="1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0" name="Línea"/>
            <p:cNvSpPr/>
            <p:nvPr/>
          </p:nvSpPr>
          <p:spPr>
            <a:xfrm>
              <a:off x="10463424" y="3634944"/>
              <a:ext cx="1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1" name="Línea"/>
            <p:cNvSpPr/>
            <p:nvPr/>
          </p:nvSpPr>
          <p:spPr>
            <a:xfrm>
              <a:off x="10463424" y="3763546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2" name="Línea"/>
            <p:cNvSpPr/>
            <p:nvPr/>
          </p:nvSpPr>
          <p:spPr>
            <a:xfrm>
              <a:off x="10384284" y="3921825"/>
              <a:ext cx="148389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3" name="Línea"/>
            <p:cNvSpPr/>
            <p:nvPr/>
          </p:nvSpPr>
          <p:spPr>
            <a:xfrm>
              <a:off x="10433747" y="835377"/>
              <a:ext cx="9894" cy="138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4" name="Línea"/>
            <p:cNvSpPr/>
            <p:nvPr/>
          </p:nvSpPr>
          <p:spPr>
            <a:xfrm>
              <a:off x="10661274" y="677098"/>
              <a:ext cx="6595" cy="15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5" name="Línea"/>
            <p:cNvSpPr/>
            <p:nvPr/>
          </p:nvSpPr>
          <p:spPr>
            <a:xfrm>
              <a:off x="10562349" y="4040535"/>
              <a:ext cx="19785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6" name="Línea"/>
            <p:cNvSpPr/>
            <p:nvPr/>
          </p:nvSpPr>
          <p:spPr>
            <a:xfrm>
              <a:off x="9039805" y="1926347"/>
              <a:ext cx="144660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7" h="21600" fill="norm" stroke="1" extrusionOk="0">
                  <a:moveTo>
                    <a:pt x="20437" y="0"/>
                  </a:moveTo>
                  <a:cubicBezTo>
                    <a:pt x="20437" y="281"/>
                    <a:pt x="20437" y="562"/>
                    <a:pt x="20677" y="844"/>
                  </a:cubicBezTo>
                  <a:cubicBezTo>
                    <a:pt x="20917" y="1125"/>
                    <a:pt x="21397" y="1406"/>
                    <a:pt x="20677" y="1463"/>
                  </a:cubicBezTo>
                  <a:cubicBezTo>
                    <a:pt x="19957" y="1519"/>
                    <a:pt x="18037" y="1350"/>
                    <a:pt x="16357" y="1125"/>
                  </a:cubicBezTo>
                  <a:cubicBezTo>
                    <a:pt x="14677" y="900"/>
                    <a:pt x="13237" y="619"/>
                    <a:pt x="12757" y="647"/>
                  </a:cubicBezTo>
                  <a:cubicBezTo>
                    <a:pt x="12277" y="675"/>
                    <a:pt x="12757" y="1013"/>
                    <a:pt x="13717" y="1463"/>
                  </a:cubicBezTo>
                  <a:cubicBezTo>
                    <a:pt x="14677" y="1913"/>
                    <a:pt x="16117" y="2475"/>
                    <a:pt x="17077" y="2897"/>
                  </a:cubicBezTo>
                  <a:cubicBezTo>
                    <a:pt x="18037" y="3319"/>
                    <a:pt x="18517" y="3600"/>
                    <a:pt x="18037" y="3600"/>
                  </a:cubicBezTo>
                  <a:cubicBezTo>
                    <a:pt x="17557" y="3600"/>
                    <a:pt x="16117" y="3319"/>
                    <a:pt x="14917" y="3037"/>
                  </a:cubicBezTo>
                  <a:cubicBezTo>
                    <a:pt x="13717" y="2756"/>
                    <a:pt x="12757" y="2475"/>
                    <a:pt x="11317" y="2109"/>
                  </a:cubicBezTo>
                  <a:cubicBezTo>
                    <a:pt x="9877" y="1744"/>
                    <a:pt x="7957" y="1294"/>
                    <a:pt x="7237" y="1209"/>
                  </a:cubicBezTo>
                  <a:cubicBezTo>
                    <a:pt x="6517" y="1125"/>
                    <a:pt x="6997" y="1406"/>
                    <a:pt x="8437" y="1997"/>
                  </a:cubicBezTo>
                  <a:cubicBezTo>
                    <a:pt x="9877" y="2588"/>
                    <a:pt x="12277" y="3488"/>
                    <a:pt x="13717" y="4078"/>
                  </a:cubicBezTo>
                  <a:cubicBezTo>
                    <a:pt x="15157" y="4669"/>
                    <a:pt x="15637" y="4950"/>
                    <a:pt x="14917" y="4978"/>
                  </a:cubicBezTo>
                  <a:cubicBezTo>
                    <a:pt x="14197" y="5006"/>
                    <a:pt x="12277" y="4781"/>
                    <a:pt x="10837" y="4528"/>
                  </a:cubicBezTo>
                  <a:cubicBezTo>
                    <a:pt x="9397" y="4275"/>
                    <a:pt x="8437" y="3994"/>
                    <a:pt x="7237" y="3713"/>
                  </a:cubicBezTo>
                  <a:cubicBezTo>
                    <a:pt x="6037" y="3431"/>
                    <a:pt x="4597" y="3150"/>
                    <a:pt x="4357" y="3178"/>
                  </a:cubicBezTo>
                  <a:cubicBezTo>
                    <a:pt x="4117" y="3206"/>
                    <a:pt x="5077" y="3544"/>
                    <a:pt x="7237" y="4191"/>
                  </a:cubicBezTo>
                  <a:cubicBezTo>
                    <a:pt x="9397" y="4838"/>
                    <a:pt x="12757" y="5794"/>
                    <a:pt x="14677" y="6441"/>
                  </a:cubicBezTo>
                  <a:cubicBezTo>
                    <a:pt x="16597" y="7088"/>
                    <a:pt x="17077" y="7425"/>
                    <a:pt x="16357" y="7453"/>
                  </a:cubicBezTo>
                  <a:cubicBezTo>
                    <a:pt x="15637" y="7481"/>
                    <a:pt x="13717" y="7200"/>
                    <a:pt x="12037" y="6891"/>
                  </a:cubicBezTo>
                  <a:cubicBezTo>
                    <a:pt x="10357" y="6581"/>
                    <a:pt x="8917" y="6244"/>
                    <a:pt x="7717" y="5934"/>
                  </a:cubicBezTo>
                  <a:cubicBezTo>
                    <a:pt x="6517" y="5625"/>
                    <a:pt x="5557" y="5344"/>
                    <a:pt x="5557" y="5344"/>
                  </a:cubicBezTo>
                  <a:cubicBezTo>
                    <a:pt x="5557" y="5344"/>
                    <a:pt x="6517" y="5625"/>
                    <a:pt x="8677" y="6244"/>
                  </a:cubicBezTo>
                  <a:cubicBezTo>
                    <a:pt x="10837" y="6863"/>
                    <a:pt x="14197" y="7819"/>
                    <a:pt x="16117" y="8438"/>
                  </a:cubicBezTo>
                  <a:cubicBezTo>
                    <a:pt x="18037" y="9056"/>
                    <a:pt x="18517" y="9338"/>
                    <a:pt x="17797" y="9338"/>
                  </a:cubicBezTo>
                  <a:cubicBezTo>
                    <a:pt x="17077" y="9338"/>
                    <a:pt x="15157" y="9056"/>
                    <a:pt x="13237" y="8775"/>
                  </a:cubicBezTo>
                  <a:cubicBezTo>
                    <a:pt x="11317" y="8494"/>
                    <a:pt x="9397" y="8213"/>
                    <a:pt x="7717" y="7931"/>
                  </a:cubicBezTo>
                  <a:cubicBezTo>
                    <a:pt x="6037" y="7650"/>
                    <a:pt x="4597" y="7369"/>
                    <a:pt x="4357" y="7397"/>
                  </a:cubicBezTo>
                  <a:cubicBezTo>
                    <a:pt x="4117" y="7425"/>
                    <a:pt x="5077" y="7763"/>
                    <a:pt x="6757" y="8241"/>
                  </a:cubicBezTo>
                  <a:cubicBezTo>
                    <a:pt x="8437" y="8719"/>
                    <a:pt x="10837" y="9338"/>
                    <a:pt x="12517" y="9844"/>
                  </a:cubicBezTo>
                  <a:cubicBezTo>
                    <a:pt x="14197" y="10350"/>
                    <a:pt x="15157" y="10744"/>
                    <a:pt x="14677" y="10856"/>
                  </a:cubicBezTo>
                  <a:cubicBezTo>
                    <a:pt x="14197" y="10969"/>
                    <a:pt x="12277" y="10800"/>
                    <a:pt x="10597" y="10575"/>
                  </a:cubicBezTo>
                  <a:cubicBezTo>
                    <a:pt x="8917" y="10350"/>
                    <a:pt x="7477" y="10069"/>
                    <a:pt x="6277" y="9788"/>
                  </a:cubicBezTo>
                  <a:cubicBezTo>
                    <a:pt x="5077" y="9506"/>
                    <a:pt x="4117" y="9225"/>
                    <a:pt x="4117" y="9225"/>
                  </a:cubicBezTo>
                  <a:cubicBezTo>
                    <a:pt x="4117" y="9225"/>
                    <a:pt x="5077" y="9506"/>
                    <a:pt x="6997" y="9984"/>
                  </a:cubicBezTo>
                  <a:cubicBezTo>
                    <a:pt x="8917" y="10463"/>
                    <a:pt x="11797" y="11138"/>
                    <a:pt x="13717" y="11700"/>
                  </a:cubicBezTo>
                  <a:cubicBezTo>
                    <a:pt x="15637" y="12263"/>
                    <a:pt x="16597" y="12713"/>
                    <a:pt x="16117" y="12825"/>
                  </a:cubicBezTo>
                  <a:cubicBezTo>
                    <a:pt x="15637" y="12938"/>
                    <a:pt x="13717" y="12713"/>
                    <a:pt x="12037" y="12488"/>
                  </a:cubicBezTo>
                  <a:cubicBezTo>
                    <a:pt x="10357" y="12263"/>
                    <a:pt x="8917" y="12038"/>
                    <a:pt x="7477" y="11813"/>
                  </a:cubicBezTo>
                  <a:cubicBezTo>
                    <a:pt x="6037" y="11588"/>
                    <a:pt x="4597" y="11363"/>
                    <a:pt x="3157" y="11138"/>
                  </a:cubicBezTo>
                  <a:cubicBezTo>
                    <a:pt x="1717" y="10913"/>
                    <a:pt x="277" y="10688"/>
                    <a:pt x="757" y="10800"/>
                  </a:cubicBezTo>
                  <a:cubicBezTo>
                    <a:pt x="1237" y="10913"/>
                    <a:pt x="3637" y="11363"/>
                    <a:pt x="6517" y="12066"/>
                  </a:cubicBezTo>
                  <a:cubicBezTo>
                    <a:pt x="9397" y="12769"/>
                    <a:pt x="12757" y="13725"/>
                    <a:pt x="14677" y="14344"/>
                  </a:cubicBezTo>
                  <a:cubicBezTo>
                    <a:pt x="16597" y="14963"/>
                    <a:pt x="17077" y="15244"/>
                    <a:pt x="16357" y="15300"/>
                  </a:cubicBezTo>
                  <a:cubicBezTo>
                    <a:pt x="15637" y="15356"/>
                    <a:pt x="13717" y="15188"/>
                    <a:pt x="11797" y="14934"/>
                  </a:cubicBezTo>
                  <a:cubicBezTo>
                    <a:pt x="9877" y="14681"/>
                    <a:pt x="7957" y="14344"/>
                    <a:pt x="7957" y="14541"/>
                  </a:cubicBezTo>
                  <a:cubicBezTo>
                    <a:pt x="7957" y="14738"/>
                    <a:pt x="9877" y="15469"/>
                    <a:pt x="10837" y="16003"/>
                  </a:cubicBezTo>
                  <a:cubicBezTo>
                    <a:pt x="11797" y="16538"/>
                    <a:pt x="11797" y="16875"/>
                    <a:pt x="10837" y="16931"/>
                  </a:cubicBezTo>
                  <a:cubicBezTo>
                    <a:pt x="9877" y="16987"/>
                    <a:pt x="7957" y="16763"/>
                    <a:pt x="6517" y="16509"/>
                  </a:cubicBezTo>
                  <a:cubicBezTo>
                    <a:pt x="5077" y="16256"/>
                    <a:pt x="4117" y="15975"/>
                    <a:pt x="3157" y="15694"/>
                  </a:cubicBezTo>
                  <a:cubicBezTo>
                    <a:pt x="2197" y="15413"/>
                    <a:pt x="1237" y="15131"/>
                    <a:pt x="997" y="15131"/>
                  </a:cubicBezTo>
                  <a:cubicBezTo>
                    <a:pt x="757" y="15131"/>
                    <a:pt x="1237" y="15413"/>
                    <a:pt x="2917" y="15947"/>
                  </a:cubicBezTo>
                  <a:cubicBezTo>
                    <a:pt x="4597" y="16481"/>
                    <a:pt x="7477" y="17269"/>
                    <a:pt x="9157" y="17831"/>
                  </a:cubicBezTo>
                  <a:cubicBezTo>
                    <a:pt x="10837" y="18394"/>
                    <a:pt x="11317" y="18731"/>
                    <a:pt x="10597" y="18788"/>
                  </a:cubicBezTo>
                  <a:cubicBezTo>
                    <a:pt x="9877" y="18844"/>
                    <a:pt x="7957" y="18619"/>
                    <a:pt x="6517" y="18366"/>
                  </a:cubicBezTo>
                  <a:cubicBezTo>
                    <a:pt x="5077" y="18113"/>
                    <a:pt x="4117" y="17831"/>
                    <a:pt x="2917" y="17550"/>
                  </a:cubicBezTo>
                  <a:cubicBezTo>
                    <a:pt x="1717" y="17269"/>
                    <a:pt x="277" y="16988"/>
                    <a:pt x="37" y="17072"/>
                  </a:cubicBezTo>
                  <a:cubicBezTo>
                    <a:pt x="-203" y="17156"/>
                    <a:pt x="757" y="17606"/>
                    <a:pt x="1957" y="18113"/>
                  </a:cubicBezTo>
                  <a:cubicBezTo>
                    <a:pt x="3157" y="18619"/>
                    <a:pt x="4597" y="19181"/>
                    <a:pt x="5317" y="19603"/>
                  </a:cubicBezTo>
                  <a:cubicBezTo>
                    <a:pt x="6037" y="20025"/>
                    <a:pt x="6037" y="20306"/>
                    <a:pt x="4837" y="20278"/>
                  </a:cubicBezTo>
                  <a:cubicBezTo>
                    <a:pt x="3637" y="20250"/>
                    <a:pt x="1237" y="19913"/>
                    <a:pt x="997" y="20081"/>
                  </a:cubicBezTo>
                  <a:cubicBezTo>
                    <a:pt x="757" y="20250"/>
                    <a:pt x="2677" y="20925"/>
                    <a:pt x="4597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7" name="Línea"/>
            <p:cNvSpPr/>
            <p:nvPr/>
          </p:nvSpPr>
          <p:spPr>
            <a:xfrm>
              <a:off x="9922137" y="4518172"/>
              <a:ext cx="39571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8" name="Línea"/>
            <p:cNvSpPr/>
            <p:nvPr/>
          </p:nvSpPr>
          <p:spPr>
            <a:xfrm>
              <a:off x="10050740" y="4537957"/>
              <a:ext cx="39570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29" name="Línea"/>
            <p:cNvSpPr/>
            <p:nvPr/>
          </p:nvSpPr>
          <p:spPr>
            <a:xfrm>
              <a:off x="10139771" y="4547849"/>
              <a:ext cx="1286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0" name="Línea"/>
            <p:cNvSpPr/>
            <p:nvPr/>
          </p:nvSpPr>
          <p:spPr>
            <a:xfrm>
              <a:off x="9961707" y="818391"/>
              <a:ext cx="4946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1" name="Línea"/>
            <p:cNvSpPr/>
            <p:nvPr/>
          </p:nvSpPr>
          <p:spPr>
            <a:xfrm>
              <a:off x="10080417" y="828284"/>
              <a:ext cx="692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2" name="Línea"/>
            <p:cNvSpPr/>
            <p:nvPr/>
          </p:nvSpPr>
          <p:spPr>
            <a:xfrm>
              <a:off x="10199127" y="828284"/>
              <a:ext cx="8903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3" name="Línea"/>
            <p:cNvSpPr/>
            <p:nvPr/>
          </p:nvSpPr>
          <p:spPr>
            <a:xfrm>
              <a:off x="10169449" y="620542"/>
              <a:ext cx="989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4" name="Línea"/>
            <p:cNvSpPr/>
            <p:nvPr/>
          </p:nvSpPr>
          <p:spPr>
            <a:xfrm>
              <a:off x="10258481" y="640327"/>
              <a:ext cx="207743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143" y="5400"/>
                    <a:pt x="10286" y="10800"/>
                    <a:pt x="13886" y="14400"/>
                  </a:cubicBezTo>
                  <a:cubicBezTo>
                    <a:pt x="17486" y="18000"/>
                    <a:pt x="19543" y="198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5" name="Línea"/>
            <p:cNvSpPr/>
            <p:nvPr/>
          </p:nvSpPr>
          <p:spPr>
            <a:xfrm>
              <a:off x="10505793" y="640327"/>
              <a:ext cx="79141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6" name="Línea"/>
            <p:cNvSpPr/>
            <p:nvPr/>
          </p:nvSpPr>
          <p:spPr>
            <a:xfrm>
              <a:off x="10090309" y="4211505"/>
              <a:ext cx="49464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7" name="Línea"/>
            <p:cNvSpPr/>
            <p:nvPr/>
          </p:nvSpPr>
          <p:spPr>
            <a:xfrm>
              <a:off x="10199127" y="4221398"/>
              <a:ext cx="79140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8" name="Línea"/>
            <p:cNvSpPr/>
            <p:nvPr/>
          </p:nvSpPr>
          <p:spPr>
            <a:xfrm>
              <a:off x="10327729" y="4211505"/>
              <a:ext cx="89033" cy="2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39" name="Línea"/>
            <p:cNvSpPr/>
            <p:nvPr/>
          </p:nvSpPr>
          <p:spPr>
            <a:xfrm>
              <a:off x="10476115" y="4221398"/>
              <a:ext cx="19786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0" name="Línea"/>
            <p:cNvSpPr/>
            <p:nvPr/>
          </p:nvSpPr>
          <p:spPr>
            <a:xfrm>
              <a:off x="10436545" y="1758175"/>
              <a:ext cx="676497" cy="9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600" fill="norm" stroke="1" extrusionOk="0">
                  <a:moveTo>
                    <a:pt x="0" y="21600"/>
                  </a:moveTo>
                  <a:cubicBezTo>
                    <a:pt x="1573" y="18720"/>
                    <a:pt x="3146" y="15840"/>
                    <a:pt x="5085" y="12600"/>
                  </a:cubicBezTo>
                  <a:cubicBezTo>
                    <a:pt x="7025" y="9360"/>
                    <a:pt x="9332" y="5760"/>
                    <a:pt x="11534" y="3600"/>
                  </a:cubicBezTo>
                  <a:cubicBezTo>
                    <a:pt x="13736" y="1440"/>
                    <a:pt x="15833" y="720"/>
                    <a:pt x="17249" y="360"/>
                  </a:cubicBezTo>
                  <a:cubicBezTo>
                    <a:pt x="18664" y="0"/>
                    <a:pt x="19398" y="0"/>
                    <a:pt x="20027" y="0"/>
                  </a:cubicBezTo>
                  <a:cubicBezTo>
                    <a:pt x="20656" y="0"/>
                    <a:pt x="21181" y="0"/>
                    <a:pt x="21390" y="360"/>
                  </a:cubicBezTo>
                  <a:cubicBezTo>
                    <a:pt x="21600" y="720"/>
                    <a:pt x="21495" y="1440"/>
                    <a:pt x="21390" y="216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1" name="Línea"/>
            <p:cNvSpPr/>
            <p:nvPr/>
          </p:nvSpPr>
          <p:spPr>
            <a:xfrm>
              <a:off x="10396976" y="2035164"/>
              <a:ext cx="692473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4400"/>
                    <a:pt x="4114" y="7200"/>
                    <a:pt x="7149" y="3600"/>
                  </a:cubicBezTo>
                  <a:cubicBezTo>
                    <a:pt x="10183" y="0"/>
                    <a:pt x="14194" y="0"/>
                    <a:pt x="16509" y="0"/>
                  </a:cubicBezTo>
                  <a:cubicBezTo>
                    <a:pt x="18823" y="0"/>
                    <a:pt x="19440" y="0"/>
                    <a:pt x="20006" y="0"/>
                  </a:cubicBezTo>
                  <a:cubicBezTo>
                    <a:pt x="20571" y="0"/>
                    <a:pt x="21086" y="0"/>
                    <a:pt x="21343" y="0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2" name="Línea"/>
            <p:cNvSpPr/>
            <p:nvPr/>
          </p:nvSpPr>
          <p:spPr>
            <a:xfrm>
              <a:off x="11089448" y="1777960"/>
              <a:ext cx="26381" cy="197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1080"/>
                    <a:pt x="21600" y="2160"/>
                    <a:pt x="21600" y="5760"/>
                  </a:cubicBezTo>
                  <a:cubicBezTo>
                    <a:pt x="21600" y="9360"/>
                    <a:pt x="10800" y="1548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3" name="Línea"/>
            <p:cNvSpPr/>
            <p:nvPr/>
          </p:nvSpPr>
          <p:spPr>
            <a:xfrm>
              <a:off x="11129018" y="1649358"/>
              <a:ext cx="98926" cy="59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4" name="Línea"/>
            <p:cNvSpPr/>
            <p:nvPr/>
          </p:nvSpPr>
          <p:spPr>
            <a:xfrm>
              <a:off x="11148803" y="1886777"/>
              <a:ext cx="118710" cy="118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5" name="Línea"/>
            <p:cNvSpPr/>
            <p:nvPr/>
          </p:nvSpPr>
          <p:spPr>
            <a:xfrm>
              <a:off x="11267513" y="1639466"/>
              <a:ext cx="9893" cy="191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876"/>
                  </a:moveTo>
                  <a:cubicBezTo>
                    <a:pt x="0" y="19738"/>
                    <a:pt x="0" y="21600"/>
                    <a:pt x="0" y="21600"/>
                  </a:cubicBezTo>
                  <a:cubicBezTo>
                    <a:pt x="0" y="21600"/>
                    <a:pt x="0" y="19738"/>
                    <a:pt x="3600" y="15828"/>
                  </a:cubicBezTo>
                  <a:cubicBezTo>
                    <a:pt x="7200" y="11917"/>
                    <a:pt x="14400" y="5959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6" name="Línea"/>
            <p:cNvSpPr/>
            <p:nvPr/>
          </p:nvSpPr>
          <p:spPr>
            <a:xfrm>
              <a:off x="10654179" y="1629573"/>
              <a:ext cx="534195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467" y="18000"/>
                    <a:pt x="6933" y="14400"/>
                    <a:pt x="10533" y="10800"/>
                  </a:cubicBezTo>
                  <a:cubicBezTo>
                    <a:pt x="14133" y="7200"/>
                    <a:pt x="17867" y="36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7" name="Línea"/>
            <p:cNvSpPr/>
            <p:nvPr/>
          </p:nvSpPr>
          <p:spPr>
            <a:xfrm>
              <a:off x="10446438" y="1786091"/>
              <a:ext cx="612768" cy="24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0628" fill="norm" stroke="1" extrusionOk="0">
                  <a:moveTo>
                    <a:pt x="20903" y="5199"/>
                  </a:moveTo>
                  <a:cubicBezTo>
                    <a:pt x="21019" y="6602"/>
                    <a:pt x="21135" y="8005"/>
                    <a:pt x="21135" y="9407"/>
                  </a:cubicBezTo>
                  <a:cubicBezTo>
                    <a:pt x="21135" y="10810"/>
                    <a:pt x="21019" y="12212"/>
                    <a:pt x="20961" y="12212"/>
                  </a:cubicBezTo>
                  <a:cubicBezTo>
                    <a:pt x="20903" y="12212"/>
                    <a:pt x="20903" y="10810"/>
                    <a:pt x="20903" y="9127"/>
                  </a:cubicBezTo>
                  <a:cubicBezTo>
                    <a:pt x="20903" y="7444"/>
                    <a:pt x="20903" y="5480"/>
                    <a:pt x="21019" y="3797"/>
                  </a:cubicBezTo>
                  <a:cubicBezTo>
                    <a:pt x="21135" y="2114"/>
                    <a:pt x="21368" y="711"/>
                    <a:pt x="21484" y="711"/>
                  </a:cubicBezTo>
                  <a:cubicBezTo>
                    <a:pt x="21600" y="711"/>
                    <a:pt x="21600" y="2114"/>
                    <a:pt x="21542" y="3657"/>
                  </a:cubicBezTo>
                  <a:cubicBezTo>
                    <a:pt x="21484" y="5199"/>
                    <a:pt x="21368" y="6883"/>
                    <a:pt x="21252" y="8425"/>
                  </a:cubicBezTo>
                  <a:cubicBezTo>
                    <a:pt x="21135" y="9968"/>
                    <a:pt x="21019" y="11371"/>
                    <a:pt x="20903" y="11371"/>
                  </a:cubicBezTo>
                  <a:cubicBezTo>
                    <a:pt x="20787" y="11371"/>
                    <a:pt x="20671" y="9968"/>
                    <a:pt x="20671" y="8145"/>
                  </a:cubicBezTo>
                  <a:cubicBezTo>
                    <a:pt x="20671" y="6322"/>
                    <a:pt x="20787" y="4077"/>
                    <a:pt x="20845" y="2254"/>
                  </a:cubicBezTo>
                  <a:cubicBezTo>
                    <a:pt x="20903" y="431"/>
                    <a:pt x="20903" y="-972"/>
                    <a:pt x="20729" y="1412"/>
                  </a:cubicBezTo>
                  <a:cubicBezTo>
                    <a:pt x="20555" y="3797"/>
                    <a:pt x="20206" y="9968"/>
                    <a:pt x="19858" y="13615"/>
                  </a:cubicBezTo>
                  <a:cubicBezTo>
                    <a:pt x="19510" y="17262"/>
                    <a:pt x="19161" y="18384"/>
                    <a:pt x="18987" y="18244"/>
                  </a:cubicBezTo>
                  <a:cubicBezTo>
                    <a:pt x="18813" y="18103"/>
                    <a:pt x="18813" y="16701"/>
                    <a:pt x="18871" y="14597"/>
                  </a:cubicBezTo>
                  <a:cubicBezTo>
                    <a:pt x="18929" y="12493"/>
                    <a:pt x="19045" y="9688"/>
                    <a:pt x="18987" y="9688"/>
                  </a:cubicBezTo>
                  <a:cubicBezTo>
                    <a:pt x="18929" y="9688"/>
                    <a:pt x="18697" y="12493"/>
                    <a:pt x="18465" y="14597"/>
                  </a:cubicBezTo>
                  <a:cubicBezTo>
                    <a:pt x="18232" y="16701"/>
                    <a:pt x="18000" y="18103"/>
                    <a:pt x="17884" y="17963"/>
                  </a:cubicBezTo>
                  <a:cubicBezTo>
                    <a:pt x="17768" y="17823"/>
                    <a:pt x="17768" y="16140"/>
                    <a:pt x="17768" y="14877"/>
                  </a:cubicBezTo>
                  <a:cubicBezTo>
                    <a:pt x="17768" y="13615"/>
                    <a:pt x="17768" y="12773"/>
                    <a:pt x="17652" y="13334"/>
                  </a:cubicBezTo>
                  <a:cubicBezTo>
                    <a:pt x="17535" y="13896"/>
                    <a:pt x="17303" y="15859"/>
                    <a:pt x="17013" y="17542"/>
                  </a:cubicBezTo>
                  <a:cubicBezTo>
                    <a:pt x="16723" y="19225"/>
                    <a:pt x="16374" y="20628"/>
                    <a:pt x="16200" y="20628"/>
                  </a:cubicBezTo>
                  <a:cubicBezTo>
                    <a:pt x="16026" y="20628"/>
                    <a:pt x="16026" y="19225"/>
                    <a:pt x="16026" y="17122"/>
                  </a:cubicBezTo>
                  <a:cubicBezTo>
                    <a:pt x="16026" y="15018"/>
                    <a:pt x="16026" y="12212"/>
                    <a:pt x="16084" y="10109"/>
                  </a:cubicBezTo>
                  <a:cubicBezTo>
                    <a:pt x="16142" y="8005"/>
                    <a:pt x="16258" y="6602"/>
                    <a:pt x="16316" y="6742"/>
                  </a:cubicBezTo>
                  <a:cubicBezTo>
                    <a:pt x="16374" y="6883"/>
                    <a:pt x="16374" y="8566"/>
                    <a:pt x="16316" y="10249"/>
                  </a:cubicBezTo>
                  <a:cubicBezTo>
                    <a:pt x="16258" y="11932"/>
                    <a:pt x="16142" y="13615"/>
                    <a:pt x="15910" y="15298"/>
                  </a:cubicBezTo>
                  <a:cubicBezTo>
                    <a:pt x="15677" y="16981"/>
                    <a:pt x="15329" y="18664"/>
                    <a:pt x="15155" y="18664"/>
                  </a:cubicBezTo>
                  <a:cubicBezTo>
                    <a:pt x="14981" y="18664"/>
                    <a:pt x="14981" y="16981"/>
                    <a:pt x="14981" y="14036"/>
                  </a:cubicBezTo>
                  <a:cubicBezTo>
                    <a:pt x="14981" y="11090"/>
                    <a:pt x="14981" y="6883"/>
                    <a:pt x="15039" y="4077"/>
                  </a:cubicBezTo>
                  <a:cubicBezTo>
                    <a:pt x="15097" y="1272"/>
                    <a:pt x="15213" y="-130"/>
                    <a:pt x="15271" y="10"/>
                  </a:cubicBezTo>
                  <a:cubicBezTo>
                    <a:pt x="15329" y="150"/>
                    <a:pt x="15329" y="1833"/>
                    <a:pt x="15213" y="4919"/>
                  </a:cubicBezTo>
                  <a:cubicBezTo>
                    <a:pt x="15097" y="8005"/>
                    <a:pt x="14865" y="12493"/>
                    <a:pt x="14574" y="15438"/>
                  </a:cubicBezTo>
                  <a:cubicBezTo>
                    <a:pt x="14284" y="18384"/>
                    <a:pt x="13935" y="19786"/>
                    <a:pt x="13703" y="19786"/>
                  </a:cubicBezTo>
                  <a:cubicBezTo>
                    <a:pt x="13471" y="19786"/>
                    <a:pt x="13355" y="18384"/>
                    <a:pt x="13297" y="16140"/>
                  </a:cubicBezTo>
                  <a:cubicBezTo>
                    <a:pt x="13239" y="13896"/>
                    <a:pt x="13239" y="10810"/>
                    <a:pt x="13297" y="8005"/>
                  </a:cubicBezTo>
                  <a:cubicBezTo>
                    <a:pt x="13355" y="5199"/>
                    <a:pt x="13471" y="2675"/>
                    <a:pt x="13529" y="2254"/>
                  </a:cubicBezTo>
                  <a:cubicBezTo>
                    <a:pt x="13587" y="1833"/>
                    <a:pt x="13587" y="3516"/>
                    <a:pt x="13471" y="5760"/>
                  </a:cubicBezTo>
                  <a:cubicBezTo>
                    <a:pt x="13355" y="8005"/>
                    <a:pt x="13123" y="10810"/>
                    <a:pt x="12948" y="12914"/>
                  </a:cubicBezTo>
                  <a:cubicBezTo>
                    <a:pt x="12774" y="15018"/>
                    <a:pt x="12658" y="16420"/>
                    <a:pt x="12484" y="16280"/>
                  </a:cubicBezTo>
                  <a:cubicBezTo>
                    <a:pt x="12310" y="16140"/>
                    <a:pt x="12077" y="14457"/>
                    <a:pt x="11961" y="12914"/>
                  </a:cubicBezTo>
                  <a:cubicBezTo>
                    <a:pt x="11845" y="11371"/>
                    <a:pt x="11845" y="9968"/>
                    <a:pt x="11845" y="8566"/>
                  </a:cubicBezTo>
                  <a:cubicBezTo>
                    <a:pt x="11845" y="7163"/>
                    <a:pt x="11845" y="5760"/>
                    <a:pt x="11671" y="5760"/>
                  </a:cubicBezTo>
                  <a:cubicBezTo>
                    <a:pt x="11497" y="5760"/>
                    <a:pt x="11148" y="7163"/>
                    <a:pt x="10858" y="8566"/>
                  </a:cubicBezTo>
                  <a:cubicBezTo>
                    <a:pt x="10568" y="9968"/>
                    <a:pt x="10335" y="11371"/>
                    <a:pt x="10103" y="11371"/>
                  </a:cubicBezTo>
                  <a:cubicBezTo>
                    <a:pt x="9871" y="11371"/>
                    <a:pt x="9639" y="9968"/>
                    <a:pt x="9523" y="8566"/>
                  </a:cubicBezTo>
                  <a:cubicBezTo>
                    <a:pt x="9406" y="7163"/>
                    <a:pt x="9406" y="5760"/>
                    <a:pt x="9290" y="5760"/>
                  </a:cubicBezTo>
                  <a:cubicBezTo>
                    <a:pt x="9174" y="5760"/>
                    <a:pt x="8942" y="7163"/>
                    <a:pt x="8768" y="8566"/>
                  </a:cubicBezTo>
                  <a:cubicBezTo>
                    <a:pt x="8594" y="9968"/>
                    <a:pt x="8477" y="11371"/>
                    <a:pt x="8303" y="12773"/>
                  </a:cubicBezTo>
                  <a:cubicBezTo>
                    <a:pt x="8129" y="14176"/>
                    <a:pt x="7897" y="15579"/>
                    <a:pt x="7781" y="15438"/>
                  </a:cubicBezTo>
                  <a:cubicBezTo>
                    <a:pt x="7665" y="15298"/>
                    <a:pt x="7665" y="13615"/>
                    <a:pt x="7665" y="12072"/>
                  </a:cubicBezTo>
                  <a:cubicBezTo>
                    <a:pt x="7665" y="10529"/>
                    <a:pt x="7665" y="9127"/>
                    <a:pt x="7665" y="7724"/>
                  </a:cubicBezTo>
                  <a:cubicBezTo>
                    <a:pt x="7665" y="6322"/>
                    <a:pt x="7665" y="4919"/>
                    <a:pt x="7606" y="4919"/>
                  </a:cubicBezTo>
                  <a:cubicBezTo>
                    <a:pt x="7548" y="4919"/>
                    <a:pt x="7432" y="6322"/>
                    <a:pt x="7316" y="7864"/>
                  </a:cubicBezTo>
                  <a:cubicBezTo>
                    <a:pt x="7200" y="9407"/>
                    <a:pt x="7084" y="11090"/>
                    <a:pt x="6852" y="13194"/>
                  </a:cubicBezTo>
                  <a:cubicBezTo>
                    <a:pt x="6619" y="15298"/>
                    <a:pt x="6271" y="17823"/>
                    <a:pt x="6097" y="18103"/>
                  </a:cubicBezTo>
                  <a:cubicBezTo>
                    <a:pt x="5923" y="18384"/>
                    <a:pt x="5923" y="16420"/>
                    <a:pt x="5923" y="14737"/>
                  </a:cubicBezTo>
                  <a:cubicBezTo>
                    <a:pt x="5923" y="13054"/>
                    <a:pt x="5923" y="11651"/>
                    <a:pt x="5923" y="10249"/>
                  </a:cubicBezTo>
                  <a:cubicBezTo>
                    <a:pt x="5923" y="8846"/>
                    <a:pt x="5923" y="7444"/>
                    <a:pt x="5806" y="7444"/>
                  </a:cubicBezTo>
                  <a:cubicBezTo>
                    <a:pt x="5690" y="7444"/>
                    <a:pt x="5458" y="8846"/>
                    <a:pt x="5226" y="10249"/>
                  </a:cubicBezTo>
                  <a:cubicBezTo>
                    <a:pt x="4994" y="11651"/>
                    <a:pt x="4761" y="13054"/>
                    <a:pt x="4587" y="14457"/>
                  </a:cubicBezTo>
                  <a:cubicBezTo>
                    <a:pt x="4413" y="15859"/>
                    <a:pt x="4297" y="17262"/>
                    <a:pt x="4181" y="17262"/>
                  </a:cubicBezTo>
                  <a:cubicBezTo>
                    <a:pt x="4065" y="17262"/>
                    <a:pt x="3948" y="15859"/>
                    <a:pt x="3890" y="13755"/>
                  </a:cubicBezTo>
                  <a:cubicBezTo>
                    <a:pt x="3832" y="11651"/>
                    <a:pt x="3832" y="8846"/>
                    <a:pt x="3658" y="8145"/>
                  </a:cubicBezTo>
                  <a:cubicBezTo>
                    <a:pt x="3484" y="7444"/>
                    <a:pt x="3135" y="8846"/>
                    <a:pt x="2903" y="10249"/>
                  </a:cubicBezTo>
                  <a:cubicBezTo>
                    <a:pt x="2671" y="11651"/>
                    <a:pt x="2555" y="13054"/>
                    <a:pt x="2090" y="13896"/>
                  </a:cubicBezTo>
                  <a:cubicBezTo>
                    <a:pt x="1626" y="14737"/>
                    <a:pt x="813" y="15018"/>
                    <a:pt x="0" y="15298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8" name="Línea"/>
            <p:cNvSpPr/>
            <p:nvPr/>
          </p:nvSpPr>
          <p:spPr>
            <a:xfrm>
              <a:off x="10564342" y="1669143"/>
              <a:ext cx="584461" cy="10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5822" y="0"/>
                  </a:moveTo>
                  <a:cubicBezTo>
                    <a:pt x="4735" y="4050"/>
                    <a:pt x="3649" y="8100"/>
                    <a:pt x="2563" y="11475"/>
                  </a:cubicBezTo>
                  <a:cubicBezTo>
                    <a:pt x="1477" y="14850"/>
                    <a:pt x="391" y="17550"/>
                    <a:pt x="90" y="17888"/>
                  </a:cubicBezTo>
                  <a:cubicBezTo>
                    <a:pt x="-212" y="18225"/>
                    <a:pt x="271" y="16200"/>
                    <a:pt x="1176" y="13500"/>
                  </a:cubicBezTo>
                  <a:cubicBezTo>
                    <a:pt x="2081" y="10800"/>
                    <a:pt x="3408" y="7425"/>
                    <a:pt x="4373" y="5400"/>
                  </a:cubicBezTo>
                  <a:cubicBezTo>
                    <a:pt x="5339" y="3375"/>
                    <a:pt x="5942" y="2700"/>
                    <a:pt x="6003" y="3712"/>
                  </a:cubicBezTo>
                  <a:cubicBezTo>
                    <a:pt x="6063" y="4725"/>
                    <a:pt x="5580" y="7425"/>
                    <a:pt x="5097" y="9787"/>
                  </a:cubicBezTo>
                  <a:cubicBezTo>
                    <a:pt x="4615" y="12150"/>
                    <a:pt x="4132" y="14175"/>
                    <a:pt x="3408" y="16538"/>
                  </a:cubicBezTo>
                  <a:cubicBezTo>
                    <a:pt x="2684" y="18900"/>
                    <a:pt x="1719" y="21600"/>
                    <a:pt x="1538" y="21600"/>
                  </a:cubicBezTo>
                  <a:cubicBezTo>
                    <a:pt x="1357" y="21600"/>
                    <a:pt x="1960" y="18900"/>
                    <a:pt x="2986" y="15863"/>
                  </a:cubicBezTo>
                  <a:cubicBezTo>
                    <a:pt x="4011" y="12825"/>
                    <a:pt x="5460" y="9450"/>
                    <a:pt x="6485" y="7762"/>
                  </a:cubicBezTo>
                  <a:cubicBezTo>
                    <a:pt x="7511" y="6075"/>
                    <a:pt x="8114" y="6075"/>
                    <a:pt x="8114" y="7087"/>
                  </a:cubicBezTo>
                  <a:cubicBezTo>
                    <a:pt x="8114" y="8100"/>
                    <a:pt x="7511" y="10125"/>
                    <a:pt x="6908" y="11812"/>
                  </a:cubicBezTo>
                  <a:cubicBezTo>
                    <a:pt x="6304" y="13500"/>
                    <a:pt x="5701" y="14850"/>
                    <a:pt x="5701" y="14512"/>
                  </a:cubicBezTo>
                  <a:cubicBezTo>
                    <a:pt x="5701" y="14175"/>
                    <a:pt x="6304" y="12150"/>
                    <a:pt x="6908" y="10800"/>
                  </a:cubicBezTo>
                  <a:cubicBezTo>
                    <a:pt x="7511" y="9450"/>
                    <a:pt x="8114" y="8775"/>
                    <a:pt x="8899" y="7762"/>
                  </a:cubicBezTo>
                  <a:cubicBezTo>
                    <a:pt x="9683" y="6750"/>
                    <a:pt x="10648" y="5400"/>
                    <a:pt x="10648" y="6750"/>
                  </a:cubicBezTo>
                  <a:cubicBezTo>
                    <a:pt x="10648" y="8100"/>
                    <a:pt x="9683" y="12150"/>
                    <a:pt x="8899" y="14850"/>
                  </a:cubicBezTo>
                  <a:cubicBezTo>
                    <a:pt x="8114" y="17550"/>
                    <a:pt x="7511" y="18900"/>
                    <a:pt x="7511" y="18563"/>
                  </a:cubicBezTo>
                  <a:cubicBezTo>
                    <a:pt x="7511" y="18225"/>
                    <a:pt x="8114" y="16200"/>
                    <a:pt x="9019" y="13838"/>
                  </a:cubicBezTo>
                  <a:cubicBezTo>
                    <a:pt x="9924" y="11475"/>
                    <a:pt x="11131" y="8775"/>
                    <a:pt x="11976" y="6412"/>
                  </a:cubicBezTo>
                  <a:cubicBezTo>
                    <a:pt x="12820" y="4050"/>
                    <a:pt x="13303" y="2025"/>
                    <a:pt x="13243" y="2025"/>
                  </a:cubicBezTo>
                  <a:cubicBezTo>
                    <a:pt x="13182" y="2025"/>
                    <a:pt x="12579" y="4050"/>
                    <a:pt x="11976" y="5737"/>
                  </a:cubicBezTo>
                  <a:cubicBezTo>
                    <a:pt x="11372" y="7425"/>
                    <a:pt x="10769" y="8775"/>
                    <a:pt x="10166" y="10125"/>
                  </a:cubicBezTo>
                  <a:cubicBezTo>
                    <a:pt x="9562" y="11475"/>
                    <a:pt x="8959" y="12825"/>
                    <a:pt x="8959" y="12825"/>
                  </a:cubicBezTo>
                  <a:cubicBezTo>
                    <a:pt x="8959" y="12825"/>
                    <a:pt x="9562" y="11475"/>
                    <a:pt x="10769" y="10125"/>
                  </a:cubicBezTo>
                  <a:cubicBezTo>
                    <a:pt x="11976" y="8775"/>
                    <a:pt x="13786" y="7425"/>
                    <a:pt x="15234" y="6075"/>
                  </a:cubicBezTo>
                  <a:cubicBezTo>
                    <a:pt x="16682" y="4725"/>
                    <a:pt x="17768" y="3375"/>
                    <a:pt x="18009" y="3037"/>
                  </a:cubicBezTo>
                  <a:cubicBezTo>
                    <a:pt x="18251" y="2700"/>
                    <a:pt x="17647" y="3375"/>
                    <a:pt x="17044" y="4050"/>
                  </a:cubicBezTo>
                  <a:cubicBezTo>
                    <a:pt x="16441" y="4725"/>
                    <a:pt x="15837" y="5400"/>
                    <a:pt x="15234" y="6075"/>
                  </a:cubicBezTo>
                  <a:cubicBezTo>
                    <a:pt x="14630" y="6750"/>
                    <a:pt x="14027" y="7425"/>
                    <a:pt x="14087" y="7425"/>
                  </a:cubicBezTo>
                  <a:cubicBezTo>
                    <a:pt x="14148" y="7425"/>
                    <a:pt x="14872" y="6750"/>
                    <a:pt x="15535" y="6412"/>
                  </a:cubicBezTo>
                  <a:cubicBezTo>
                    <a:pt x="16199" y="6075"/>
                    <a:pt x="16803" y="6075"/>
                    <a:pt x="17647" y="6075"/>
                  </a:cubicBezTo>
                  <a:cubicBezTo>
                    <a:pt x="18492" y="6075"/>
                    <a:pt x="19578" y="6075"/>
                    <a:pt x="19819" y="6075"/>
                  </a:cubicBezTo>
                  <a:cubicBezTo>
                    <a:pt x="20061" y="6075"/>
                    <a:pt x="19457" y="6075"/>
                    <a:pt x="18854" y="6412"/>
                  </a:cubicBezTo>
                  <a:cubicBezTo>
                    <a:pt x="18251" y="6750"/>
                    <a:pt x="17647" y="7425"/>
                    <a:pt x="17044" y="8100"/>
                  </a:cubicBezTo>
                  <a:cubicBezTo>
                    <a:pt x="16441" y="8775"/>
                    <a:pt x="15837" y="9450"/>
                    <a:pt x="15897" y="9450"/>
                  </a:cubicBezTo>
                  <a:cubicBezTo>
                    <a:pt x="15958" y="9450"/>
                    <a:pt x="16682" y="8775"/>
                    <a:pt x="17708" y="8437"/>
                  </a:cubicBezTo>
                  <a:cubicBezTo>
                    <a:pt x="18733" y="8100"/>
                    <a:pt x="20061" y="8100"/>
                    <a:pt x="21388" y="81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49" name="Línea"/>
            <p:cNvSpPr/>
            <p:nvPr/>
          </p:nvSpPr>
          <p:spPr>
            <a:xfrm>
              <a:off x="11178480" y="1733814"/>
              <a:ext cx="68424" cy="17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0955" fill="norm" stroke="1" extrusionOk="0">
                  <a:moveTo>
                    <a:pt x="15429" y="2955"/>
                  </a:moveTo>
                  <a:cubicBezTo>
                    <a:pt x="15429" y="4955"/>
                    <a:pt x="15429" y="6955"/>
                    <a:pt x="15429" y="8955"/>
                  </a:cubicBezTo>
                  <a:cubicBezTo>
                    <a:pt x="15429" y="10955"/>
                    <a:pt x="15429" y="12955"/>
                    <a:pt x="15429" y="12955"/>
                  </a:cubicBezTo>
                  <a:cubicBezTo>
                    <a:pt x="15429" y="12955"/>
                    <a:pt x="15429" y="10955"/>
                    <a:pt x="16457" y="7955"/>
                  </a:cubicBezTo>
                  <a:cubicBezTo>
                    <a:pt x="17486" y="4955"/>
                    <a:pt x="19543" y="955"/>
                    <a:pt x="20571" y="155"/>
                  </a:cubicBezTo>
                  <a:cubicBezTo>
                    <a:pt x="21600" y="-645"/>
                    <a:pt x="21600" y="1755"/>
                    <a:pt x="20571" y="4955"/>
                  </a:cubicBezTo>
                  <a:cubicBezTo>
                    <a:pt x="19543" y="8155"/>
                    <a:pt x="17486" y="12155"/>
                    <a:pt x="15943" y="15155"/>
                  </a:cubicBezTo>
                  <a:cubicBezTo>
                    <a:pt x="14400" y="18155"/>
                    <a:pt x="13371" y="20155"/>
                    <a:pt x="11314" y="20355"/>
                  </a:cubicBezTo>
                  <a:cubicBezTo>
                    <a:pt x="9257" y="20555"/>
                    <a:pt x="6171" y="18955"/>
                    <a:pt x="4629" y="16155"/>
                  </a:cubicBezTo>
                  <a:cubicBezTo>
                    <a:pt x="3086" y="13355"/>
                    <a:pt x="3086" y="9355"/>
                    <a:pt x="3600" y="6355"/>
                  </a:cubicBezTo>
                  <a:cubicBezTo>
                    <a:pt x="4114" y="3355"/>
                    <a:pt x="5143" y="1355"/>
                    <a:pt x="5657" y="1355"/>
                  </a:cubicBezTo>
                  <a:cubicBezTo>
                    <a:pt x="6171" y="1355"/>
                    <a:pt x="6171" y="3355"/>
                    <a:pt x="5143" y="6955"/>
                  </a:cubicBezTo>
                  <a:cubicBezTo>
                    <a:pt x="4114" y="10555"/>
                    <a:pt x="2057" y="15755"/>
                    <a:pt x="0" y="2095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0" name="Línea"/>
            <p:cNvSpPr/>
            <p:nvPr/>
          </p:nvSpPr>
          <p:spPr>
            <a:xfrm>
              <a:off x="10436545" y="1787439"/>
              <a:ext cx="553979" cy="242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fill="norm" stroke="1" extrusionOk="0">
                  <a:moveTo>
                    <a:pt x="21600" y="2628"/>
                  </a:moveTo>
                  <a:cubicBezTo>
                    <a:pt x="21600" y="5508"/>
                    <a:pt x="21600" y="8388"/>
                    <a:pt x="21471" y="10548"/>
                  </a:cubicBezTo>
                  <a:cubicBezTo>
                    <a:pt x="21343" y="12708"/>
                    <a:pt x="21086" y="14148"/>
                    <a:pt x="20893" y="14004"/>
                  </a:cubicBezTo>
                  <a:cubicBezTo>
                    <a:pt x="20700" y="13860"/>
                    <a:pt x="20571" y="12132"/>
                    <a:pt x="20507" y="10404"/>
                  </a:cubicBezTo>
                  <a:cubicBezTo>
                    <a:pt x="20443" y="8676"/>
                    <a:pt x="20443" y="6948"/>
                    <a:pt x="20443" y="5364"/>
                  </a:cubicBezTo>
                  <a:cubicBezTo>
                    <a:pt x="20443" y="3780"/>
                    <a:pt x="20443" y="2340"/>
                    <a:pt x="20314" y="2340"/>
                  </a:cubicBezTo>
                  <a:cubicBezTo>
                    <a:pt x="20186" y="2340"/>
                    <a:pt x="19929" y="3780"/>
                    <a:pt x="19607" y="6084"/>
                  </a:cubicBezTo>
                  <a:cubicBezTo>
                    <a:pt x="19286" y="8388"/>
                    <a:pt x="18900" y="11556"/>
                    <a:pt x="18514" y="13860"/>
                  </a:cubicBezTo>
                  <a:cubicBezTo>
                    <a:pt x="18129" y="16164"/>
                    <a:pt x="17743" y="17604"/>
                    <a:pt x="17550" y="17172"/>
                  </a:cubicBezTo>
                  <a:cubicBezTo>
                    <a:pt x="17357" y="16740"/>
                    <a:pt x="17357" y="14436"/>
                    <a:pt x="17421" y="11844"/>
                  </a:cubicBezTo>
                  <a:cubicBezTo>
                    <a:pt x="17486" y="9252"/>
                    <a:pt x="17614" y="6372"/>
                    <a:pt x="17743" y="4212"/>
                  </a:cubicBezTo>
                  <a:cubicBezTo>
                    <a:pt x="17871" y="2052"/>
                    <a:pt x="18000" y="612"/>
                    <a:pt x="18064" y="612"/>
                  </a:cubicBezTo>
                  <a:cubicBezTo>
                    <a:pt x="18129" y="612"/>
                    <a:pt x="18129" y="2052"/>
                    <a:pt x="17807" y="5364"/>
                  </a:cubicBezTo>
                  <a:cubicBezTo>
                    <a:pt x="17486" y="8676"/>
                    <a:pt x="16843" y="13860"/>
                    <a:pt x="16264" y="17028"/>
                  </a:cubicBezTo>
                  <a:cubicBezTo>
                    <a:pt x="15686" y="20196"/>
                    <a:pt x="15171" y="21348"/>
                    <a:pt x="14914" y="21204"/>
                  </a:cubicBezTo>
                  <a:cubicBezTo>
                    <a:pt x="14657" y="21060"/>
                    <a:pt x="14657" y="19620"/>
                    <a:pt x="14721" y="16740"/>
                  </a:cubicBezTo>
                  <a:cubicBezTo>
                    <a:pt x="14786" y="13860"/>
                    <a:pt x="14914" y="9540"/>
                    <a:pt x="15043" y="6660"/>
                  </a:cubicBezTo>
                  <a:cubicBezTo>
                    <a:pt x="15171" y="3780"/>
                    <a:pt x="15300" y="2340"/>
                    <a:pt x="15300" y="2340"/>
                  </a:cubicBezTo>
                  <a:cubicBezTo>
                    <a:pt x="15300" y="2340"/>
                    <a:pt x="15171" y="3780"/>
                    <a:pt x="14721" y="6372"/>
                  </a:cubicBezTo>
                  <a:cubicBezTo>
                    <a:pt x="14271" y="8964"/>
                    <a:pt x="13500" y="12708"/>
                    <a:pt x="12793" y="14868"/>
                  </a:cubicBezTo>
                  <a:cubicBezTo>
                    <a:pt x="12086" y="17028"/>
                    <a:pt x="11443" y="17604"/>
                    <a:pt x="11121" y="17028"/>
                  </a:cubicBezTo>
                  <a:cubicBezTo>
                    <a:pt x="10800" y="16452"/>
                    <a:pt x="10800" y="14724"/>
                    <a:pt x="10864" y="12420"/>
                  </a:cubicBezTo>
                  <a:cubicBezTo>
                    <a:pt x="10929" y="10116"/>
                    <a:pt x="11057" y="7236"/>
                    <a:pt x="11186" y="4788"/>
                  </a:cubicBezTo>
                  <a:cubicBezTo>
                    <a:pt x="11314" y="2340"/>
                    <a:pt x="11443" y="324"/>
                    <a:pt x="11507" y="36"/>
                  </a:cubicBezTo>
                  <a:cubicBezTo>
                    <a:pt x="11571" y="-252"/>
                    <a:pt x="11571" y="1188"/>
                    <a:pt x="11250" y="4212"/>
                  </a:cubicBezTo>
                  <a:cubicBezTo>
                    <a:pt x="10929" y="7236"/>
                    <a:pt x="10286" y="11844"/>
                    <a:pt x="9771" y="14868"/>
                  </a:cubicBezTo>
                  <a:cubicBezTo>
                    <a:pt x="9257" y="17892"/>
                    <a:pt x="8871" y="19332"/>
                    <a:pt x="8550" y="19332"/>
                  </a:cubicBezTo>
                  <a:cubicBezTo>
                    <a:pt x="8229" y="19332"/>
                    <a:pt x="7971" y="17892"/>
                    <a:pt x="7843" y="15588"/>
                  </a:cubicBezTo>
                  <a:cubicBezTo>
                    <a:pt x="7714" y="13284"/>
                    <a:pt x="7714" y="10116"/>
                    <a:pt x="7779" y="7668"/>
                  </a:cubicBezTo>
                  <a:cubicBezTo>
                    <a:pt x="7843" y="5220"/>
                    <a:pt x="7971" y="3492"/>
                    <a:pt x="7843" y="3348"/>
                  </a:cubicBezTo>
                  <a:cubicBezTo>
                    <a:pt x="7714" y="3204"/>
                    <a:pt x="7329" y="4644"/>
                    <a:pt x="6943" y="6804"/>
                  </a:cubicBezTo>
                  <a:cubicBezTo>
                    <a:pt x="6557" y="8964"/>
                    <a:pt x="6171" y="11844"/>
                    <a:pt x="5786" y="14004"/>
                  </a:cubicBezTo>
                  <a:cubicBezTo>
                    <a:pt x="5400" y="16164"/>
                    <a:pt x="5014" y="17604"/>
                    <a:pt x="4757" y="17604"/>
                  </a:cubicBezTo>
                  <a:cubicBezTo>
                    <a:pt x="4500" y="17604"/>
                    <a:pt x="4371" y="16164"/>
                    <a:pt x="4371" y="13716"/>
                  </a:cubicBezTo>
                  <a:cubicBezTo>
                    <a:pt x="4371" y="11268"/>
                    <a:pt x="4500" y="7812"/>
                    <a:pt x="4500" y="6804"/>
                  </a:cubicBezTo>
                  <a:cubicBezTo>
                    <a:pt x="4500" y="5796"/>
                    <a:pt x="4371" y="7236"/>
                    <a:pt x="4179" y="8676"/>
                  </a:cubicBezTo>
                  <a:cubicBezTo>
                    <a:pt x="3986" y="10116"/>
                    <a:pt x="3729" y="11556"/>
                    <a:pt x="3407" y="12852"/>
                  </a:cubicBezTo>
                  <a:cubicBezTo>
                    <a:pt x="3086" y="14148"/>
                    <a:pt x="2700" y="15300"/>
                    <a:pt x="2507" y="15156"/>
                  </a:cubicBezTo>
                  <a:cubicBezTo>
                    <a:pt x="2314" y="15012"/>
                    <a:pt x="2314" y="13572"/>
                    <a:pt x="1929" y="12276"/>
                  </a:cubicBezTo>
                  <a:cubicBezTo>
                    <a:pt x="1543" y="10980"/>
                    <a:pt x="771" y="9828"/>
                    <a:pt x="0" y="8676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1" name="Línea"/>
            <p:cNvSpPr/>
            <p:nvPr/>
          </p:nvSpPr>
          <p:spPr>
            <a:xfrm>
              <a:off x="10416761" y="2341830"/>
              <a:ext cx="29678" cy="2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2" name="Línea"/>
            <p:cNvSpPr/>
            <p:nvPr/>
          </p:nvSpPr>
          <p:spPr>
            <a:xfrm>
              <a:off x="10812459" y="2124196"/>
              <a:ext cx="1" cy="187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3" name="Línea"/>
            <p:cNvSpPr/>
            <p:nvPr/>
          </p:nvSpPr>
          <p:spPr>
            <a:xfrm>
              <a:off x="10367298" y="2331938"/>
              <a:ext cx="435270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7509" y="18000"/>
                    <a:pt x="13418" y="14400"/>
                    <a:pt x="9818" y="10800"/>
                  </a:cubicBezTo>
                  <a:cubicBezTo>
                    <a:pt x="6218" y="7200"/>
                    <a:pt x="3109" y="3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4" name="Línea"/>
            <p:cNvSpPr/>
            <p:nvPr/>
          </p:nvSpPr>
          <p:spPr>
            <a:xfrm>
              <a:off x="10367298" y="2074740"/>
              <a:ext cx="385807" cy="270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9" fill="norm" stroke="1" extrusionOk="0">
                  <a:moveTo>
                    <a:pt x="3877" y="2341"/>
                  </a:moveTo>
                  <a:cubicBezTo>
                    <a:pt x="4062" y="3903"/>
                    <a:pt x="4246" y="5464"/>
                    <a:pt x="4338" y="5594"/>
                  </a:cubicBezTo>
                  <a:cubicBezTo>
                    <a:pt x="4431" y="5725"/>
                    <a:pt x="4431" y="4423"/>
                    <a:pt x="4523" y="3122"/>
                  </a:cubicBezTo>
                  <a:cubicBezTo>
                    <a:pt x="4615" y="1821"/>
                    <a:pt x="4800" y="520"/>
                    <a:pt x="5077" y="520"/>
                  </a:cubicBezTo>
                  <a:cubicBezTo>
                    <a:pt x="5354" y="520"/>
                    <a:pt x="5723" y="1821"/>
                    <a:pt x="6000" y="3643"/>
                  </a:cubicBezTo>
                  <a:cubicBezTo>
                    <a:pt x="6277" y="5464"/>
                    <a:pt x="6462" y="7806"/>
                    <a:pt x="6554" y="8327"/>
                  </a:cubicBezTo>
                  <a:cubicBezTo>
                    <a:pt x="6646" y="8847"/>
                    <a:pt x="6646" y="7546"/>
                    <a:pt x="6831" y="6245"/>
                  </a:cubicBezTo>
                  <a:cubicBezTo>
                    <a:pt x="7015" y="4944"/>
                    <a:pt x="7385" y="3643"/>
                    <a:pt x="7938" y="3382"/>
                  </a:cubicBezTo>
                  <a:cubicBezTo>
                    <a:pt x="8492" y="3122"/>
                    <a:pt x="9231" y="3903"/>
                    <a:pt x="9692" y="5594"/>
                  </a:cubicBezTo>
                  <a:cubicBezTo>
                    <a:pt x="10154" y="7286"/>
                    <a:pt x="10338" y="9888"/>
                    <a:pt x="10431" y="12361"/>
                  </a:cubicBezTo>
                  <a:cubicBezTo>
                    <a:pt x="10523" y="14833"/>
                    <a:pt x="10523" y="17175"/>
                    <a:pt x="10431" y="17566"/>
                  </a:cubicBezTo>
                  <a:cubicBezTo>
                    <a:pt x="10338" y="17956"/>
                    <a:pt x="10154" y="16394"/>
                    <a:pt x="10062" y="14052"/>
                  </a:cubicBezTo>
                  <a:cubicBezTo>
                    <a:pt x="9969" y="11710"/>
                    <a:pt x="9969" y="8587"/>
                    <a:pt x="10062" y="6245"/>
                  </a:cubicBezTo>
                  <a:cubicBezTo>
                    <a:pt x="10154" y="3903"/>
                    <a:pt x="10338" y="2341"/>
                    <a:pt x="10892" y="1300"/>
                  </a:cubicBezTo>
                  <a:cubicBezTo>
                    <a:pt x="11446" y="259"/>
                    <a:pt x="12369" y="-261"/>
                    <a:pt x="13015" y="129"/>
                  </a:cubicBezTo>
                  <a:cubicBezTo>
                    <a:pt x="13662" y="520"/>
                    <a:pt x="14031" y="1821"/>
                    <a:pt x="14215" y="4553"/>
                  </a:cubicBezTo>
                  <a:cubicBezTo>
                    <a:pt x="14400" y="7286"/>
                    <a:pt x="14400" y="11450"/>
                    <a:pt x="14308" y="14182"/>
                  </a:cubicBezTo>
                  <a:cubicBezTo>
                    <a:pt x="14215" y="16915"/>
                    <a:pt x="14031" y="18216"/>
                    <a:pt x="13754" y="18216"/>
                  </a:cubicBezTo>
                  <a:cubicBezTo>
                    <a:pt x="13477" y="18216"/>
                    <a:pt x="13108" y="16915"/>
                    <a:pt x="12923" y="14963"/>
                  </a:cubicBezTo>
                  <a:cubicBezTo>
                    <a:pt x="12738" y="13011"/>
                    <a:pt x="12738" y="10409"/>
                    <a:pt x="12923" y="8457"/>
                  </a:cubicBezTo>
                  <a:cubicBezTo>
                    <a:pt x="13108" y="6505"/>
                    <a:pt x="13477" y="5204"/>
                    <a:pt x="14031" y="4163"/>
                  </a:cubicBezTo>
                  <a:cubicBezTo>
                    <a:pt x="14585" y="3122"/>
                    <a:pt x="15323" y="2341"/>
                    <a:pt x="15969" y="2472"/>
                  </a:cubicBezTo>
                  <a:cubicBezTo>
                    <a:pt x="16615" y="2602"/>
                    <a:pt x="17169" y="3643"/>
                    <a:pt x="17631" y="5594"/>
                  </a:cubicBezTo>
                  <a:cubicBezTo>
                    <a:pt x="18092" y="7546"/>
                    <a:pt x="18462" y="10409"/>
                    <a:pt x="18554" y="12881"/>
                  </a:cubicBezTo>
                  <a:cubicBezTo>
                    <a:pt x="18646" y="15353"/>
                    <a:pt x="18462" y="17435"/>
                    <a:pt x="18185" y="17305"/>
                  </a:cubicBezTo>
                  <a:cubicBezTo>
                    <a:pt x="17908" y="17175"/>
                    <a:pt x="17538" y="14833"/>
                    <a:pt x="17354" y="12231"/>
                  </a:cubicBezTo>
                  <a:cubicBezTo>
                    <a:pt x="17169" y="9628"/>
                    <a:pt x="17169" y="6766"/>
                    <a:pt x="17262" y="4684"/>
                  </a:cubicBezTo>
                  <a:cubicBezTo>
                    <a:pt x="17354" y="2602"/>
                    <a:pt x="17538" y="1300"/>
                    <a:pt x="18000" y="1040"/>
                  </a:cubicBezTo>
                  <a:cubicBezTo>
                    <a:pt x="18462" y="780"/>
                    <a:pt x="19200" y="1561"/>
                    <a:pt x="19846" y="4033"/>
                  </a:cubicBezTo>
                  <a:cubicBezTo>
                    <a:pt x="20492" y="6505"/>
                    <a:pt x="21046" y="10669"/>
                    <a:pt x="21323" y="13402"/>
                  </a:cubicBezTo>
                  <a:cubicBezTo>
                    <a:pt x="21600" y="16134"/>
                    <a:pt x="21600" y="17435"/>
                    <a:pt x="21600" y="18737"/>
                  </a:cubicBezTo>
                  <a:cubicBezTo>
                    <a:pt x="21600" y="20038"/>
                    <a:pt x="21600" y="21339"/>
                    <a:pt x="21323" y="21339"/>
                  </a:cubicBezTo>
                  <a:cubicBezTo>
                    <a:pt x="21046" y="21339"/>
                    <a:pt x="20492" y="20038"/>
                    <a:pt x="20031" y="17435"/>
                  </a:cubicBezTo>
                  <a:cubicBezTo>
                    <a:pt x="19569" y="14833"/>
                    <a:pt x="19200" y="10929"/>
                    <a:pt x="19015" y="8327"/>
                  </a:cubicBezTo>
                  <a:cubicBezTo>
                    <a:pt x="18831" y="5725"/>
                    <a:pt x="18831" y="4423"/>
                    <a:pt x="19108" y="3252"/>
                  </a:cubicBezTo>
                  <a:cubicBezTo>
                    <a:pt x="19385" y="2081"/>
                    <a:pt x="19938" y="1040"/>
                    <a:pt x="20308" y="1170"/>
                  </a:cubicBezTo>
                  <a:cubicBezTo>
                    <a:pt x="20677" y="1300"/>
                    <a:pt x="20862" y="2602"/>
                    <a:pt x="20954" y="4553"/>
                  </a:cubicBezTo>
                  <a:cubicBezTo>
                    <a:pt x="21046" y="6505"/>
                    <a:pt x="21046" y="9108"/>
                    <a:pt x="20862" y="11059"/>
                  </a:cubicBezTo>
                  <a:cubicBezTo>
                    <a:pt x="20677" y="13011"/>
                    <a:pt x="20308" y="14312"/>
                    <a:pt x="19662" y="15223"/>
                  </a:cubicBezTo>
                  <a:cubicBezTo>
                    <a:pt x="19015" y="16134"/>
                    <a:pt x="18092" y="16655"/>
                    <a:pt x="17262" y="16525"/>
                  </a:cubicBezTo>
                  <a:cubicBezTo>
                    <a:pt x="16431" y="16394"/>
                    <a:pt x="15692" y="15614"/>
                    <a:pt x="14862" y="13792"/>
                  </a:cubicBezTo>
                  <a:cubicBezTo>
                    <a:pt x="14031" y="11970"/>
                    <a:pt x="13108" y="9108"/>
                    <a:pt x="12369" y="7156"/>
                  </a:cubicBezTo>
                  <a:cubicBezTo>
                    <a:pt x="11631" y="5204"/>
                    <a:pt x="11077" y="4163"/>
                    <a:pt x="10800" y="4293"/>
                  </a:cubicBezTo>
                  <a:cubicBezTo>
                    <a:pt x="10523" y="4423"/>
                    <a:pt x="10523" y="5725"/>
                    <a:pt x="10431" y="7676"/>
                  </a:cubicBezTo>
                  <a:cubicBezTo>
                    <a:pt x="10338" y="9628"/>
                    <a:pt x="10154" y="12231"/>
                    <a:pt x="9785" y="14182"/>
                  </a:cubicBezTo>
                  <a:cubicBezTo>
                    <a:pt x="9415" y="16134"/>
                    <a:pt x="8862" y="17435"/>
                    <a:pt x="8308" y="17566"/>
                  </a:cubicBezTo>
                  <a:cubicBezTo>
                    <a:pt x="7754" y="17696"/>
                    <a:pt x="7200" y="16655"/>
                    <a:pt x="6554" y="14443"/>
                  </a:cubicBezTo>
                  <a:cubicBezTo>
                    <a:pt x="5908" y="12231"/>
                    <a:pt x="5169" y="8847"/>
                    <a:pt x="4615" y="6505"/>
                  </a:cubicBezTo>
                  <a:cubicBezTo>
                    <a:pt x="4062" y="4163"/>
                    <a:pt x="3692" y="2862"/>
                    <a:pt x="3508" y="2992"/>
                  </a:cubicBezTo>
                  <a:cubicBezTo>
                    <a:pt x="3323" y="3122"/>
                    <a:pt x="3323" y="4684"/>
                    <a:pt x="3323" y="6375"/>
                  </a:cubicBezTo>
                  <a:cubicBezTo>
                    <a:pt x="3323" y="8067"/>
                    <a:pt x="3323" y="9888"/>
                    <a:pt x="3231" y="11450"/>
                  </a:cubicBezTo>
                  <a:cubicBezTo>
                    <a:pt x="3138" y="13011"/>
                    <a:pt x="2954" y="14312"/>
                    <a:pt x="2400" y="15093"/>
                  </a:cubicBezTo>
                  <a:cubicBezTo>
                    <a:pt x="1846" y="15874"/>
                    <a:pt x="923" y="16134"/>
                    <a:pt x="0" y="16394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5" name="Línea"/>
            <p:cNvSpPr/>
            <p:nvPr/>
          </p:nvSpPr>
          <p:spPr>
            <a:xfrm>
              <a:off x="10812459" y="2262691"/>
              <a:ext cx="148388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6" name="Línea"/>
            <p:cNvSpPr/>
            <p:nvPr/>
          </p:nvSpPr>
          <p:spPr>
            <a:xfrm>
              <a:off x="10960846" y="2094519"/>
              <a:ext cx="9894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7" name="Línea"/>
            <p:cNvSpPr/>
            <p:nvPr/>
          </p:nvSpPr>
          <p:spPr>
            <a:xfrm>
              <a:off x="10823771" y="2104411"/>
              <a:ext cx="77720" cy="17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fill="norm" stroke="1" extrusionOk="0">
                  <a:moveTo>
                    <a:pt x="21212" y="0"/>
                  </a:moveTo>
                  <a:cubicBezTo>
                    <a:pt x="21212" y="2000"/>
                    <a:pt x="21212" y="4000"/>
                    <a:pt x="19862" y="4200"/>
                  </a:cubicBezTo>
                  <a:cubicBezTo>
                    <a:pt x="18512" y="4400"/>
                    <a:pt x="15812" y="2800"/>
                    <a:pt x="14912" y="3000"/>
                  </a:cubicBezTo>
                  <a:cubicBezTo>
                    <a:pt x="14012" y="3200"/>
                    <a:pt x="14912" y="5200"/>
                    <a:pt x="15362" y="8000"/>
                  </a:cubicBezTo>
                  <a:cubicBezTo>
                    <a:pt x="15812" y="10800"/>
                    <a:pt x="15812" y="14400"/>
                    <a:pt x="14462" y="15400"/>
                  </a:cubicBezTo>
                  <a:cubicBezTo>
                    <a:pt x="13112" y="16400"/>
                    <a:pt x="10412" y="14800"/>
                    <a:pt x="8612" y="13000"/>
                  </a:cubicBezTo>
                  <a:cubicBezTo>
                    <a:pt x="6812" y="11200"/>
                    <a:pt x="5912" y="9200"/>
                    <a:pt x="5012" y="7200"/>
                  </a:cubicBezTo>
                  <a:cubicBezTo>
                    <a:pt x="4112" y="5200"/>
                    <a:pt x="3212" y="3200"/>
                    <a:pt x="3212" y="3200"/>
                  </a:cubicBezTo>
                  <a:cubicBezTo>
                    <a:pt x="3212" y="3200"/>
                    <a:pt x="4112" y="5200"/>
                    <a:pt x="5462" y="7200"/>
                  </a:cubicBezTo>
                  <a:cubicBezTo>
                    <a:pt x="6812" y="9200"/>
                    <a:pt x="8612" y="11200"/>
                    <a:pt x="7712" y="11000"/>
                  </a:cubicBezTo>
                  <a:cubicBezTo>
                    <a:pt x="6812" y="10800"/>
                    <a:pt x="3212" y="8400"/>
                    <a:pt x="1412" y="8200"/>
                  </a:cubicBezTo>
                  <a:cubicBezTo>
                    <a:pt x="-388" y="8000"/>
                    <a:pt x="-388" y="10000"/>
                    <a:pt x="962" y="12600"/>
                  </a:cubicBezTo>
                  <a:cubicBezTo>
                    <a:pt x="2312" y="15200"/>
                    <a:pt x="5012" y="18400"/>
                    <a:pt x="7712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8" name="Línea"/>
            <p:cNvSpPr/>
            <p:nvPr/>
          </p:nvSpPr>
          <p:spPr>
            <a:xfrm>
              <a:off x="10456330" y="1510864"/>
              <a:ext cx="395700" cy="19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600" y="18000"/>
                    <a:pt x="7200" y="14400"/>
                    <a:pt x="10800" y="10800"/>
                  </a:cubicBezTo>
                  <a:cubicBezTo>
                    <a:pt x="14400" y="7200"/>
                    <a:pt x="18000" y="36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59" name="Línea"/>
            <p:cNvSpPr/>
            <p:nvPr/>
          </p:nvSpPr>
          <p:spPr>
            <a:xfrm>
              <a:off x="10450935" y="1533494"/>
              <a:ext cx="410987" cy="227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033" fill="norm" stroke="1" extrusionOk="0">
                  <a:moveTo>
                    <a:pt x="18945" y="650"/>
                  </a:moveTo>
                  <a:cubicBezTo>
                    <a:pt x="19809" y="346"/>
                    <a:pt x="20673" y="41"/>
                    <a:pt x="21105" y="650"/>
                  </a:cubicBezTo>
                  <a:cubicBezTo>
                    <a:pt x="21537" y="1258"/>
                    <a:pt x="21537" y="2779"/>
                    <a:pt x="21537" y="5822"/>
                  </a:cubicBezTo>
                  <a:cubicBezTo>
                    <a:pt x="21537" y="8864"/>
                    <a:pt x="21537" y="13427"/>
                    <a:pt x="21451" y="16470"/>
                  </a:cubicBezTo>
                  <a:cubicBezTo>
                    <a:pt x="21364" y="19512"/>
                    <a:pt x="21191" y="21033"/>
                    <a:pt x="20932" y="21033"/>
                  </a:cubicBezTo>
                  <a:cubicBezTo>
                    <a:pt x="20673" y="21033"/>
                    <a:pt x="20327" y="19512"/>
                    <a:pt x="19982" y="17230"/>
                  </a:cubicBezTo>
                  <a:cubicBezTo>
                    <a:pt x="19636" y="14948"/>
                    <a:pt x="19291" y="11906"/>
                    <a:pt x="19031" y="9625"/>
                  </a:cubicBezTo>
                  <a:cubicBezTo>
                    <a:pt x="18772" y="7343"/>
                    <a:pt x="18599" y="5822"/>
                    <a:pt x="18513" y="5822"/>
                  </a:cubicBezTo>
                  <a:cubicBezTo>
                    <a:pt x="18427" y="5822"/>
                    <a:pt x="18427" y="7343"/>
                    <a:pt x="18427" y="8864"/>
                  </a:cubicBezTo>
                  <a:cubicBezTo>
                    <a:pt x="18427" y="10385"/>
                    <a:pt x="18427" y="11906"/>
                    <a:pt x="18340" y="13427"/>
                  </a:cubicBezTo>
                  <a:cubicBezTo>
                    <a:pt x="18254" y="14948"/>
                    <a:pt x="18081" y="16470"/>
                    <a:pt x="17822" y="16470"/>
                  </a:cubicBezTo>
                  <a:cubicBezTo>
                    <a:pt x="17563" y="16470"/>
                    <a:pt x="17217" y="14948"/>
                    <a:pt x="16871" y="13275"/>
                  </a:cubicBezTo>
                  <a:cubicBezTo>
                    <a:pt x="16526" y="11602"/>
                    <a:pt x="16180" y="9777"/>
                    <a:pt x="15921" y="8103"/>
                  </a:cubicBezTo>
                  <a:cubicBezTo>
                    <a:pt x="15662" y="6430"/>
                    <a:pt x="15489" y="4909"/>
                    <a:pt x="15403" y="4909"/>
                  </a:cubicBezTo>
                  <a:cubicBezTo>
                    <a:pt x="15316" y="4909"/>
                    <a:pt x="15316" y="6430"/>
                    <a:pt x="15403" y="7951"/>
                  </a:cubicBezTo>
                  <a:cubicBezTo>
                    <a:pt x="15489" y="9472"/>
                    <a:pt x="15662" y="10994"/>
                    <a:pt x="15662" y="12971"/>
                  </a:cubicBezTo>
                  <a:cubicBezTo>
                    <a:pt x="15662" y="14948"/>
                    <a:pt x="15489" y="17382"/>
                    <a:pt x="15057" y="17991"/>
                  </a:cubicBezTo>
                  <a:cubicBezTo>
                    <a:pt x="14625" y="18599"/>
                    <a:pt x="13934" y="17382"/>
                    <a:pt x="13156" y="14492"/>
                  </a:cubicBezTo>
                  <a:cubicBezTo>
                    <a:pt x="12379" y="11602"/>
                    <a:pt x="11515" y="7039"/>
                    <a:pt x="10910" y="3996"/>
                  </a:cubicBezTo>
                  <a:cubicBezTo>
                    <a:pt x="10305" y="954"/>
                    <a:pt x="9959" y="-567"/>
                    <a:pt x="9959" y="194"/>
                  </a:cubicBezTo>
                  <a:cubicBezTo>
                    <a:pt x="9959" y="954"/>
                    <a:pt x="10305" y="3996"/>
                    <a:pt x="10478" y="7191"/>
                  </a:cubicBezTo>
                  <a:cubicBezTo>
                    <a:pt x="10651" y="10385"/>
                    <a:pt x="10651" y="13732"/>
                    <a:pt x="10564" y="16165"/>
                  </a:cubicBezTo>
                  <a:cubicBezTo>
                    <a:pt x="10478" y="18599"/>
                    <a:pt x="10305" y="20120"/>
                    <a:pt x="9787" y="20577"/>
                  </a:cubicBezTo>
                  <a:cubicBezTo>
                    <a:pt x="9268" y="21033"/>
                    <a:pt x="8404" y="20425"/>
                    <a:pt x="7713" y="18599"/>
                  </a:cubicBezTo>
                  <a:cubicBezTo>
                    <a:pt x="7022" y="16774"/>
                    <a:pt x="6503" y="13732"/>
                    <a:pt x="5985" y="11450"/>
                  </a:cubicBezTo>
                  <a:cubicBezTo>
                    <a:pt x="5467" y="9168"/>
                    <a:pt x="4948" y="7647"/>
                    <a:pt x="4603" y="5974"/>
                  </a:cubicBezTo>
                  <a:cubicBezTo>
                    <a:pt x="4257" y="4301"/>
                    <a:pt x="4084" y="2475"/>
                    <a:pt x="3998" y="2475"/>
                  </a:cubicBezTo>
                  <a:cubicBezTo>
                    <a:pt x="3911" y="2475"/>
                    <a:pt x="3911" y="4301"/>
                    <a:pt x="3998" y="6887"/>
                  </a:cubicBezTo>
                  <a:cubicBezTo>
                    <a:pt x="4084" y="9472"/>
                    <a:pt x="4257" y="12819"/>
                    <a:pt x="4343" y="15253"/>
                  </a:cubicBezTo>
                  <a:cubicBezTo>
                    <a:pt x="4430" y="17687"/>
                    <a:pt x="4430" y="19208"/>
                    <a:pt x="3998" y="19360"/>
                  </a:cubicBezTo>
                  <a:cubicBezTo>
                    <a:pt x="3566" y="19512"/>
                    <a:pt x="2702" y="18295"/>
                    <a:pt x="2097" y="16317"/>
                  </a:cubicBezTo>
                  <a:cubicBezTo>
                    <a:pt x="1492" y="14340"/>
                    <a:pt x="1147" y="11602"/>
                    <a:pt x="801" y="9168"/>
                  </a:cubicBezTo>
                  <a:cubicBezTo>
                    <a:pt x="455" y="6734"/>
                    <a:pt x="110" y="4605"/>
                    <a:pt x="23" y="4301"/>
                  </a:cubicBezTo>
                  <a:cubicBezTo>
                    <a:pt x="-63" y="3996"/>
                    <a:pt x="110" y="5518"/>
                    <a:pt x="196" y="8560"/>
                  </a:cubicBezTo>
                  <a:cubicBezTo>
                    <a:pt x="283" y="11602"/>
                    <a:pt x="283" y="16165"/>
                    <a:pt x="283" y="20729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0" name="Línea"/>
            <p:cNvSpPr/>
            <p:nvPr/>
          </p:nvSpPr>
          <p:spPr>
            <a:xfrm>
              <a:off x="10683857" y="1370460"/>
              <a:ext cx="290678" cy="100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307" fill="norm" stroke="1" extrusionOk="0">
                  <a:moveTo>
                    <a:pt x="0" y="4584"/>
                  </a:moveTo>
                  <a:cubicBezTo>
                    <a:pt x="4854" y="3888"/>
                    <a:pt x="9708" y="3191"/>
                    <a:pt x="12742" y="2842"/>
                  </a:cubicBezTo>
                  <a:cubicBezTo>
                    <a:pt x="15775" y="2494"/>
                    <a:pt x="16989" y="2494"/>
                    <a:pt x="18324" y="1797"/>
                  </a:cubicBezTo>
                  <a:cubicBezTo>
                    <a:pt x="19658" y="1101"/>
                    <a:pt x="21115" y="-293"/>
                    <a:pt x="21357" y="55"/>
                  </a:cubicBezTo>
                  <a:cubicBezTo>
                    <a:pt x="21600" y="404"/>
                    <a:pt x="20629" y="2494"/>
                    <a:pt x="18688" y="6326"/>
                  </a:cubicBezTo>
                  <a:cubicBezTo>
                    <a:pt x="16746" y="10159"/>
                    <a:pt x="13834" y="15733"/>
                    <a:pt x="10921" y="21307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1" name="Línea"/>
            <p:cNvSpPr/>
            <p:nvPr/>
          </p:nvSpPr>
          <p:spPr>
            <a:xfrm>
              <a:off x="10980631" y="1411939"/>
              <a:ext cx="9893" cy="286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2" name="Línea"/>
            <p:cNvSpPr/>
            <p:nvPr/>
          </p:nvSpPr>
          <p:spPr>
            <a:xfrm>
              <a:off x="10904788" y="1471294"/>
              <a:ext cx="64952" cy="18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fill="norm" stroke="1" extrusionOk="0">
                  <a:moveTo>
                    <a:pt x="15120" y="0"/>
                  </a:moveTo>
                  <a:cubicBezTo>
                    <a:pt x="17280" y="3789"/>
                    <a:pt x="19440" y="7579"/>
                    <a:pt x="20520" y="10421"/>
                  </a:cubicBezTo>
                  <a:cubicBezTo>
                    <a:pt x="21600" y="13263"/>
                    <a:pt x="21600" y="15158"/>
                    <a:pt x="19980" y="16863"/>
                  </a:cubicBezTo>
                  <a:cubicBezTo>
                    <a:pt x="18360" y="18568"/>
                    <a:pt x="15120" y="20084"/>
                    <a:pt x="12420" y="19705"/>
                  </a:cubicBezTo>
                  <a:cubicBezTo>
                    <a:pt x="9720" y="19326"/>
                    <a:pt x="7560" y="17053"/>
                    <a:pt x="5940" y="14779"/>
                  </a:cubicBezTo>
                  <a:cubicBezTo>
                    <a:pt x="4320" y="12505"/>
                    <a:pt x="3240" y="10232"/>
                    <a:pt x="2160" y="8147"/>
                  </a:cubicBezTo>
                  <a:cubicBezTo>
                    <a:pt x="1080" y="6063"/>
                    <a:pt x="0" y="4168"/>
                    <a:pt x="0" y="4358"/>
                  </a:cubicBezTo>
                  <a:cubicBezTo>
                    <a:pt x="0" y="4547"/>
                    <a:pt x="1080" y="6821"/>
                    <a:pt x="1620" y="10042"/>
                  </a:cubicBezTo>
                  <a:cubicBezTo>
                    <a:pt x="2160" y="13263"/>
                    <a:pt x="2160" y="17432"/>
                    <a:pt x="216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3" name="Línea"/>
            <p:cNvSpPr/>
            <p:nvPr/>
          </p:nvSpPr>
          <p:spPr>
            <a:xfrm>
              <a:off x="10525165" y="1418534"/>
              <a:ext cx="380137" cy="72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600" fill="norm" stroke="1" extrusionOk="0">
                  <a:moveTo>
                    <a:pt x="19962" y="21600"/>
                  </a:moveTo>
                  <a:cubicBezTo>
                    <a:pt x="20701" y="18655"/>
                    <a:pt x="21439" y="15709"/>
                    <a:pt x="21254" y="14236"/>
                  </a:cubicBezTo>
                  <a:cubicBezTo>
                    <a:pt x="21070" y="12764"/>
                    <a:pt x="19962" y="12764"/>
                    <a:pt x="17101" y="12273"/>
                  </a:cubicBezTo>
                  <a:cubicBezTo>
                    <a:pt x="14239" y="11782"/>
                    <a:pt x="9624" y="10800"/>
                    <a:pt x="6854" y="10800"/>
                  </a:cubicBezTo>
                  <a:cubicBezTo>
                    <a:pt x="4085" y="10800"/>
                    <a:pt x="3162" y="11782"/>
                    <a:pt x="3162" y="11782"/>
                  </a:cubicBezTo>
                  <a:cubicBezTo>
                    <a:pt x="3162" y="11782"/>
                    <a:pt x="4085" y="10800"/>
                    <a:pt x="6024" y="9327"/>
                  </a:cubicBezTo>
                  <a:cubicBezTo>
                    <a:pt x="7962" y="7855"/>
                    <a:pt x="10916" y="5891"/>
                    <a:pt x="12854" y="3927"/>
                  </a:cubicBezTo>
                  <a:cubicBezTo>
                    <a:pt x="14793" y="1964"/>
                    <a:pt x="15716" y="0"/>
                    <a:pt x="15716" y="0"/>
                  </a:cubicBezTo>
                  <a:cubicBezTo>
                    <a:pt x="15716" y="0"/>
                    <a:pt x="14793" y="1964"/>
                    <a:pt x="12485" y="4909"/>
                  </a:cubicBezTo>
                  <a:cubicBezTo>
                    <a:pt x="10177" y="7855"/>
                    <a:pt x="6485" y="11782"/>
                    <a:pt x="3993" y="14236"/>
                  </a:cubicBezTo>
                  <a:cubicBezTo>
                    <a:pt x="1501" y="16691"/>
                    <a:pt x="208" y="17673"/>
                    <a:pt x="24" y="18164"/>
                  </a:cubicBezTo>
                  <a:cubicBezTo>
                    <a:pt x="-161" y="18655"/>
                    <a:pt x="762" y="18655"/>
                    <a:pt x="2701" y="17182"/>
                  </a:cubicBezTo>
                  <a:cubicBezTo>
                    <a:pt x="4639" y="15709"/>
                    <a:pt x="7593" y="12764"/>
                    <a:pt x="10547" y="9818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4" name="Línea"/>
            <p:cNvSpPr/>
            <p:nvPr/>
          </p:nvSpPr>
          <p:spPr>
            <a:xfrm>
              <a:off x="10406868" y="2866131"/>
              <a:ext cx="89033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5" name="Línea"/>
            <p:cNvSpPr/>
            <p:nvPr/>
          </p:nvSpPr>
          <p:spPr>
            <a:xfrm>
              <a:off x="10466223" y="2866131"/>
              <a:ext cx="19786" cy="227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6" name="Línea"/>
            <p:cNvSpPr/>
            <p:nvPr/>
          </p:nvSpPr>
          <p:spPr>
            <a:xfrm>
              <a:off x="10347513" y="3113442"/>
              <a:ext cx="98926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7" name="Línea"/>
            <p:cNvSpPr/>
            <p:nvPr/>
          </p:nvSpPr>
          <p:spPr>
            <a:xfrm>
              <a:off x="10495901" y="2747421"/>
              <a:ext cx="138495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8" name="Línea"/>
            <p:cNvSpPr/>
            <p:nvPr/>
          </p:nvSpPr>
          <p:spPr>
            <a:xfrm>
              <a:off x="10555254" y="2717744"/>
              <a:ext cx="89034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69" name="Línea"/>
            <p:cNvSpPr/>
            <p:nvPr/>
          </p:nvSpPr>
          <p:spPr>
            <a:xfrm>
              <a:off x="10436545" y="2737529"/>
              <a:ext cx="128603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000"/>
                    <a:pt x="21600" y="8000"/>
                    <a:pt x="18000" y="11600"/>
                  </a:cubicBezTo>
                  <a:cubicBezTo>
                    <a:pt x="14400" y="15200"/>
                    <a:pt x="7200" y="18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0" name="Línea"/>
            <p:cNvSpPr/>
            <p:nvPr/>
          </p:nvSpPr>
          <p:spPr>
            <a:xfrm>
              <a:off x="10634395" y="2710502"/>
              <a:ext cx="44929" cy="2347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359" fill="norm" stroke="1" extrusionOk="0">
                  <a:moveTo>
                    <a:pt x="0" y="1559"/>
                  </a:moveTo>
                  <a:cubicBezTo>
                    <a:pt x="6171" y="659"/>
                    <a:pt x="12343" y="-241"/>
                    <a:pt x="16200" y="59"/>
                  </a:cubicBezTo>
                  <a:cubicBezTo>
                    <a:pt x="20057" y="359"/>
                    <a:pt x="21600" y="1859"/>
                    <a:pt x="20829" y="5609"/>
                  </a:cubicBezTo>
                  <a:cubicBezTo>
                    <a:pt x="20057" y="9359"/>
                    <a:pt x="16971" y="15359"/>
                    <a:pt x="13886" y="21359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1" name="Línea"/>
            <p:cNvSpPr/>
            <p:nvPr/>
          </p:nvSpPr>
          <p:spPr>
            <a:xfrm>
              <a:off x="10476115" y="2955163"/>
              <a:ext cx="16817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2" name="Línea"/>
            <p:cNvSpPr/>
            <p:nvPr/>
          </p:nvSpPr>
          <p:spPr>
            <a:xfrm>
              <a:off x="10495901" y="2786991"/>
              <a:ext cx="124077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18758" y="0"/>
                  </a:moveTo>
                  <a:cubicBezTo>
                    <a:pt x="19895" y="3273"/>
                    <a:pt x="21032" y="6545"/>
                    <a:pt x="21316" y="9000"/>
                  </a:cubicBezTo>
                  <a:cubicBezTo>
                    <a:pt x="21600" y="11455"/>
                    <a:pt x="21032" y="13091"/>
                    <a:pt x="19895" y="14891"/>
                  </a:cubicBezTo>
                  <a:cubicBezTo>
                    <a:pt x="18758" y="16691"/>
                    <a:pt x="17053" y="18655"/>
                    <a:pt x="15632" y="18818"/>
                  </a:cubicBezTo>
                  <a:cubicBezTo>
                    <a:pt x="14211" y="18982"/>
                    <a:pt x="13074" y="17345"/>
                    <a:pt x="12221" y="15709"/>
                  </a:cubicBezTo>
                  <a:cubicBezTo>
                    <a:pt x="11368" y="14073"/>
                    <a:pt x="10800" y="12436"/>
                    <a:pt x="10516" y="10800"/>
                  </a:cubicBezTo>
                  <a:cubicBezTo>
                    <a:pt x="10231" y="9164"/>
                    <a:pt x="10231" y="7527"/>
                    <a:pt x="10231" y="7527"/>
                  </a:cubicBezTo>
                  <a:cubicBezTo>
                    <a:pt x="10231" y="7527"/>
                    <a:pt x="10231" y="9164"/>
                    <a:pt x="10231" y="10964"/>
                  </a:cubicBezTo>
                  <a:cubicBezTo>
                    <a:pt x="10231" y="12764"/>
                    <a:pt x="10231" y="14727"/>
                    <a:pt x="9663" y="16527"/>
                  </a:cubicBezTo>
                  <a:cubicBezTo>
                    <a:pt x="9095" y="18327"/>
                    <a:pt x="7958" y="19964"/>
                    <a:pt x="6253" y="19800"/>
                  </a:cubicBezTo>
                  <a:cubicBezTo>
                    <a:pt x="4547" y="19636"/>
                    <a:pt x="2274" y="17673"/>
                    <a:pt x="1137" y="17673"/>
                  </a:cubicBezTo>
                  <a:cubicBezTo>
                    <a:pt x="0" y="17673"/>
                    <a:pt x="0" y="19636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3" name="Línea"/>
            <p:cNvSpPr/>
            <p:nvPr/>
          </p:nvSpPr>
          <p:spPr>
            <a:xfrm>
              <a:off x="10367298" y="2885916"/>
              <a:ext cx="59356" cy="18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3789"/>
                    <a:pt x="19200" y="7579"/>
                    <a:pt x="17400" y="10989"/>
                  </a:cubicBezTo>
                  <a:cubicBezTo>
                    <a:pt x="15600" y="14400"/>
                    <a:pt x="13200" y="17432"/>
                    <a:pt x="10800" y="17811"/>
                  </a:cubicBezTo>
                  <a:cubicBezTo>
                    <a:pt x="8400" y="18189"/>
                    <a:pt x="6000" y="15916"/>
                    <a:pt x="4200" y="13832"/>
                  </a:cubicBezTo>
                  <a:cubicBezTo>
                    <a:pt x="2400" y="11747"/>
                    <a:pt x="1200" y="9853"/>
                    <a:pt x="600" y="7958"/>
                  </a:cubicBezTo>
                  <a:cubicBezTo>
                    <a:pt x="0" y="6063"/>
                    <a:pt x="0" y="4168"/>
                    <a:pt x="0" y="6442"/>
                  </a:cubicBezTo>
                  <a:cubicBezTo>
                    <a:pt x="0" y="8716"/>
                    <a:pt x="0" y="1515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4" name="Línea"/>
            <p:cNvSpPr/>
            <p:nvPr/>
          </p:nvSpPr>
          <p:spPr>
            <a:xfrm>
              <a:off x="10436545" y="3242044"/>
              <a:ext cx="1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21600"/>
                  </a:moveTo>
                  <a:cubicBezTo>
                    <a:pt x="-5400" y="14400"/>
                    <a:pt x="-5400" y="7200"/>
                    <a:pt x="162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5" name="Línea"/>
            <p:cNvSpPr/>
            <p:nvPr/>
          </p:nvSpPr>
          <p:spPr>
            <a:xfrm>
              <a:off x="10396976" y="3162905"/>
              <a:ext cx="19786" cy="39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6" name="Línea"/>
            <p:cNvSpPr/>
            <p:nvPr/>
          </p:nvSpPr>
          <p:spPr>
            <a:xfrm>
              <a:off x="10367219" y="3340969"/>
              <a:ext cx="247391" cy="48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1060" fill="norm" stroke="1" extrusionOk="0">
                  <a:moveTo>
                    <a:pt x="860" y="0"/>
                  </a:moveTo>
                  <a:cubicBezTo>
                    <a:pt x="291" y="7200"/>
                    <a:pt x="-277" y="14400"/>
                    <a:pt x="149" y="18000"/>
                  </a:cubicBezTo>
                  <a:cubicBezTo>
                    <a:pt x="576" y="21600"/>
                    <a:pt x="1997" y="21600"/>
                    <a:pt x="5691" y="20160"/>
                  </a:cubicBezTo>
                  <a:cubicBezTo>
                    <a:pt x="9386" y="18720"/>
                    <a:pt x="15355" y="15840"/>
                    <a:pt x="21323" y="1296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7" name="Línea"/>
            <p:cNvSpPr/>
            <p:nvPr/>
          </p:nvSpPr>
          <p:spPr>
            <a:xfrm>
              <a:off x="10436545" y="3073872"/>
              <a:ext cx="217636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8" name="Línea"/>
            <p:cNvSpPr/>
            <p:nvPr/>
          </p:nvSpPr>
          <p:spPr>
            <a:xfrm>
              <a:off x="10396976" y="3123335"/>
              <a:ext cx="256793" cy="256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261" fill="norm" stroke="1" extrusionOk="0">
                  <a:moveTo>
                    <a:pt x="20769" y="0"/>
                  </a:moveTo>
                  <a:cubicBezTo>
                    <a:pt x="21046" y="5468"/>
                    <a:pt x="21323" y="10937"/>
                    <a:pt x="21462" y="14765"/>
                  </a:cubicBezTo>
                  <a:cubicBezTo>
                    <a:pt x="21600" y="18592"/>
                    <a:pt x="21600" y="20780"/>
                    <a:pt x="21462" y="21190"/>
                  </a:cubicBezTo>
                  <a:cubicBezTo>
                    <a:pt x="21323" y="21600"/>
                    <a:pt x="21046" y="20233"/>
                    <a:pt x="20631" y="17362"/>
                  </a:cubicBezTo>
                  <a:cubicBezTo>
                    <a:pt x="20215" y="14491"/>
                    <a:pt x="19662" y="10116"/>
                    <a:pt x="19108" y="6972"/>
                  </a:cubicBezTo>
                  <a:cubicBezTo>
                    <a:pt x="18554" y="3828"/>
                    <a:pt x="18000" y="1914"/>
                    <a:pt x="17723" y="1640"/>
                  </a:cubicBezTo>
                  <a:cubicBezTo>
                    <a:pt x="17446" y="1367"/>
                    <a:pt x="17446" y="2734"/>
                    <a:pt x="17446" y="5468"/>
                  </a:cubicBezTo>
                  <a:cubicBezTo>
                    <a:pt x="17446" y="8203"/>
                    <a:pt x="17446" y="12304"/>
                    <a:pt x="17446" y="15038"/>
                  </a:cubicBezTo>
                  <a:cubicBezTo>
                    <a:pt x="17446" y="17772"/>
                    <a:pt x="17446" y="19139"/>
                    <a:pt x="17169" y="19139"/>
                  </a:cubicBezTo>
                  <a:cubicBezTo>
                    <a:pt x="16892" y="19139"/>
                    <a:pt x="16338" y="17772"/>
                    <a:pt x="15508" y="15038"/>
                  </a:cubicBezTo>
                  <a:cubicBezTo>
                    <a:pt x="14677" y="12304"/>
                    <a:pt x="13569" y="8203"/>
                    <a:pt x="12877" y="5332"/>
                  </a:cubicBezTo>
                  <a:cubicBezTo>
                    <a:pt x="12185" y="2461"/>
                    <a:pt x="11908" y="820"/>
                    <a:pt x="11908" y="1504"/>
                  </a:cubicBezTo>
                  <a:cubicBezTo>
                    <a:pt x="11908" y="2187"/>
                    <a:pt x="12185" y="5195"/>
                    <a:pt x="12323" y="8066"/>
                  </a:cubicBezTo>
                  <a:cubicBezTo>
                    <a:pt x="12462" y="10937"/>
                    <a:pt x="12462" y="13671"/>
                    <a:pt x="12323" y="15722"/>
                  </a:cubicBezTo>
                  <a:cubicBezTo>
                    <a:pt x="12185" y="17772"/>
                    <a:pt x="11908" y="19139"/>
                    <a:pt x="11354" y="19139"/>
                  </a:cubicBezTo>
                  <a:cubicBezTo>
                    <a:pt x="10800" y="19139"/>
                    <a:pt x="9969" y="17772"/>
                    <a:pt x="9277" y="15585"/>
                  </a:cubicBezTo>
                  <a:cubicBezTo>
                    <a:pt x="8585" y="13397"/>
                    <a:pt x="8031" y="10390"/>
                    <a:pt x="7477" y="7929"/>
                  </a:cubicBezTo>
                  <a:cubicBezTo>
                    <a:pt x="6923" y="5468"/>
                    <a:pt x="6369" y="3554"/>
                    <a:pt x="6092" y="3418"/>
                  </a:cubicBezTo>
                  <a:cubicBezTo>
                    <a:pt x="5815" y="3281"/>
                    <a:pt x="5815" y="4922"/>
                    <a:pt x="5815" y="7246"/>
                  </a:cubicBezTo>
                  <a:cubicBezTo>
                    <a:pt x="5815" y="9570"/>
                    <a:pt x="5815" y="12577"/>
                    <a:pt x="5677" y="15038"/>
                  </a:cubicBezTo>
                  <a:cubicBezTo>
                    <a:pt x="5538" y="17499"/>
                    <a:pt x="5262" y="19413"/>
                    <a:pt x="4708" y="19549"/>
                  </a:cubicBezTo>
                  <a:cubicBezTo>
                    <a:pt x="4154" y="19686"/>
                    <a:pt x="3323" y="18046"/>
                    <a:pt x="2769" y="15585"/>
                  </a:cubicBezTo>
                  <a:cubicBezTo>
                    <a:pt x="2215" y="13124"/>
                    <a:pt x="1938" y="9843"/>
                    <a:pt x="1662" y="7382"/>
                  </a:cubicBezTo>
                  <a:cubicBezTo>
                    <a:pt x="1385" y="4922"/>
                    <a:pt x="1108" y="3281"/>
                    <a:pt x="969" y="3281"/>
                  </a:cubicBezTo>
                  <a:cubicBezTo>
                    <a:pt x="831" y="3281"/>
                    <a:pt x="831" y="4922"/>
                    <a:pt x="692" y="7246"/>
                  </a:cubicBezTo>
                  <a:cubicBezTo>
                    <a:pt x="554" y="9570"/>
                    <a:pt x="277" y="12577"/>
                    <a:pt x="0" y="1558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79" name="Línea"/>
            <p:cNvSpPr/>
            <p:nvPr/>
          </p:nvSpPr>
          <p:spPr>
            <a:xfrm>
              <a:off x="10673965" y="3014518"/>
              <a:ext cx="148388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800" y="4800"/>
                    <a:pt x="12000" y="9600"/>
                    <a:pt x="8400" y="13200"/>
                  </a:cubicBezTo>
                  <a:cubicBezTo>
                    <a:pt x="4800" y="16800"/>
                    <a:pt x="2400" y="192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0" name="Línea"/>
            <p:cNvSpPr/>
            <p:nvPr/>
          </p:nvSpPr>
          <p:spPr>
            <a:xfrm>
              <a:off x="10654179" y="2945270"/>
              <a:ext cx="187958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1" name="Línea"/>
            <p:cNvSpPr/>
            <p:nvPr/>
          </p:nvSpPr>
          <p:spPr>
            <a:xfrm>
              <a:off x="10601420" y="2974948"/>
              <a:ext cx="122007" cy="76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77" fill="norm" stroke="1" extrusionOk="0">
                  <a:moveTo>
                    <a:pt x="14595" y="0"/>
                  </a:moveTo>
                  <a:cubicBezTo>
                    <a:pt x="11676" y="2700"/>
                    <a:pt x="8757" y="5400"/>
                    <a:pt x="5838" y="7650"/>
                  </a:cubicBezTo>
                  <a:cubicBezTo>
                    <a:pt x="2919" y="9900"/>
                    <a:pt x="0" y="11700"/>
                    <a:pt x="0" y="13050"/>
                  </a:cubicBezTo>
                  <a:cubicBezTo>
                    <a:pt x="0" y="14400"/>
                    <a:pt x="2919" y="15300"/>
                    <a:pt x="5838" y="15300"/>
                  </a:cubicBezTo>
                  <a:cubicBezTo>
                    <a:pt x="8757" y="15300"/>
                    <a:pt x="11676" y="14400"/>
                    <a:pt x="14886" y="13050"/>
                  </a:cubicBezTo>
                  <a:cubicBezTo>
                    <a:pt x="18097" y="11700"/>
                    <a:pt x="21600" y="9900"/>
                    <a:pt x="21600" y="10350"/>
                  </a:cubicBezTo>
                  <a:cubicBezTo>
                    <a:pt x="21600" y="10800"/>
                    <a:pt x="18097" y="13500"/>
                    <a:pt x="14886" y="16200"/>
                  </a:cubicBezTo>
                  <a:cubicBezTo>
                    <a:pt x="11676" y="18900"/>
                    <a:pt x="8757" y="21600"/>
                    <a:pt x="9632" y="20700"/>
                  </a:cubicBezTo>
                  <a:cubicBezTo>
                    <a:pt x="10508" y="19800"/>
                    <a:pt x="15178" y="15300"/>
                    <a:pt x="19849" y="108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2" name="Línea"/>
            <p:cNvSpPr/>
            <p:nvPr/>
          </p:nvSpPr>
          <p:spPr>
            <a:xfrm>
              <a:off x="10842137" y="3004625"/>
              <a:ext cx="19785" cy="20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3" name="Línea"/>
            <p:cNvSpPr/>
            <p:nvPr/>
          </p:nvSpPr>
          <p:spPr>
            <a:xfrm>
              <a:off x="10664072" y="3232152"/>
              <a:ext cx="16817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4" name="Línea"/>
            <p:cNvSpPr/>
            <p:nvPr/>
          </p:nvSpPr>
          <p:spPr>
            <a:xfrm>
              <a:off x="10709364" y="3106847"/>
              <a:ext cx="109691" cy="204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3" h="21600" fill="norm" stroke="1" extrusionOk="0">
                  <a:moveTo>
                    <a:pt x="19862" y="697"/>
                  </a:moveTo>
                  <a:cubicBezTo>
                    <a:pt x="20498" y="2439"/>
                    <a:pt x="21133" y="4181"/>
                    <a:pt x="21133" y="5923"/>
                  </a:cubicBezTo>
                  <a:cubicBezTo>
                    <a:pt x="21133" y="7665"/>
                    <a:pt x="20498" y="9406"/>
                    <a:pt x="19545" y="9232"/>
                  </a:cubicBezTo>
                  <a:cubicBezTo>
                    <a:pt x="18592" y="9058"/>
                    <a:pt x="17321" y="6968"/>
                    <a:pt x="16368" y="4703"/>
                  </a:cubicBezTo>
                  <a:cubicBezTo>
                    <a:pt x="15415" y="2439"/>
                    <a:pt x="14780" y="0"/>
                    <a:pt x="14780" y="0"/>
                  </a:cubicBezTo>
                  <a:cubicBezTo>
                    <a:pt x="14780" y="0"/>
                    <a:pt x="15415" y="2439"/>
                    <a:pt x="15733" y="4529"/>
                  </a:cubicBezTo>
                  <a:cubicBezTo>
                    <a:pt x="16051" y="6619"/>
                    <a:pt x="16051" y="8361"/>
                    <a:pt x="16051" y="10103"/>
                  </a:cubicBezTo>
                  <a:cubicBezTo>
                    <a:pt x="16051" y="11845"/>
                    <a:pt x="16051" y="13587"/>
                    <a:pt x="14780" y="13761"/>
                  </a:cubicBezTo>
                  <a:cubicBezTo>
                    <a:pt x="13510" y="13935"/>
                    <a:pt x="10968" y="12542"/>
                    <a:pt x="9380" y="10974"/>
                  </a:cubicBezTo>
                  <a:cubicBezTo>
                    <a:pt x="7792" y="9406"/>
                    <a:pt x="7157" y="7665"/>
                    <a:pt x="6839" y="7665"/>
                  </a:cubicBezTo>
                  <a:cubicBezTo>
                    <a:pt x="6521" y="7665"/>
                    <a:pt x="6521" y="9406"/>
                    <a:pt x="5251" y="9232"/>
                  </a:cubicBezTo>
                  <a:cubicBezTo>
                    <a:pt x="3980" y="9058"/>
                    <a:pt x="1439" y="6968"/>
                    <a:pt x="486" y="7142"/>
                  </a:cubicBezTo>
                  <a:cubicBezTo>
                    <a:pt x="-467" y="7316"/>
                    <a:pt x="168" y="9755"/>
                    <a:pt x="804" y="12542"/>
                  </a:cubicBezTo>
                  <a:cubicBezTo>
                    <a:pt x="1439" y="15329"/>
                    <a:pt x="2074" y="18465"/>
                    <a:pt x="271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5" name="Línea"/>
            <p:cNvSpPr/>
            <p:nvPr/>
          </p:nvSpPr>
          <p:spPr>
            <a:xfrm>
              <a:off x="10515685" y="1441616"/>
              <a:ext cx="1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6" name="Línea"/>
            <p:cNvSpPr/>
            <p:nvPr/>
          </p:nvSpPr>
          <p:spPr>
            <a:xfrm>
              <a:off x="10515685" y="1372369"/>
              <a:ext cx="989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7" name="Línea"/>
            <p:cNvSpPr/>
            <p:nvPr/>
          </p:nvSpPr>
          <p:spPr>
            <a:xfrm>
              <a:off x="10406868" y="1332799"/>
              <a:ext cx="98926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8" name="Línea"/>
            <p:cNvSpPr/>
            <p:nvPr/>
          </p:nvSpPr>
          <p:spPr>
            <a:xfrm>
              <a:off x="10436545" y="1332799"/>
              <a:ext cx="48465" cy="1507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005" fill="norm" stroke="1" extrusionOk="0">
                  <a:moveTo>
                    <a:pt x="0" y="0"/>
                  </a:moveTo>
                  <a:cubicBezTo>
                    <a:pt x="4320" y="1838"/>
                    <a:pt x="8640" y="3677"/>
                    <a:pt x="10800" y="5745"/>
                  </a:cubicBezTo>
                  <a:cubicBezTo>
                    <a:pt x="12960" y="7813"/>
                    <a:pt x="12960" y="10111"/>
                    <a:pt x="12240" y="12868"/>
                  </a:cubicBezTo>
                  <a:cubicBezTo>
                    <a:pt x="11520" y="15626"/>
                    <a:pt x="10080" y="18843"/>
                    <a:pt x="8640" y="19302"/>
                  </a:cubicBezTo>
                  <a:cubicBezTo>
                    <a:pt x="7200" y="19762"/>
                    <a:pt x="5760" y="17464"/>
                    <a:pt x="5040" y="15166"/>
                  </a:cubicBezTo>
                  <a:cubicBezTo>
                    <a:pt x="4320" y="12868"/>
                    <a:pt x="4320" y="10570"/>
                    <a:pt x="5040" y="8272"/>
                  </a:cubicBezTo>
                  <a:cubicBezTo>
                    <a:pt x="5760" y="5974"/>
                    <a:pt x="7200" y="3677"/>
                    <a:pt x="10080" y="3677"/>
                  </a:cubicBezTo>
                  <a:cubicBezTo>
                    <a:pt x="12960" y="3677"/>
                    <a:pt x="17280" y="5974"/>
                    <a:pt x="19440" y="8272"/>
                  </a:cubicBezTo>
                  <a:cubicBezTo>
                    <a:pt x="21600" y="10570"/>
                    <a:pt x="21600" y="12868"/>
                    <a:pt x="20160" y="15626"/>
                  </a:cubicBezTo>
                  <a:cubicBezTo>
                    <a:pt x="18720" y="18383"/>
                    <a:pt x="15840" y="21600"/>
                    <a:pt x="12960" y="20911"/>
                  </a:cubicBezTo>
                  <a:cubicBezTo>
                    <a:pt x="10080" y="20221"/>
                    <a:pt x="7200" y="15626"/>
                    <a:pt x="5760" y="11489"/>
                  </a:cubicBezTo>
                  <a:cubicBezTo>
                    <a:pt x="4320" y="7353"/>
                    <a:pt x="4320" y="3677"/>
                    <a:pt x="432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89" name="Línea"/>
            <p:cNvSpPr/>
            <p:nvPr/>
          </p:nvSpPr>
          <p:spPr>
            <a:xfrm>
              <a:off x="10535470" y="1154735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32" y="18900"/>
                    <a:pt x="6063" y="16200"/>
                    <a:pt x="9663" y="12600"/>
                  </a:cubicBezTo>
                  <a:cubicBezTo>
                    <a:pt x="13263" y="9000"/>
                    <a:pt x="17432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0" name="Línea"/>
            <p:cNvSpPr/>
            <p:nvPr/>
          </p:nvSpPr>
          <p:spPr>
            <a:xfrm>
              <a:off x="10577683" y="1184412"/>
              <a:ext cx="86390" cy="2465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9" h="21251" fill="norm" stroke="1" extrusionOk="0">
                  <a:moveTo>
                    <a:pt x="20959" y="0"/>
                  </a:moveTo>
                  <a:cubicBezTo>
                    <a:pt x="20159" y="3126"/>
                    <a:pt x="19359" y="6253"/>
                    <a:pt x="18559" y="8526"/>
                  </a:cubicBezTo>
                  <a:cubicBezTo>
                    <a:pt x="17759" y="10800"/>
                    <a:pt x="16959" y="12221"/>
                    <a:pt x="15359" y="13926"/>
                  </a:cubicBezTo>
                  <a:cubicBezTo>
                    <a:pt x="13759" y="15632"/>
                    <a:pt x="11359" y="17621"/>
                    <a:pt x="10159" y="17905"/>
                  </a:cubicBezTo>
                  <a:cubicBezTo>
                    <a:pt x="8959" y="18189"/>
                    <a:pt x="8959" y="16768"/>
                    <a:pt x="9359" y="15347"/>
                  </a:cubicBezTo>
                  <a:cubicBezTo>
                    <a:pt x="9759" y="13926"/>
                    <a:pt x="10559" y="12505"/>
                    <a:pt x="11359" y="11084"/>
                  </a:cubicBezTo>
                  <a:cubicBezTo>
                    <a:pt x="12159" y="9663"/>
                    <a:pt x="12959" y="8242"/>
                    <a:pt x="14159" y="8384"/>
                  </a:cubicBezTo>
                  <a:cubicBezTo>
                    <a:pt x="15359" y="8526"/>
                    <a:pt x="16959" y="10232"/>
                    <a:pt x="17759" y="11795"/>
                  </a:cubicBezTo>
                  <a:cubicBezTo>
                    <a:pt x="18559" y="13358"/>
                    <a:pt x="18559" y="14779"/>
                    <a:pt x="18559" y="16200"/>
                  </a:cubicBezTo>
                  <a:cubicBezTo>
                    <a:pt x="18559" y="17621"/>
                    <a:pt x="18559" y="19042"/>
                    <a:pt x="17359" y="19184"/>
                  </a:cubicBezTo>
                  <a:cubicBezTo>
                    <a:pt x="16159" y="19326"/>
                    <a:pt x="13759" y="18189"/>
                    <a:pt x="12559" y="16484"/>
                  </a:cubicBezTo>
                  <a:cubicBezTo>
                    <a:pt x="11359" y="14779"/>
                    <a:pt x="11359" y="12505"/>
                    <a:pt x="10959" y="12079"/>
                  </a:cubicBezTo>
                  <a:cubicBezTo>
                    <a:pt x="10559" y="11653"/>
                    <a:pt x="9759" y="13074"/>
                    <a:pt x="8959" y="14495"/>
                  </a:cubicBezTo>
                  <a:cubicBezTo>
                    <a:pt x="8159" y="15916"/>
                    <a:pt x="7359" y="17337"/>
                    <a:pt x="6559" y="18758"/>
                  </a:cubicBezTo>
                  <a:cubicBezTo>
                    <a:pt x="5759" y="20179"/>
                    <a:pt x="4959" y="21600"/>
                    <a:pt x="3359" y="21174"/>
                  </a:cubicBezTo>
                  <a:cubicBezTo>
                    <a:pt x="1759" y="20747"/>
                    <a:pt x="-641" y="18474"/>
                    <a:pt x="159" y="17905"/>
                  </a:cubicBezTo>
                  <a:cubicBezTo>
                    <a:pt x="959" y="17337"/>
                    <a:pt x="4959" y="18474"/>
                    <a:pt x="8959" y="19611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1" name="Línea"/>
            <p:cNvSpPr/>
            <p:nvPr/>
          </p:nvSpPr>
          <p:spPr>
            <a:xfrm>
              <a:off x="10723427" y="1204197"/>
              <a:ext cx="19786" cy="2572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2" name="Línea"/>
            <p:cNvSpPr/>
            <p:nvPr/>
          </p:nvSpPr>
          <p:spPr>
            <a:xfrm>
              <a:off x="10693749" y="1263552"/>
              <a:ext cx="16489" cy="100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fill="norm" stroke="1" extrusionOk="0">
                  <a:moveTo>
                    <a:pt x="12960" y="0"/>
                  </a:moveTo>
                  <a:cubicBezTo>
                    <a:pt x="17280" y="3484"/>
                    <a:pt x="21600" y="6968"/>
                    <a:pt x="21600" y="11497"/>
                  </a:cubicBezTo>
                  <a:cubicBezTo>
                    <a:pt x="21600" y="16026"/>
                    <a:pt x="17280" y="21600"/>
                    <a:pt x="12960" y="21252"/>
                  </a:cubicBezTo>
                  <a:cubicBezTo>
                    <a:pt x="8640" y="20903"/>
                    <a:pt x="4320" y="14632"/>
                    <a:pt x="0" y="8361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3" name="Línea"/>
            <p:cNvSpPr/>
            <p:nvPr/>
          </p:nvSpPr>
          <p:spPr>
            <a:xfrm>
              <a:off x="10575040" y="1204197"/>
              <a:ext cx="158280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4" name="Línea"/>
            <p:cNvSpPr/>
            <p:nvPr/>
          </p:nvSpPr>
          <p:spPr>
            <a:xfrm>
              <a:off x="10466223" y="1174520"/>
              <a:ext cx="138495" cy="79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5" name="Línea"/>
            <p:cNvSpPr/>
            <p:nvPr/>
          </p:nvSpPr>
          <p:spPr>
            <a:xfrm>
              <a:off x="10477589" y="1134950"/>
              <a:ext cx="19120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4" h="21600" fill="norm" stroke="1" extrusionOk="0">
                  <a:moveTo>
                    <a:pt x="14959" y="0"/>
                  </a:moveTo>
                  <a:cubicBezTo>
                    <a:pt x="10639" y="4800"/>
                    <a:pt x="6319" y="9600"/>
                    <a:pt x="3619" y="12960"/>
                  </a:cubicBezTo>
                  <a:cubicBezTo>
                    <a:pt x="919" y="16320"/>
                    <a:pt x="-161" y="18240"/>
                    <a:pt x="19" y="18480"/>
                  </a:cubicBezTo>
                  <a:cubicBezTo>
                    <a:pt x="199" y="18720"/>
                    <a:pt x="1639" y="17280"/>
                    <a:pt x="4159" y="15360"/>
                  </a:cubicBezTo>
                  <a:cubicBezTo>
                    <a:pt x="6679" y="13440"/>
                    <a:pt x="10279" y="11040"/>
                    <a:pt x="13519" y="9120"/>
                  </a:cubicBezTo>
                  <a:cubicBezTo>
                    <a:pt x="16759" y="7200"/>
                    <a:pt x="19639" y="5760"/>
                    <a:pt x="20539" y="7920"/>
                  </a:cubicBezTo>
                  <a:cubicBezTo>
                    <a:pt x="21439" y="10080"/>
                    <a:pt x="20359" y="15840"/>
                    <a:pt x="19279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6" name="Línea"/>
            <p:cNvSpPr/>
            <p:nvPr/>
          </p:nvSpPr>
          <p:spPr>
            <a:xfrm>
              <a:off x="10555254" y="1016241"/>
              <a:ext cx="72774" cy="234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6" h="21332" fill="norm" stroke="1" extrusionOk="0">
                  <a:moveTo>
                    <a:pt x="19722" y="0"/>
                  </a:moveTo>
                  <a:cubicBezTo>
                    <a:pt x="20661" y="1500"/>
                    <a:pt x="21600" y="3000"/>
                    <a:pt x="19252" y="6000"/>
                  </a:cubicBezTo>
                  <a:cubicBezTo>
                    <a:pt x="16904" y="9000"/>
                    <a:pt x="11270" y="13500"/>
                    <a:pt x="7513" y="16650"/>
                  </a:cubicBezTo>
                  <a:cubicBezTo>
                    <a:pt x="3757" y="19800"/>
                    <a:pt x="1878" y="21600"/>
                    <a:pt x="939" y="21300"/>
                  </a:cubicBezTo>
                  <a:cubicBezTo>
                    <a:pt x="0" y="21000"/>
                    <a:pt x="0" y="18600"/>
                    <a:pt x="0" y="17400"/>
                  </a:cubicBezTo>
                  <a:cubicBezTo>
                    <a:pt x="0" y="16200"/>
                    <a:pt x="0" y="16200"/>
                    <a:pt x="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7" name="Línea"/>
            <p:cNvSpPr/>
            <p:nvPr/>
          </p:nvSpPr>
          <p:spPr>
            <a:xfrm>
              <a:off x="10459628" y="1039703"/>
              <a:ext cx="168172" cy="189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4" fill="norm" stroke="1" extrusionOk="0">
                  <a:moveTo>
                    <a:pt x="3388" y="6182"/>
                  </a:moveTo>
                  <a:cubicBezTo>
                    <a:pt x="3812" y="9843"/>
                    <a:pt x="4235" y="13504"/>
                    <a:pt x="4447" y="16250"/>
                  </a:cubicBezTo>
                  <a:cubicBezTo>
                    <a:pt x="4659" y="18995"/>
                    <a:pt x="4659" y="20826"/>
                    <a:pt x="4024" y="21009"/>
                  </a:cubicBezTo>
                  <a:cubicBezTo>
                    <a:pt x="3388" y="21192"/>
                    <a:pt x="2118" y="19728"/>
                    <a:pt x="1271" y="17531"/>
                  </a:cubicBezTo>
                  <a:cubicBezTo>
                    <a:pt x="424" y="15334"/>
                    <a:pt x="0" y="12406"/>
                    <a:pt x="0" y="11856"/>
                  </a:cubicBezTo>
                  <a:cubicBezTo>
                    <a:pt x="0" y="11307"/>
                    <a:pt x="424" y="13138"/>
                    <a:pt x="1694" y="13687"/>
                  </a:cubicBezTo>
                  <a:cubicBezTo>
                    <a:pt x="2965" y="14236"/>
                    <a:pt x="5082" y="13504"/>
                    <a:pt x="7835" y="11856"/>
                  </a:cubicBezTo>
                  <a:cubicBezTo>
                    <a:pt x="10588" y="10209"/>
                    <a:pt x="13976" y="7646"/>
                    <a:pt x="16729" y="5267"/>
                  </a:cubicBezTo>
                  <a:cubicBezTo>
                    <a:pt x="19482" y="2887"/>
                    <a:pt x="21600" y="690"/>
                    <a:pt x="21600" y="141"/>
                  </a:cubicBezTo>
                  <a:cubicBezTo>
                    <a:pt x="21600" y="-408"/>
                    <a:pt x="19482" y="690"/>
                    <a:pt x="15882" y="2704"/>
                  </a:cubicBezTo>
                  <a:cubicBezTo>
                    <a:pt x="12282" y="4717"/>
                    <a:pt x="7200" y="7646"/>
                    <a:pt x="2118" y="1057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8" name="Línea"/>
            <p:cNvSpPr/>
            <p:nvPr/>
          </p:nvSpPr>
          <p:spPr>
            <a:xfrm>
              <a:off x="10604717" y="937101"/>
              <a:ext cx="9894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699" name="Línea"/>
            <p:cNvSpPr/>
            <p:nvPr/>
          </p:nvSpPr>
          <p:spPr>
            <a:xfrm>
              <a:off x="10456330" y="996456"/>
              <a:ext cx="227527" cy="108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0" name="Línea"/>
            <p:cNvSpPr/>
            <p:nvPr/>
          </p:nvSpPr>
          <p:spPr>
            <a:xfrm>
              <a:off x="10268374" y="2064841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1" name="Línea"/>
            <p:cNvSpPr/>
            <p:nvPr/>
          </p:nvSpPr>
          <p:spPr>
            <a:xfrm>
              <a:off x="10268374" y="2064841"/>
              <a:ext cx="29678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2" name="Línea"/>
            <p:cNvSpPr/>
            <p:nvPr/>
          </p:nvSpPr>
          <p:spPr>
            <a:xfrm>
              <a:off x="10149664" y="2054949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3" name="Línea"/>
            <p:cNvSpPr/>
            <p:nvPr/>
          </p:nvSpPr>
          <p:spPr>
            <a:xfrm>
              <a:off x="10070524" y="2074734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4" name="Línea"/>
            <p:cNvSpPr/>
            <p:nvPr/>
          </p:nvSpPr>
          <p:spPr>
            <a:xfrm>
              <a:off x="9971600" y="2064841"/>
              <a:ext cx="39571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5" name="Línea"/>
            <p:cNvSpPr/>
            <p:nvPr/>
          </p:nvSpPr>
          <p:spPr>
            <a:xfrm>
              <a:off x="9902353" y="2074734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6" name="Línea"/>
            <p:cNvSpPr/>
            <p:nvPr/>
          </p:nvSpPr>
          <p:spPr>
            <a:xfrm>
              <a:off x="10357406" y="1817530"/>
              <a:ext cx="3957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7" name="Línea"/>
            <p:cNvSpPr/>
            <p:nvPr/>
          </p:nvSpPr>
          <p:spPr>
            <a:xfrm>
              <a:off x="10189234" y="1837315"/>
              <a:ext cx="49464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8" name="Línea"/>
            <p:cNvSpPr/>
            <p:nvPr/>
          </p:nvSpPr>
          <p:spPr>
            <a:xfrm>
              <a:off x="10070524" y="1847207"/>
              <a:ext cx="59356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09" name="Línea"/>
            <p:cNvSpPr/>
            <p:nvPr/>
          </p:nvSpPr>
          <p:spPr>
            <a:xfrm>
              <a:off x="9932030" y="1866992"/>
              <a:ext cx="59356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0" name="Línea"/>
            <p:cNvSpPr/>
            <p:nvPr/>
          </p:nvSpPr>
          <p:spPr>
            <a:xfrm>
              <a:off x="7729308" y="404463"/>
              <a:ext cx="123307" cy="2253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585" fill="norm" stroke="1" extrusionOk="0">
                  <a:moveTo>
                    <a:pt x="11368" y="459"/>
                  </a:moveTo>
                  <a:cubicBezTo>
                    <a:pt x="14779" y="238"/>
                    <a:pt x="18189" y="17"/>
                    <a:pt x="19895" y="1"/>
                  </a:cubicBezTo>
                  <a:cubicBezTo>
                    <a:pt x="21600" y="-15"/>
                    <a:pt x="21600" y="174"/>
                    <a:pt x="20463" y="774"/>
                  </a:cubicBezTo>
                  <a:cubicBezTo>
                    <a:pt x="19326" y="1374"/>
                    <a:pt x="17053" y="2385"/>
                    <a:pt x="15347" y="3364"/>
                  </a:cubicBezTo>
                  <a:cubicBezTo>
                    <a:pt x="13642" y="4343"/>
                    <a:pt x="12505" y="5290"/>
                    <a:pt x="11084" y="6269"/>
                  </a:cubicBezTo>
                  <a:cubicBezTo>
                    <a:pt x="9663" y="7248"/>
                    <a:pt x="7958" y="8259"/>
                    <a:pt x="6537" y="9143"/>
                  </a:cubicBezTo>
                  <a:cubicBezTo>
                    <a:pt x="5116" y="10027"/>
                    <a:pt x="3979" y="10785"/>
                    <a:pt x="3126" y="11606"/>
                  </a:cubicBezTo>
                  <a:cubicBezTo>
                    <a:pt x="2274" y="12427"/>
                    <a:pt x="1705" y="13311"/>
                    <a:pt x="1137" y="14227"/>
                  </a:cubicBezTo>
                  <a:cubicBezTo>
                    <a:pt x="568" y="15143"/>
                    <a:pt x="0" y="16090"/>
                    <a:pt x="0" y="16990"/>
                  </a:cubicBezTo>
                  <a:cubicBezTo>
                    <a:pt x="0" y="17890"/>
                    <a:pt x="568" y="18743"/>
                    <a:pt x="853" y="19501"/>
                  </a:cubicBezTo>
                  <a:cubicBezTo>
                    <a:pt x="1137" y="20259"/>
                    <a:pt x="1137" y="20922"/>
                    <a:pt x="1137" y="21585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1" name="Línea"/>
            <p:cNvSpPr/>
            <p:nvPr/>
          </p:nvSpPr>
          <p:spPr>
            <a:xfrm>
              <a:off x="6192679" y="363338"/>
              <a:ext cx="1582796" cy="1177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0" y="303"/>
                    <a:pt x="21420" y="605"/>
                    <a:pt x="21082" y="1029"/>
                  </a:cubicBezTo>
                  <a:cubicBezTo>
                    <a:pt x="20745" y="1452"/>
                    <a:pt x="20160" y="1997"/>
                    <a:pt x="19417" y="2813"/>
                  </a:cubicBezTo>
                  <a:cubicBezTo>
                    <a:pt x="18675" y="3630"/>
                    <a:pt x="17775" y="4719"/>
                    <a:pt x="16808" y="5808"/>
                  </a:cubicBezTo>
                  <a:cubicBezTo>
                    <a:pt x="15840" y="6897"/>
                    <a:pt x="14805" y="7987"/>
                    <a:pt x="13860" y="8985"/>
                  </a:cubicBezTo>
                  <a:cubicBezTo>
                    <a:pt x="12915" y="9983"/>
                    <a:pt x="12060" y="10891"/>
                    <a:pt x="11182" y="11708"/>
                  </a:cubicBezTo>
                  <a:cubicBezTo>
                    <a:pt x="10305" y="12524"/>
                    <a:pt x="9405" y="13250"/>
                    <a:pt x="8550" y="13946"/>
                  </a:cubicBezTo>
                  <a:cubicBezTo>
                    <a:pt x="7695" y="14642"/>
                    <a:pt x="6885" y="15308"/>
                    <a:pt x="6008" y="16034"/>
                  </a:cubicBezTo>
                  <a:cubicBezTo>
                    <a:pt x="5130" y="16760"/>
                    <a:pt x="4185" y="17546"/>
                    <a:pt x="3173" y="18484"/>
                  </a:cubicBezTo>
                  <a:cubicBezTo>
                    <a:pt x="2160" y="19422"/>
                    <a:pt x="1080" y="2051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2" name="Línea"/>
            <p:cNvSpPr/>
            <p:nvPr/>
          </p:nvSpPr>
          <p:spPr>
            <a:xfrm>
              <a:off x="6301497" y="1431724"/>
              <a:ext cx="128603" cy="230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64"/>
                    <a:pt x="21600" y="927"/>
                    <a:pt x="21323" y="1468"/>
                  </a:cubicBezTo>
                  <a:cubicBezTo>
                    <a:pt x="21046" y="2009"/>
                    <a:pt x="20492" y="2627"/>
                    <a:pt x="19662" y="3276"/>
                  </a:cubicBezTo>
                  <a:cubicBezTo>
                    <a:pt x="18831" y="3924"/>
                    <a:pt x="17723" y="4604"/>
                    <a:pt x="17169" y="5423"/>
                  </a:cubicBezTo>
                  <a:cubicBezTo>
                    <a:pt x="16615" y="6242"/>
                    <a:pt x="16615" y="7200"/>
                    <a:pt x="16338" y="7988"/>
                  </a:cubicBezTo>
                  <a:cubicBezTo>
                    <a:pt x="16062" y="8776"/>
                    <a:pt x="15508" y="9394"/>
                    <a:pt x="14677" y="10012"/>
                  </a:cubicBezTo>
                  <a:cubicBezTo>
                    <a:pt x="13846" y="10630"/>
                    <a:pt x="12738" y="11248"/>
                    <a:pt x="11631" y="11866"/>
                  </a:cubicBezTo>
                  <a:cubicBezTo>
                    <a:pt x="10523" y="12484"/>
                    <a:pt x="9415" y="13102"/>
                    <a:pt x="8585" y="13751"/>
                  </a:cubicBezTo>
                  <a:cubicBezTo>
                    <a:pt x="7754" y="14400"/>
                    <a:pt x="7200" y="15080"/>
                    <a:pt x="6646" y="15729"/>
                  </a:cubicBezTo>
                  <a:cubicBezTo>
                    <a:pt x="6092" y="16378"/>
                    <a:pt x="5538" y="16996"/>
                    <a:pt x="4708" y="17660"/>
                  </a:cubicBezTo>
                  <a:cubicBezTo>
                    <a:pt x="3877" y="18324"/>
                    <a:pt x="2769" y="19035"/>
                    <a:pt x="1938" y="19700"/>
                  </a:cubicBezTo>
                  <a:cubicBezTo>
                    <a:pt x="1108" y="20364"/>
                    <a:pt x="554" y="20982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3" name="Línea"/>
            <p:cNvSpPr/>
            <p:nvPr/>
          </p:nvSpPr>
          <p:spPr>
            <a:xfrm>
              <a:off x="6568593" y="1233875"/>
              <a:ext cx="89033" cy="2324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827"/>
                    <a:pt x="21600" y="1654"/>
                    <a:pt x="21600" y="2727"/>
                  </a:cubicBezTo>
                  <a:cubicBezTo>
                    <a:pt x="21600" y="3799"/>
                    <a:pt x="21600" y="5117"/>
                    <a:pt x="20800" y="6158"/>
                  </a:cubicBezTo>
                  <a:cubicBezTo>
                    <a:pt x="20000" y="7200"/>
                    <a:pt x="18400" y="7966"/>
                    <a:pt x="17200" y="8793"/>
                  </a:cubicBezTo>
                  <a:cubicBezTo>
                    <a:pt x="16000" y="9620"/>
                    <a:pt x="15200" y="10509"/>
                    <a:pt x="14400" y="11275"/>
                  </a:cubicBezTo>
                  <a:cubicBezTo>
                    <a:pt x="13600" y="12041"/>
                    <a:pt x="12800" y="12684"/>
                    <a:pt x="11200" y="13420"/>
                  </a:cubicBezTo>
                  <a:cubicBezTo>
                    <a:pt x="9600" y="14155"/>
                    <a:pt x="7200" y="14982"/>
                    <a:pt x="5600" y="15702"/>
                  </a:cubicBezTo>
                  <a:cubicBezTo>
                    <a:pt x="4000" y="16422"/>
                    <a:pt x="3200" y="17035"/>
                    <a:pt x="2400" y="17770"/>
                  </a:cubicBezTo>
                  <a:cubicBezTo>
                    <a:pt x="1600" y="18506"/>
                    <a:pt x="800" y="19363"/>
                    <a:pt x="400" y="20022"/>
                  </a:cubicBezTo>
                  <a:cubicBezTo>
                    <a:pt x="0" y="20681"/>
                    <a:pt x="0" y="2114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4" name="Línea"/>
            <p:cNvSpPr/>
            <p:nvPr/>
          </p:nvSpPr>
          <p:spPr>
            <a:xfrm>
              <a:off x="6825798" y="1105273"/>
              <a:ext cx="58789" cy="2344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600" fill="norm" stroke="1" extrusionOk="0">
                  <a:moveTo>
                    <a:pt x="14400" y="0"/>
                  </a:moveTo>
                  <a:cubicBezTo>
                    <a:pt x="16800" y="668"/>
                    <a:pt x="19200" y="1337"/>
                    <a:pt x="20400" y="2187"/>
                  </a:cubicBezTo>
                  <a:cubicBezTo>
                    <a:pt x="21600" y="3038"/>
                    <a:pt x="21600" y="4071"/>
                    <a:pt x="21000" y="5134"/>
                  </a:cubicBezTo>
                  <a:cubicBezTo>
                    <a:pt x="20400" y="6197"/>
                    <a:pt x="19200" y="7291"/>
                    <a:pt x="18000" y="8157"/>
                  </a:cubicBezTo>
                  <a:cubicBezTo>
                    <a:pt x="16800" y="9023"/>
                    <a:pt x="15600" y="9661"/>
                    <a:pt x="13800" y="10284"/>
                  </a:cubicBezTo>
                  <a:cubicBezTo>
                    <a:pt x="12000" y="10906"/>
                    <a:pt x="9600" y="11514"/>
                    <a:pt x="7800" y="12213"/>
                  </a:cubicBezTo>
                  <a:cubicBezTo>
                    <a:pt x="6000" y="12911"/>
                    <a:pt x="4800" y="13701"/>
                    <a:pt x="3600" y="14491"/>
                  </a:cubicBezTo>
                  <a:cubicBezTo>
                    <a:pt x="2400" y="15281"/>
                    <a:pt x="1200" y="16071"/>
                    <a:pt x="600" y="17073"/>
                  </a:cubicBezTo>
                  <a:cubicBezTo>
                    <a:pt x="0" y="18076"/>
                    <a:pt x="0" y="19291"/>
                    <a:pt x="0" y="19975"/>
                  </a:cubicBezTo>
                  <a:cubicBezTo>
                    <a:pt x="0" y="20658"/>
                    <a:pt x="0" y="20810"/>
                    <a:pt x="0" y="20992"/>
                  </a:cubicBezTo>
                  <a:cubicBezTo>
                    <a:pt x="0" y="21175"/>
                    <a:pt x="0" y="21387"/>
                    <a:pt x="0" y="21494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5" name="Línea"/>
            <p:cNvSpPr/>
            <p:nvPr/>
          </p:nvSpPr>
          <p:spPr>
            <a:xfrm>
              <a:off x="7083001" y="976671"/>
              <a:ext cx="29678" cy="2245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00" y="1078"/>
                    <a:pt x="16800" y="2157"/>
                    <a:pt x="15600" y="3394"/>
                  </a:cubicBezTo>
                  <a:cubicBezTo>
                    <a:pt x="14400" y="4631"/>
                    <a:pt x="14400" y="6026"/>
                    <a:pt x="14400" y="7343"/>
                  </a:cubicBezTo>
                  <a:cubicBezTo>
                    <a:pt x="14400" y="8659"/>
                    <a:pt x="14400" y="9896"/>
                    <a:pt x="14400" y="11212"/>
                  </a:cubicBezTo>
                  <a:cubicBezTo>
                    <a:pt x="14400" y="12529"/>
                    <a:pt x="14400" y="13924"/>
                    <a:pt x="13200" y="14971"/>
                  </a:cubicBezTo>
                  <a:cubicBezTo>
                    <a:pt x="12000" y="16018"/>
                    <a:pt x="9600" y="16715"/>
                    <a:pt x="7200" y="17381"/>
                  </a:cubicBezTo>
                  <a:cubicBezTo>
                    <a:pt x="4800" y="18048"/>
                    <a:pt x="2400" y="18682"/>
                    <a:pt x="1200" y="19380"/>
                  </a:cubicBezTo>
                  <a:cubicBezTo>
                    <a:pt x="0" y="20078"/>
                    <a:pt x="0" y="20839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6" name="Línea"/>
            <p:cNvSpPr/>
            <p:nvPr/>
          </p:nvSpPr>
          <p:spPr>
            <a:xfrm>
              <a:off x="7340205" y="739252"/>
              <a:ext cx="29678" cy="2285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247"/>
                    <a:pt x="21600" y="2494"/>
                    <a:pt x="21600" y="3787"/>
                  </a:cubicBezTo>
                  <a:cubicBezTo>
                    <a:pt x="21600" y="5081"/>
                    <a:pt x="21600" y="6421"/>
                    <a:pt x="21600" y="7777"/>
                  </a:cubicBezTo>
                  <a:cubicBezTo>
                    <a:pt x="21600" y="9132"/>
                    <a:pt x="21600" y="10504"/>
                    <a:pt x="20400" y="11595"/>
                  </a:cubicBezTo>
                  <a:cubicBezTo>
                    <a:pt x="19200" y="12686"/>
                    <a:pt x="16800" y="13496"/>
                    <a:pt x="14400" y="14260"/>
                  </a:cubicBezTo>
                  <a:cubicBezTo>
                    <a:pt x="12000" y="15023"/>
                    <a:pt x="9600" y="15740"/>
                    <a:pt x="7200" y="16488"/>
                  </a:cubicBezTo>
                  <a:cubicBezTo>
                    <a:pt x="4800" y="17236"/>
                    <a:pt x="2400" y="18016"/>
                    <a:pt x="1200" y="18873"/>
                  </a:cubicBezTo>
                  <a:cubicBezTo>
                    <a:pt x="0" y="19730"/>
                    <a:pt x="0" y="2066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7" name="Línea"/>
            <p:cNvSpPr/>
            <p:nvPr/>
          </p:nvSpPr>
          <p:spPr>
            <a:xfrm>
              <a:off x="7548359" y="561187"/>
              <a:ext cx="19373" cy="2384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21150" y="0"/>
                  </a:moveTo>
                  <a:cubicBezTo>
                    <a:pt x="21150" y="1076"/>
                    <a:pt x="21150" y="2151"/>
                    <a:pt x="21150" y="3331"/>
                  </a:cubicBezTo>
                  <a:cubicBezTo>
                    <a:pt x="21150" y="4511"/>
                    <a:pt x="21150" y="5796"/>
                    <a:pt x="19350" y="6886"/>
                  </a:cubicBezTo>
                  <a:cubicBezTo>
                    <a:pt x="17550" y="7977"/>
                    <a:pt x="13950" y="8873"/>
                    <a:pt x="10350" y="9754"/>
                  </a:cubicBezTo>
                  <a:cubicBezTo>
                    <a:pt x="6750" y="10636"/>
                    <a:pt x="3150" y="11502"/>
                    <a:pt x="1350" y="12428"/>
                  </a:cubicBezTo>
                  <a:cubicBezTo>
                    <a:pt x="-450" y="13354"/>
                    <a:pt x="-450" y="14340"/>
                    <a:pt x="1350" y="15281"/>
                  </a:cubicBezTo>
                  <a:cubicBezTo>
                    <a:pt x="3150" y="16222"/>
                    <a:pt x="6750" y="17119"/>
                    <a:pt x="10350" y="18000"/>
                  </a:cubicBezTo>
                  <a:cubicBezTo>
                    <a:pt x="13950" y="18881"/>
                    <a:pt x="17550" y="19748"/>
                    <a:pt x="19350" y="20345"/>
                  </a:cubicBezTo>
                  <a:cubicBezTo>
                    <a:pt x="21150" y="20943"/>
                    <a:pt x="21150" y="21271"/>
                    <a:pt x="2115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8" name="Línea"/>
            <p:cNvSpPr/>
            <p:nvPr/>
          </p:nvSpPr>
          <p:spPr>
            <a:xfrm>
              <a:off x="7824935" y="373231"/>
              <a:ext cx="1394838" cy="139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579" y="20477"/>
                    <a:pt x="19557" y="19353"/>
                    <a:pt x="18511" y="18255"/>
                  </a:cubicBezTo>
                  <a:cubicBezTo>
                    <a:pt x="17464" y="17157"/>
                    <a:pt x="16391" y="16085"/>
                    <a:pt x="15549" y="15217"/>
                  </a:cubicBezTo>
                  <a:cubicBezTo>
                    <a:pt x="14706" y="14349"/>
                    <a:pt x="14094" y="13685"/>
                    <a:pt x="13379" y="12945"/>
                  </a:cubicBezTo>
                  <a:cubicBezTo>
                    <a:pt x="12664" y="12204"/>
                    <a:pt x="11847" y="11387"/>
                    <a:pt x="10928" y="10494"/>
                  </a:cubicBezTo>
                  <a:cubicBezTo>
                    <a:pt x="10009" y="9600"/>
                    <a:pt x="8987" y="8630"/>
                    <a:pt x="7966" y="7634"/>
                  </a:cubicBezTo>
                  <a:cubicBezTo>
                    <a:pt x="6945" y="6638"/>
                    <a:pt x="5923" y="5617"/>
                    <a:pt x="5132" y="4851"/>
                  </a:cubicBezTo>
                  <a:cubicBezTo>
                    <a:pt x="4340" y="4085"/>
                    <a:pt x="3779" y="3574"/>
                    <a:pt x="3217" y="3064"/>
                  </a:cubicBezTo>
                  <a:cubicBezTo>
                    <a:pt x="2655" y="2553"/>
                    <a:pt x="2094" y="2043"/>
                    <a:pt x="1557" y="1532"/>
                  </a:cubicBezTo>
                  <a:cubicBezTo>
                    <a:pt x="1021" y="1021"/>
                    <a:pt x="511" y="511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19" name="Línea"/>
            <p:cNvSpPr/>
            <p:nvPr/>
          </p:nvSpPr>
          <p:spPr>
            <a:xfrm>
              <a:off x="6034400" y="363338"/>
              <a:ext cx="1731181" cy="514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23" y="20769"/>
                    <a:pt x="1646" y="19938"/>
                    <a:pt x="2880" y="18969"/>
                  </a:cubicBezTo>
                  <a:cubicBezTo>
                    <a:pt x="4114" y="18000"/>
                    <a:pt x="5760" y="16892"/>
                    <a:pt x="7056" y="15923"/>
                  </a:cubicBezTo>
                  <a:cubicBezTo>
                    <a:pt x="8352" y="14954"/>
                    <a:pt x="9298" y="14123"/>
                    <a:pt x="10245" y="13292"/>
                  </a:cubicBezTo>
                  <a:cubicBezTo>
                    <a:pt x="11191" y="12462"/>
                    <a:pt x="12137" y="11631"/>
                    <a:pt x="13145" y="10523"/>
                  </a:cubicBezTo>
                  <a:cubicBezTo>
                    <a:pt x="14153" y="9415"/>
                    <a:pt x="15223" y="8031"/>
                    <a:pt x="15963" y="7062"/>
                  </a:cubicBezTo>
                  <a:cubicBezTo>
                    <a:pt x="16704" y="6092"/>
                    <a:pt x="17115" y="5538"/>
                    <a:pt x="17733" y="4777"/>
                  </a:cubicBezTo>
                  <a:cubicBezTo>
                    <a:pt x="18350" y="4015"/>
                    <a:pt x="19173" y="3046"/>
                    <a:pt x="19851" y="2215"/>
                  </a:cubicBezTo>
                  <a:cubicBezTo>
                    <a:pt x="20530" y="1385"/>
                    <a:pt x="21065" y="692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20" name="Línea"/>
            <p:cNvSpPr/>
            <p:nvPr/>
          </p:nvSpPr>
          <p:spPr>
            <a:xfrm>
              <a:off x="5965153" y="2252798"/>
              <a:ext cx="158280" cy="79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050" y="3600"/>
                    <a:pt x="8100" y="7200"/>
                    <a:pt x="11700" y="10800"/>
                  </a:cubicBezTo>
                  <a:cubicBezTo>
                    <a:pt x="15300" y="14400"/>
                    <a:pt x="18450" y="180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21" name="Línea"/>
            <p:cNvSpPr/>
            <p:nvPr/>
          </p:nvSpPr>
          <p:spPr>
            <a:xfrm>
              <a:off x="7686440" y="2688066"/>
              <a:ext cx="29679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22" name="Línea"/>
            <p:cNvSpPr/>
            <p:nvPr/>
          </p:nvSpPr>
          <p:spPr>
            <a:xfrm>
              <a:off x="7726011" y="2697959"/>
              <a:ext cx="189720" cy="73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013" fill="norm" stroke="1" extrusionOk="0">
                  <a:moveTo>
                    <a:pt x="7821" y="0"/>
                  </a:moveTo>
                  <a:cubicBezTo>
                    <a:pt x="11172" y="4696"/>
                    <a:pt x="14524" y="9391"/>
                    <a:pt x="17131" y="13148"/>
                  </a:cubicBezTo>
                  <a:cubicBezTo>
                    <a:pt x="19738" y="16904"/>
                    <a:pt x="21600" y="19722"/>
                    <a:pt x="21414" y="20661"/>
                  </a:cubicBezTo>
                  <a:cubicBezTo>
                    <a:pt x="21228" y="21600"/>
                    <a:pt x="18993" y="20661"/>
                    <a:pt x="15083" y="17843"/>
                  </a:cubicBezTo>
                  <a:cubicBezTo>
                    <a:pt x="11172" y="15026"/>
                    <a:pt x="5586" y="10330"/>
                    <a:pt x="0" y="5635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23" name="Línea"/>
            <p:cNvSpPr/>
            <p:nvPr/>
          </p:nvSpPr>
          <p:spPr>
            <a:xfrm>
              <a:off x="9041708" y="867854"/>
              <a:ext cx="830967" cy="1078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270"/>
                    <a:pt x="0" y="20939"/>
                    <a:pt x="386" y="20312"/>
                  </a:cubicBezTo>
                  <a:cubicBezTo>
                    <a:pt x="771" y="19684"/>
                    <a:pt x="1543" y="18760"/>
                    <a:pt x="2486" y="17736"/>
                  </a:cubicBezTo>
                  <a:cubicBezTo>
                    <a:pt x="3429" y="16712"/>
                    <a:pt x="4543" y="15589"/>
                    <a:pt x="5700" y="14499"/>
                  </a:cubicBezTo>
                  <a:cubicBezTo>
                    <a:pt x="6857" y="13409"/>
                    <a:pt x="8057" y="12352"/>
                    <a:pt x="9086" y="11394"/>
                  </a:cubicBezTo>
                  <a:cubicBezTo>
                    <a:pt x="10114" y="10437"/>
                    <a:pt x="10971" y="9578"/>
                    <a:pt x="11871" y="8818"/>
                  </a:cubicBezTo>
                  <a:cubicBezTo>
                    <a:pt x="12771" y="8059"/>
                    <a:pt x="13714" y="7398"/>
                    <a:pt x="14957" y="6242"/>
                  </a:cubicBezTo>
                  <a:cubicBezTo>
                    <a:pt x="16200" y="5086"/>
                    <a:pt x="17743" y="3435"/>
                    <a:pt x="18900" y="2312"/>
                  </a:cubicBezTo>
                  <a:cubicBezTo>
                    <a:pt x="20057" y="1189"/>
                    <a:pt x="20829" y="594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24" name="Línea"/>
            <p:cNvSpPr/>
            <p:nvPr/>
          </p:nvSpPr>
          <p:spPr>
            <a:xfrm>
              <a:off x="8962569" y="3380539"/>
              <a:ext cx="732042" cy="1009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49" y="1765"/>
                    <a:pt x="3697" y="3529"/>
                    <a:pt x="5157" y="5012"/>
                  </a:cubicBezTo>
                  <a:cubicBezTo>
                    <a:pt x="6616" y="6494"/>
                    <a:pt x="7686" y="7694"/>
                    <a:pt x="8757" y="8788"/>
                  </a:cubicBezTo>
                  <a:cubicBezTo>
                    <a:pt x="9827" y="9882"/>
                    <a:pt x="10897" y="10871"/>
                    <a:pt x="12211" y="12071"/>
                  </a:cubicBezTo>
                  <a:cubicBezTo>
                    <a:pt x="13524" y="13271"/>
                    <a:pt x="15081" y="14682"/>
                    <a:pt x="16443" y="16094"/>
                  </a:cubicBezTo>
                  <a:cubicBezTo>
                    <a:pt x="17805" y="17506"/>
                    <a:pt x="18973" y="18918"/>
                    <a:pt x="19800" y="19835"/>
                  </a:cubicBezTo>
                  <a:cubicBezTo>
                    <a:pt x="20627" y="20753"/>
                    <a:pt x="21114" y="21176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25" name="Línea"/>
            <p:cNvSpPr/>
            <p:nvPr/>
          </p:nvSpPr>
          <p:spPr>
            <a:xfrm>
              <a:off x="9842997" y="1896670"/>
              <a:ext cx="29678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1727" name="With (MANY) examples! from the entire internet"/>
          <p:cNvSpPr txBox="1"/>
          <p:nvPr/>
        </p:nvSpPr>
        <p:spPr>
          <a:xfrm>
            <a:off x="885556" y="577426"/>
            <a:ext cx="7419198" cy="163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With (MANY) examples! </a:t>
            </a:r>
            <a:r>
              <a:rPr i="1" sz="4500">
                <a:latin typeface="Avenir Next Regular"/>
                <a:ea typeface="Avenir Next Regular"/>
                <a:cs typeface="Avenir Next Regular"/>
                <a:sym typeface="Avenir Next Regular"/>
              </a:rPr>
              <a:t>from the entire internet</a:t>
            </a:r>
          </a:p>
        </p:txBody>
      </p:sp>
      <p:sp>
        <p:nvSpPr>
          <p:cNvPr id="1728" name="The candles drifted higher as the hall filled with whispers, their flames trembling like they were listening. A young wizard tightened his grip on his wand, feeling magic hum beneath his skin as the doors slowly creaked open. Somewhere above, a staircase"/>
          <p:cNvSpPr txBox="1"/>
          <p:nvPr/>
        </p:nvSpPr>
        <p:spPr>
          <a:xfrm>
            <a:off x="14575235" y="1762842"/>
            <a:ext cx="8834641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candles drifted higher as the hall filled with whispers, their flames trembling like they were listening. A young wizard tightened his grip on his </a:t>
            </a:r>
            <a:r>
              <a:rPr b="1" sz="2900">
                <a:solidFill>
                  <a:schemeClr val="accent4">
                    <a:hueOff val="475731"/>
                    <a:satOff val="-4338"/>
                    <a:lumOff val="10182"/>
                  </a:schemeClr>
                </a:solidFill>
              </a:rPr>
              <a:t>wand</a:t>
            </a:r>
            <a:r>
              <a:t>, feeling magic hum beneath his skin as the doors slowly creaked open. Somewhere above, a staircase shifted, rearranging itself as if amused by the newcomers’ nerves. It felt like the castle itself was watching, quietly deciding what kind of night this would be.</a:t>
            </a:r>
          </a:p>
        </p:txBody>
      </p:sp>
      <p:sp>
        <p:nvSpPr>
          <p:cNvPr id="1729" name="Rectángulo redondeado"/>
          <p:cNvSpPr/>
          <p:nvPr/>
        </p:nvSpPr>
        <p:spPr>
          <a:xfrm>
            <a:off x="14339320" y="1640641"/>
            <a:ext cx="9306471" cy="2708204"/>
          </a:xfrm>
          <a:prstGeom prst="roundRect">
            <a:avLst>
              <a:gd name="adj" fmla="val 7034"/>
            </a:avLst>
          </a:prstGeom>
          <a:ln w="25400">
            <a:solidFill>
              <a:srgbClr val="6ED59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30" name="Example text"/>
          <p:cNvSpPr txBox="1"/>
          <p:nvPr/>
        </p:nvSpPr>
        <p:spPr>
          <a:xfrm>
            <a:off x="14352792" y="907272"/>
            <a:ext cx="3003881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6DD594"/>
                </a:solidFill>
              </a:defRPr>
            </a:lvl1pPr>
          </a:lstStyle>
          <a:p>
            <a:pPr/>
            <a:r>
              <a:t>Example text</a:t>
            </a:r>
          </a:p>
        </p:txBody>
      </p:sp>
      <p:sp>
        <p:nvSpPr>
          <p:cNvPr id="1731" name="Línea"/>
          <p:cNvSpPr/>
          <p:nvPr/>
        </p:nvSpPr>
        <p:spPr>
          <a:xfrm>
            <a:off x="5461864" y="4856334"/>
            <a:ext cx="9061988" cy="1483312"/>
          </a:xfrm>
          <a:prstGeom prst="line">
            <a:avLst/>
          </a:prstGeom>
          <a:ln w="889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32" name="Do one pass: predict a word"/>
          <p:cNvSpPr txBox="1"/>
          <p:nvPr/>
        </p:nvSpPr>
        <p:spPr>
          <a:xfrm>
            <a:off x="14987604" y="5923010"/>
            <a:ext cx="800990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Do one pass: predict a word</a:t>
            </a:r>
          </a:p>
        </p:txBody>
      </p:sp>
      <p:sp>
        <p:nvSpPr>
          <p:cNvPr id="1733" name="Check how well it did"/>
          <p:cNvSpPr txBox="1"/>
          <p:nvPr/>
        </p:nvSpPr>
        <p:spPr>
          <a:xfrm>
            <a:off x="16022637" y="8424275"/>
            <a:ext cx="800990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Check how well it did</a:t>
            </a:r>
          </a:p>
        </p:txBody>
      </p:sp>
      <p:sp>
        <p:nvSpPr>
          <p:cNvPr id="1734" name="Óvalo"/>
          <p:cNvSpPr/>
          <p:nvPr/>
        </p:nvSpPr>
        <p:spPr>
          <a:xfrm>
            <a:off x="16236239" y="2448331"/>
            <a:ext cx="1270001" cy="671933"/>
          </a:xfrm>
          <a:prstGeom prst="ellipse">
            <a:avLst/>
          </a:prstGeom>
          <a:ln w="88900">
            <a:solidFill>
              <a:schemeClr val="accent4">
                <a:hueOff val="475731"/>
                <a:satOff val="-4338"/>
                <a:lumOff val="1018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7" name="Dibujo"/>
          <p:cNvGrpSpPr/>
          <p:nvPr/>
        </p:nvGrpSpPr>
        <p:grpSpPr>
          <a:xfrm>
            <a:off x="3404367" y="6048347"/>
            <a:ext cx="11277407" cy="4557743"/>
            <a:chOff x="0" y="0"/>
            <a:chExt cx="11277405" cy="4557741"/>
          </a:xfrm>
        </p:grpSpPr>
        <p:sp>
          <p:nvSpPr>
            <p:cNvPr id="1736" name="Línea"/>
            <p:cNvSpPr/>
            <p:nvPr/>
          </p:nvSpPr>
          <p:spPr>
            <a:xfrm>
              <a:off x="0" y="689789"/>
              <a:ext cx="1196988" cy="741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064" y="384"/>
                    <a:pt x="20529" y="768"/>
                    <a:pt x="19547" y="1776"/>
                  </a:cubicBezTo>
                  <a:cubicBezTo>
                    <a:pt x="18565" y="2784"/>
                    <a:pt x="17137" y="4416"/>
                    <a:pt x="15798" y="5760"/>
                  </a:cubicBezTo>
                  <a:cubicBezTo>
                    <a:pt x="14460" y="7104"/>
                    <a:pt x="13210" y="8160"/>
                    <a:pt x="11931" y="9408"/>
                  </a:cubicBezTo>
                  <a:cubicBezTo>
                    <a:pt x="10651" y="10656"/>
                    <a:pt x="9342" y="12096"/>
                    <a:pt x="8003" y="13488"/>
                  </a:cubicBezTo>
                  <a:cubicBezTo>
                    <a:pt x="6664" y="14880"/>
                    <a:pt x="5296" y="16224"/>
                    <a:pt x="4076" y="17424"/>
                  </a:cubicBezTo>
                  <a:cubicBezTo>
                    <a:pt x="2856" y="18624"/>
                    <a:pt x="1785" y="19680"/>
                    <a:pt x="1131" y="20352"/>
                  </a:cubicBezTo>
                  <a:cubicBezTo>
                    <a:pt x="476" y="21024"/>
                    <a:pt x="238" y="21312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37" name="Línea"/>
            <p:cNvSpPr/>
            <p:nvPr/>
          </p:nvSpPr>
          <p:spPr>
            <a:xfrm>
              <a:off x="3297" y="1451509"/>
              <a:ext cx="6596" cy="31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0800" y="5850"/>
                    <a:pt x="0" y="11700"/>
                    <a:pt x="0" y="15188"/>
                  </a:cubicBezTo>
                  <a:cubicBezTo>
                    <a:pt x="0" y="18675"/>
                    <a:pt x="10800" y="19800"/>
                    <a:pt x="16200" y="20475"/>
                  </a:cubicBezTo>
                  <a:cubicBezTo>
                    <a:pt x="21600" y="21150"/>
                    <a:pt x="21600" y="21375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38" name="Línea"/>
            <p:cNvSpPr/>
            <p:nvPr/>
          </p:nvSpPr>
          <p:spPr>
            <a:xfrm>
              <a:off x="1196987" y="699682"/>
              <a:ext cx="9894" cy="346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5760"/>
                    <a:pt x="7200" y="11520"/>
                    <a:pt x="3600" y="15120"/>
                  </a:cubicBezTo>
                  <a:cubicBezTo>
                    <a:pt x="0" y="18720"/>
                    <a:pt x="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39" name="Línea"/>
            <p:cNvSpPr/>
            <p:nvPr/>
          </p:nvSpPr>
          <p:spPr>
            <a:xfrm>
              <a:off x="49462" y="1045918"/>
              <a:ext cx="1107956" cy="712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700" y="700"/>
                    <a:pt x="19800" y="1400"/>
                    <a:pt x="18579" y="2550"/>
                  </a:cubicBezTo>
                  <a:cubicBezTo>
                    <a:pt x="17357" y="3700"/>
                    <a:pt x="15814" y="5300"/>
                    <a:pt x="14239" y="7000"/>
                  </a:cubicBezTo>
                  <a:cubicBezTo>
                    <a:pt x="12664" y="8700"/>
                    <a:pt x="11057" y="10500"/>
                    <a:pt x="9514" y="12150"/>
                  </a:cubicBezTo>
                  <a:cubicBezTo>
                    <a:pt x="7971" y="13800"/>
                    <a:pt x="6493" y="15300"/>
                    <a:pt x="5207" y="16650"/>
                  </a:cubicBezTo>
                  <a:cubicBezTo>
                    <a:pt x="3921" y="18000"/>
                    <a:pt x="2829" y="19200"/>
                    <a:pt x="1993" y="20000"/>
                  </a:cubicBezTo>
                  <a:cubicBezTo>
                    <a:pt x="1157" y="20800"/>
                    <a:pt x="579" y="212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0" name="Línea"/>
            <p:cNvSpPr/>
            <p:nvPr/>
          </p:nvSpPr>
          <p:spPr>
            <a:xfrm>
              <a:off x="217634" y="1283337"/>
              <a:ext cx="9893" cy="3660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4865"/>
                    <a:pt x="7200" y="9730"/>
                    <a:pt x="3600" y="13330"/>
                  </a:cubicBezTo>
                  <a:cubicBezTo>
                    <a:pt x="0" y="16930"/>
                    <a:pt x="0" y="1926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1" name="Línea"/>
            <p:cNvSpPr/>
            <p:nvPr/>
          </p:nvSpPr>
          <p:spPr>
            <a:xfrm>
              <a:off x="396264" y="1164627"/>
              <a:ext cx="19220" cy="3462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82" h="21600" fill="norm" stroke="1" extrusionOk="0">
                  <a:moveTo>
                    <a:pt x="20982" y="0"/>
                  </a:moveTo>
                  <a:cubicBezTo>
                    <a:pt x="13782" y="4526"/>
                    <a:pt x="6582" y="9051"/>
                    <a:pt x="2982" y="12446"/>
                  </a:cubicBezTo>
                  <a:cubicBezTo>
                    <a:pt x="-618" y="15840"/>
                    <a:pt x="-618" y="18103"/>
                    <a:pt x="1182" y="19440"/>
                  </a:cubicBezTo>
                  <a:cubicBezTo>
                    <a:pt x="2982" y="20777"/>
                    <a:pt x="6582" y="21189"/>
                    <a:pt x="10182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2" name="Línea"/>
            <p:cNvSpPr/>
            <p:nvPr/>
          </p:nvSpPr>
          <p:spPr>
            <a:xfrm>
              <a:off x="593547" y="1065703"/>
              <a:ext cx="6596" cy="3363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5718"/>
                    <a:pt x="21600" y="11435"/>
                    <a:pt x="21600" y="15035"/>
                  </a:cubicBezTo>
                  <a:cubicBezTo>
                    <a:pt x="21600" y="18635"/>
                    <a:pt x="10800" y="201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3" name="Línea"/>
            <p:cNvSpPr/>
            <p:nvPr/>
          </p:nvSpPr>
          <p:spPr>
            <a:xfrm>
              <a:off x="801289" y="946993"/>
              <a:ext cx="19786" cy="306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4" name="Línea"/>
            <p:cNvSpPr/>
            <p:nvPr/>
          </p:nvSpPr>
          <p:spPr>
            <a:xfrm>
              <a:off x="989246" y="808499"/>
              <a:ext cx="19785" cy="286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5710"/>
                    <a:pt x="14400" y="11421"/>
                    <a:pt x="18000" y="15021"/>
                  </a:cubicBezTo>
                  <a:cubicBezTo>
                    <a:pt x="21600" y="18621"/>
                    <a:pt x="21600" y="2011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5" name="Línea"/>
            <p:cNvSpPr/>
            <p:nvPr/>
          </p:nvSpPr>
          <p:spPr>
            <a:xfrm>
              <a:off x="1256342" y="521617"/>
              <a:ext cx="178065" cy="108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5200" y="15709"/>
                    <a:pt x="10400" y="9818"/>
                    <a:pt x="14000" y="6218"/>
                  </a:cubicBezTo>
                  <a:cubicBezTo>
                    <a:pt x="17600" y="2618"/>
                    <a:pt x="19600" y="1309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6" name="Línea"/>
            <p:cNvSpPr/>
            <p:nvPr/>
          </p:nvSpPr>
          <p:spPr>
            <a:xfrm>
              <a:off x="1246449" y="937101"/>
              <a:ext cx="138496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4629" y="17600"/>
                    <a:pt x="9257" y="13600"/>
                    <a:pt x="12857" y="10000"/>
                  </a:cubicBezTo>
                  <a:cubicBezTo>
                    <a:pt x="16457" y="6400"/>
                    <a:pt x="19029" y="3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7" name="Línea"/>
            <p:cNvSpPr/>
            <p:nvPr/>
          </p:nvSpPr>
          <p:spPr>
            <a:xfrm>
              <a:off x="1473976" y="541402"/>
              <a:ext cx="9894" cy="296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8" name="Línea"/>
            <p:cNvSpPr/>
            <p:nvPr/>
          </p:nvSpPr>
          <p:spPr>
            <a:xfrm>
              <a:off x="1281485" y="577675"/>
              <a:ext cx="191493" cy="330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0" h="21224" fill="norm" stroke="1" extrusionOk="0">
                  <a:moveTo>
                    <a:pt x="19174" y="212"/>
                  </a:moveTo>
                  <a:cubicBezTo>
                    <a:pt x="19907" y="2329"/>
                    <a:pt x="20639" y="4447"/>
                    <a:pt x="21005" y="6247"/>
                  </a:cubicBezTo>
                  <a:cubicBezTo>
                    <a:pt x="21371" y="8047"/>
                    <a:pt x="21371" y="9529"/>
                    <a:pt x="20822" y="9847"/>
                  </a:cubicBezTo>
                  <a:cubicBezTo>
                    <a:pt x="20273" y="10165"/>
                    <a:pt x="19174" y="9318"/>
                    <a:pt x="17710" y="7835"/>
                  </a:cubicBezTo>
                  <a:cubicBezTo>
                    <a:pt x="16246" y="6353"/>
                    <a:pt x="14415" y="4235"/>
                    <a:pt x="13317" y="2647"/>
                  </a:cubicBezTo>
                  <a:cubicBezTo>
                    <a:pt x="12218" y="1059"/>
                    <a:pt x="11852" y="0"/>
                    <a:pt x="12035" y="0"/>
                  </a:cubicBezTo>
                  <a:cubicBezTo>
                    <a:pt x="12218" y="0"/>
                    <a:pt x="12951" y="1059"/>
                    <a:pt x="13866" y="2859"/>
                  </a:cubicBezTo>
                  <a:cubicBezTo>
                    <a:pt x="14781" y="4659"/>
                    <a:pt x="15879" y="7200"/>
                    <a:pt x="16429" y="9106"/>
                  </a:cubicBezTo>
                  <a:cubicBezTo>
                    <a:pt x="16978" y="11012"/>
                    <a:pt x="16978" y="12282"/>
                    <a:pt x="16429" y="12282"/>
                  </a:cubicBezTo>
                  <a:cubicBezTo>
                    <a:pt x="15879" y="12282"/>
                    <a:pt x="14781" y="11012"/>
                    <a:pt x="13683" y="9318"/>
                  </a:cubicBezTo>
                  <a:cubicBezTo>
                    <a:pt x="12585" y="7624"/>
                    <a:pt x="11486" y="5506"/>
                    <a:pt x="10754" y="3918"/>
                  </a:cubicBezTo>
                  <a:cubicBezTo>
                    <a:pt x="10022" y="2329"/>
                    <a:pt x="9656" y="1271"/>
                    <a:pt x="10022" y="1271"/>
                  </a:cubicBezTo>
                  <a:cubicBezTo>
                    <a:pt x="10388" y="1271"/>
                    <a:pt x="11486" y="2329"/>
                    <a:pt x="12585" y="4235"/>
                  </a:cubicBezTo>
                  <a:cubicBezTo>
                    <a:pt x="13683" y="6141"/>
                    <a:pt x="14781" y="8894"/>
                    <a:pt x="15330" y="10906"/>
                  </a:cubicBezTo>
                  <a:cubicBezTo>
                    <a:pt x="15879" y="12918"/>
                    <a:pt x="15879" y="14188"/>
                    <a:pt x="15147" y="14082"/>
                  </a:cubicBezTo>
                  <a:cubicBezTo>
                    <a:pt x="14415" y="13976"/>
                    <a:pt x="12951" y="12494"/>
                    <a:pt x="11486" y="10482"/>
                  </a:cubicBezTo>
                  <a:cubicBezTo>
                    <a:pt x="10022" y="8471"/>
                    <a:pt x="8557" y="5929"/>
                    <a:pt x="7642" y="4129"/>
                  </a:cubicBezTo>
                  <a:cubicBezTo>
                    <a:pt x="6727" y="2329"/>
                    <a:pt x="6361" y="1271"/>
                    <a:pt x="7093" y="2012"/>
                  </a:cubicBezTo>
                  <a:cubicBezTo>
                    <a:pt x="7825" y="2753"/>
                    <a:pt x="9656" y="5294"/>
                    <a:pt x="11303" y="7835"/>
                  </a:cubicBezTo>
                  <a:cubicBezTo>
                    <a:pt x="12951" y="10376"/>
                    <a:pt x="14415" y="12918"/>
                    <a:pt x="15330" y="14929"/>
                  </a:cubicBezTo>
                  <a:cubicBezTo>
                    <a:pt x="16246" y="16941"/>
                    <a:pt x="16612" y="18424"/>
                    <a:pt x="16063" y="18847"/>
                  </a:cubicBezTo>
                  <a:cubicBezTo>
                    <a:pt x="15513" y="19271"/>
                    <a:pt x="14049" y="18635"/>
                    <a:pt x="12768" y="17259"/>
                  </a:cubicBezTo>
                  <a:cubicBezTo>
                    <a:pt x="11486" y="15882"/>
                    <a:pt x="10388" y="13765"/>
                    <a:pt x="9290" y="12176"/>
                  </a:cubicBezTo>
                  <a:cubicBezTo>
                    <a:pt x="8191" y="10588"/>
                    <a:pt x="7093" y="9529"/>
                    <a:pt x="6361" y="8259"/>
                  </a:cubicBezTo>
                  <a:cubicBezTo>
                    <a:pt x="5629" y="6988"/>
                    <a:pt x="5263" y="5506"/>
                    <a:pt x="5629" y="5188"/>
                  </a:cubicBezTo>
                  <a:cubicBezTo>
                    <a:pt x="5995" y="4871"/>
                    <a:pt x="7093" y="5718"/>
                    <a:pt x="8740" y="7729"/>
                  </a:cubicBezTo>
                  <a:cubicBezTo>
                    <a:pt x="10388" y="9741"/>
                    <a:pt x="12585" y="12918"/>
                    <a:pt x="13683" y="15353"/>
                  </a:cubicBezTo>
                  <a:cubicBezTo>
                    <a:pt x="14781" y="17788"/>
                    <a:pt x="14781" y="19482"/>
                    <a:pt x="14049" y="19800"/>
                  </a:cubicBezTo>
                  <a:cubicBezTo>
                    <a:pt x="13317" y="20118"/>
                    <a:pt x="11852" y="19059"/>
                    <a:pt x="10022" y="16835"/>
                  </a:cubicBezTo>
                  <a:cubicBezTo>
                    <a:pt x="8191" y="14612"/>
                    <a:pt x="5995" y="11224"/>
                    <a:pt x="4713" y="8894"/>
                  </a:cubicBezTo>
                  <a:cubicBezTo>
                    <a:pt x="3432" y="6565"/>
                    <a:pt x="3066" y="5294"/>
                    <a:pt x="3249" y="5188"/>
                  </a:cubicBezTo>
                  <a:cubicBezTo>
                    <a:pt x="3432" y="5082"/>
                    <a:pt x="4164" y="6141"/>
                    <a:pt x="5263" y="8259"/>
                  </a:cubicBezTo>
                  <a:cubicBezTo>
                    <a:pt x="6361" y="10376"/>
                    <a:pt x="7825" y="13553"/>
                    <a:pt x="8557" y="16094"/>
                  </a:cubicBezTo>
                  <a:cubicBezTo>
                    <a:pt x="9290" y="18635"/>
                    <a:pt x="9290" y="20541"/>
                    <a:pt x="8740" y="21071"/>
                  </a:cubicBezTo>
                  <a:cubicBezTo>
                    <a:pt x="8191" y="21600"/>
                    <a:pt x="7093" y="20753"/>
                    <a:pt x="5629" y="18635"/>
                  </a:cubicBezTo>
                  <a:cubicBezTo>
                    <a:pt x="4164" y="16518"/>
                    <a:pt x="2334" y="13129"/>
                    <a:pt x="1235" y="10376"/>
                  </a:cubicBezTo>
                  <a:cubicBezTo>
                    <a:pt x="137" y="7624"/>
                    <a:pt x="-229" y="5506"/>
                    <a:pt x="137" y="5188"/>
                  </a:cubicBezTo>
                  <a:cubicBezTo>
                    <a:pt x="503" y="4871"/>
                    <a:pt x="1602" y="6353"/>
                    <a:pt x="2517" y="8894"/>
                  </a:cubicBezTo>
                  <a:cubicBezTo>
                    <a:pt x="3432" y="11435"/>
                    <a:pt x="4164" y="15035"/>
                    <a:pt x="4530" y="17365"/>
                  </a:cubicBezTo>
                  <a:cubicBezTo>
                    <a:pt x="4896" y="19694"/>
                    <a:pt x="4896" y="20753"/>
                    <a:pt x="4347" y="20859"/>
                  </a:cubicBezTo>
                  <a:cubicBezTo>
                    <a:pt x="3798" y="20965"/>
                    <a:pt x="2700" y="20118"/>
                    <a:pt x="1968" y="18635"/>
                  </a:cubicBezTo>
                  <a:cubicBezTo>
                    <a:pt x="1235" y="17153"/>
                    <a:pt x="869" y="15035"/>
                    <a:pt x="869" y="14506"/>
                  </a:cubicBezTo>
                  <a:cubicBezTo>
                    <a:pt x="869" y="13976"/>
                    <a:pt x="1235" y="15035"/>
                    <a:pt x="1602" y="1609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49" name="Línea"/>
            <p:cNvSpPr/>
            <p:nvPr/>
          </p:nvSpPr>
          <p:spPr>
            <a:xfrm>
              <a:off x="1276127" y="773316"/>
              <a:ext cx="49463" cy="945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76" fill="norm" stroke="1" extrusionOk="0">
                  <a:moveTo>
                    <a:pt x="21600" y="5344"/>
                  </a:moveTo>
                  <a:cubicBezTo>
                    <a:pt x="18720" y="1860"/>
                    <a:pt x="15840" y="-1624"/>
                    <a:pt x="12240" y="815"/>
                  </a:cubicBezTo>
                  <a:cubicBezTo>
                    <a:pt x="8640" y="3253"/>
                    <a:pt x="4320" y="11615"/>
                    <a:pt x="0" y="19976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0" name="Línea"/>
            <p:cNvSpPr/>
            <p:nvPr/>
          </p:nvSpPr>
          <p:spPr>
            <a:xfrm>
              <a:off x="1375051" y="1154735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1" name="Línea"/>
            <p:cNvSpPr/>
            <p:nvPr/>
          </p:nvSpPr>
          <p:spPr>
            <a:xfrm>
              <a:off x="1454191" y="333661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2" name="Línea"/>
            <p:cNvSpPr/>
            <p:nvPr/>
          </p:nvSpPr>
          <p:spPr>
            <a:xfrm>
              <a:off x="2393975" y="353446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3" name="Línea"/>
            <p:cNvSpPr/>
            <p:nvPr/>
          </p:nvSpPr>
          <p:spPr>
            <a:xfrm>
              <a:off x="1523438" y="1787852"/>
              <a:ext cx="821076" cy="702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4" name="Línea"/>
            <p:cNvSpPr/>
            <p:nvPr/>
          </p:nvSpPr>
          <p:spPr>
            <a:xfrm>
              <a:off x="1632255" y="1026133"/>
              <a:ext cx="9894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5" name="Línea"/>
            <p:cNvSpPr/>
            <p:nvPr/>
          </p:nvSpPr>
          <p:spPr>
            <a:xfrm>
              <a:off x="1790535" y="808499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6" name="Línea"/>
            <p:cNvSpPr/>
            <p:nvPr/>
          </p:nvSpPr>
          <p:spPr>
            <a:xfrm>
              <a:off x="1968599" y="699682"/>
              <a:ext cx="59356" cy="13849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7" name="Línea"/>
            <p:cNvSpPr/>
            <p:nvPr/>
          </p:nvSpPr>
          <p:spPr>
            <a:xfrm>
              <a:off x="2186233" y="541402"/>
              <a:ext cx="39571" cy="1375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8" name="Línea"/>
            <p:cNvSpPr/>
            <p:nvPr/>
          </p:nvSpPr>
          <p:spPr>
            <a:xfrm>
              <a:off x="2443437" y="155596"/>
              <a:ext cx="207743" cy="158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59" name="Línea"/>
            <p:cNvSpPr/>
            <p:nvPr/>
          </p:nvSpPr>
          <p:spPr>
            <a:xfrm>
              <a:off x="2354405" y="145704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0" name="Línea"/>
            <p:cNvSpPr/>
            <p:nvPr/>
          </p:nvSpPr>
          <p:spPr>
            <a:xfrm>
              <a:off x="2611609" y="0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1" name="Línea"/>
            <p:cNvSpPr/>
            <p:nvPr/>
          </p:nvSpPr>
          <p:spPr>
            <a:xfrm>
              <a:off x="2715341" y="116027"/>
              <a:ext cx="123789" cy="1236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2" name="Línea"/>
            <p:cNvSpPr/>
            <p:nvPr/>
          </p:nvSpPr>
          <p:spPr>
            <a:xfrm>
              <a:off x="3202358" y="1537742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3" name="Línea"/>
            <p:cNvSpPr/>
            <p:nvPr/>
          </p:nvSpPr>
          <p:spPr>
            <a:xfrm>
              <a:off x="3281498" y="716668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4" name="Línea"/>
            <p:cNvSpPr/>
            <p:nvPr/>
          </p:nvSpPr>
          <p:spPr>
            <a:xfrm>
              <a:off x="4221282" y="736453"/>
              <a:ext cx="98925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5" name="Línea"/>
            <p:cNvSpPr/>
            <p:nvPr/>
          </p:nvSpPr>
          <p:spPr>
            <a:xfrm>
              <a:off x="3350745" y="2170860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6" name="Línea"/>
            <p:cNvSpPr/>
            <p:nvPr/>
          </p:nvSpPr>
          <p:spPr>
            <a:xfrm>
              <a:off x="3459562" y="1409140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7" name="Línea"/>
            <p:cNvSpPr/>
            <p:nvPr/>
          </p:nvSpPr>
          <p:spPr>
            <a:xfrm>
              <a:off x="3617841" y="1191506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8" name="Línea"/>
            <p:cNvSpPr/>
            <p:nvPr/>
          </p:nvSpPr>
          <p:spPr>
            <a:xfrm>
              <a:off x="3795906" y="1082689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69" name="Línea"/>
            <p:cNvSpPr/>
            <p:nvPr/>
          </p:nvSpPr>
          <p:spPr>
            <a:xfrm>
              <a:off x="4013540" y="924410"/>
              <a:ext cx="39570" cy="1375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0" name="Línea"/>
            <p:cNvSpPr/>
            <p:nvPr/>
          </p:nvSpPr>
          <p:spPr>
            <a:xfrm>
              <a:off x="4270743" y="538604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1" name="Línea"/>
            <p:cNvSpPr/>
            <p:nvPr/>
          </p:nvSpPr>
          <p:spPr>
            <a:xfrm>
              <a:off x="4181711" y="528711"/>
              <a:ext cx="346238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2" name="Línea"/>
            <p:cNvSpPr/>
            <p:nvPr/>
          </p:nvSpPr>
          <p:spPr>
            <a:xfrm>
              <a:off x="4438915" y="383007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3" name="Línea"/>
            <p:cNvSpPr/>
            <p:nvPr/>
          </p:nvSpPr>
          <p:spPr>
            <a:xfrm>
              <a:off x="4542647" y="499034"/>
              <a:ext cx="123790" cy="123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4" name="Línea"/>
            <p:cNvSpPr/>
            <p:nvPr/>
          </p:nvSpPr>
          <p:spPr>
            <a:xfrm>
              <a:off x="3508016" y="268124"/>
              <a:ext cx="953484" cy="817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502" fill="norm" stroke="1" extrusionOk="0">
                  <a:moveTo>
                    <a:pt x="86" y="21502"/>
                  </a:moveTo>
                  <a:cubicBezTo>
                    <a:pt x="11" y="19680"/>
                    <a:pt x="-63" y="17859"/>
                    <a:pt x="86" y="16080"/>
                  </a:cubicBezTo>
                  <a:cubicBezTo>
                    <a:pt x="235" y="14302"/>
                    <a:pt x="607" y="12567"/>
                    <a:pt x="1240" y="11006"/>
                  </a:cubicBezTo>
                  <a:cubicBezTo>
                    <a:pt x="1874" y="9444"/>
                    <a:pt x="2767" y="8056"/>
                    <a:pt x="3885" y="6755"/>
                  </a:cubicBezTo>
                  <a:cubicBezTo>
                    <a:pt x="5002" y="5454"/>
                    <a:pt x="6343" y="4239"/>
                    <a:pt x="8056" y="3112"/>
                  </a:cubicBezTo>
                  <a:cubicBezTo>
                    <a:pt x="9769" y="1984"/>
                    <a:pt x="11854" y="943"/>
                    <a:pt x="13679" y="422"/>
                  </a:cubicBezTo>
                  <a:cubicBezTo>
                    <a:pt x="15504" y="-98"/>
                    <a:pt x="17068" y="-98"/>
                    <a:pt x="18334" y="206"/>
                  </a:cubicBezTo>
                  <a:cubicBezTo>
                    <a:pt x="19600" y="509"/>
                    <a:pt x="20569" y="1116"/>
                    <a:pt x="21537" y="1724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5" name="Línea"/>
            <p:cNvSpPr/>
            <p:nvPr/>
          </p:nvSpPr>
          <p:spPr>
            <a:xfrm>
              <a:off x="4342789" y="205059"/>
              <a:ext cx="157676" cy="1933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78" h="21466" fill="norm" stroke="1" extrusionOk="0">
                  <a:moveTo>
                    <a:pt x="9257" y="0"/>
                  </a:moveTo>
                  <a:cubicBezTo>
                    <a:pt x="11461" y="3295"/>
                    <a:pt x="13665" y="6590"/>
                    <a:pt x="15429" y="8969"/>
                  </a:cubicBezTo>
                  <a:cubicBezTo>
                    <a:pt x="17192" y="11349"/>
                    <a:pt x="18514" y="12814"/>
                    <a:pt x="19616" y="14461"/>
                  </a:cubicBezTo>
                  <a:cubicBezTo>
                    <a:pt x="20718" y="16108"/>
                    <a:pt x="21600" y="17939"/>
                    <a:pt x="20718" y="19220"/>
                  </a:cubicBezTo>
                  <a:cubicBezTo>
                    <a:pt x="19837" y="20502"/>
                    <a:pt x="17192" y="21234"/>
                    <a:pt x="13445" y="21417"/>
                  </a:cubicBezTo>
                  <a:cubicBezTo>
                    <a:pt x="9698" y="21600"/>
                    <a:pt x="4849" y="21234"/>
                    <a:pt x="0" y="20868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6" name="Línea"/>
            <p:cNvSpPr/>
            <p:nvPr/>
          </p:nvSpPr>
          <p:spPr>
            <a:xfrm>
              <a:off x="3897629" y="521618"/>
              <a:ext cx="415485" cy="306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71" y="19277"/>
                    <a:pt x="343" y="16955"/>
                    <a:pt x="943" y="14748"/>
                  </a:cubicBezTo>
                  <a:cubicBezTo>
                    <a:pt x="1543" y="12542"/>
                    <a:pt x="2571" y="10452"/>
                    <a:pt x="4371" y="8361"/>
                  </a:cubicBezTo>
                  <a:cubicBezTo>
                    <a:pt x="6171" y="6271"/>
                    <a:pt x="8743" y="4181"/>
                    <a:pt x="11743" y="2787"/>
                  </a:cubicBezTo>
                  <a:cubicBezTo>
                    <a:pt x="14743" y="1394"/>
                    <a:pt x="18171" y="69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7" name="Línea"/>
            <p:cNvSpPr/>
            <p:nvPr/>
          </p:nvSpPr>
          <p:spPr>
            <a:xfrm>
              <a:off x="4243865" y="477877"/>
              <a:ext cx="102357" cy="103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2" h="21104" fill="norm" stroke="1" extrusionOk="0">
                  <a:moveTo>
                    <a:pt x="0" y="854"/>
                  </a:moveTo>
                  <a:cubicBezTo>
                    <a:pt x="3375" y="179"/>
                    <a:pt x="6750" y="-496"/>
                    <a:pt x="10125" y="517"/>
                  </a:cubicBezTo>
                  <a:cubicBezTo>
                    <a:pt x="13500" y="1529"/>
                    <a:pt x="16875" y="4229"/>
                    <a:pt x="18900" y="7267"/>
                  </a:cubicBezTo>
                  <a:cubicBezTo>
                    <a:pt x="20925" y="10304"/>
                    <a:pt x="21600" y="13679"/>
                    <a:pt x="20250" y="16041"/>
                  </a:cubicBezTo>
                  <a:cubicBezTo>
                    <a:pt x="18900" y="18404"/>
                    <a:pt x="15525" y="19754"/>
                    <a:pt x="12150" y="21104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8" name="Línea"/>
            <p:cNvSpPr/>
            <p:nvPr/>
          </p:nvSpPr>
          <p:spPr>
            <a:xfrm>
              <a:off x="3483617" y="1362477"/>
              <a:ext cx="131053" cy="1196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8" h="21600" fill="norm" stroke="1" extrusionOk="0">
                  <a:moveTo>
                    <a:pt x="13989" y="0"/>
                  </a:moveTo>
                  <a:cubicBezTo>
                    <a:pt x="11355" y="0"/>
                    <a:pt x="8721" y="0"/>
                    <a:pt x="8194" y="149"/>
                  </a:cubicBezTo>
                  <a:cubicBezTo>
                    <a:pt x="7667" y="298"/>
                    <a:pt x="9248" y="595"/>
                    <a:pt x="10828" y="863"/>
                  </a:cubicBezTo>
                  <a:cubicBezTo>
                    <a:pt x="12409" y="1131"/>
                    <a:pt x="13989" y="1369"/>
                    <a:pt x="15306" y="1636"/>
                  </a:cubicBezTo>
                  <a:cubicBezTo>
                    <a:pt x="16624" y="1904"/>
                    <a:pt x="17677" y="2202"/>
                    <a:pt x="16887" y="2291"/>
                  </a:cubicBezTo>
                  <a:cubicBezTo>
                    <a:pt x="16097" y="2380"/>
                    <a:pt x="13463" y="2261"/>
                    <a:pt x="11092" y="2083"/>
                  </a:cubicBezTo>
                  <a:cubicBezTo>
                    <a:pt x="8721" y="1904"/>
                    <a:pt x="6614" y="1666"/>
                    <a:pt x="6614" y="1696"/>
                  </a:cubicBezTo>
                  <a:cubicBezTo>
                    <a:pt x="6614" y="1726"/>
                    <a:pt x="8721" y="2023"/>
                    <a:pt x="10565" y="2321"/>
                  </a:cubicBezTo>
                  <a:cubicBezTo>
                    <a:pt x="12409" y="2618"/>
                    <a:pt x="13989" y="2916"/>
                    <a:pt x="15570" y="3183"/>
                  </a:cubicBezTo>
                  <a:cubicBezTo>
                    <a:pt x="17150" y="3451"/>
                    <a:pt x="18731" y="3689"/>
                    <a:pt x="18204" y="3838"/>
                  </a:cubicBezTo>
                  <a:cubicBezTo>
                    <a:pt x="17677" y="3987"/>
                    <a:pt x="15043" y="4046"/>
                    <a:pt x="12409" y="3927"/>
                  </a:cubicBezTo>
                  <a:cubicBezTo>
                    <a:pt x="9775" y="3808"/>
                    <a:pt x="7141" y="3511"/>
                    <a:pt x="4770" y="3243"/>
                  </a:cubicBezTo>
                  <a:cubicBezTo>
                    <a:pt x="2399" y="2975"/>
                    <a:pt x="292" y="2737"/>
                    <a:pt x="28" y="2737"/>
                  </a:cubicBezTo>
                  <a:cubicBezTo>
                    <a:pt x="-235" y="2737"/>
                    <a:pt x="1345" y="2975"/>
                    <a:pt x="4506" y="3540"/>
                  </a:cubicBezTo>
                  <a:cubicBezTo>
                    <a:pt x="7667" y="4106"/>
                    <a:pt x="12409" y="4998"/>
                    <a:pt x="15306" y="5593"/>
                  </a:cubicBezTo>
                  <a:cubicBezTo>
                    <a:pt x="18204" y="6188"/>
                    <a:pt x="19258" y="6486"/>
                    <a:pt x="18467" y="6575"/>
                  </a:cubicBezTo>
                  <a:cubicBezTo>
                    <a:pt x="17677" y="6664"/>
                    <a:pt x="15043" y="6545"/>
                    <a:pt x="12145" y="6278"/>
                  </a:cubicBezTo>
                  <a:cubicBezTo>
                    <a:pt x="9248" y="6010"/>
                    <a:pt x="6087" y="5593"/>
                    <a:pt x="5033" y="5534"/>
                  </a:cubicBezTo>
                  <a:cubicBezTo>
                    <a:pt x="3980" y="5474"/>
                    <a:pt x="5033" y="5772"/>
                    <a:pt x="6614" y="6218"/>
                  </a:cubicBezTo>
                  <a:cubicBezTo>
                    <a:pt x="8194" y="6664"/>
                    <a:pt x="10302" y="7260"/>
                    <a:pt x="11619" y="7706"/>
                  </a:cubicBezTo>
                  <a:cubicBezTo>
                    <a:pt x="12936" y="8152"/>
                    <a:pt x="13463" y="8450"/>
                    <a:pt x="12145" y="8420"/>
                  </a:cubicBezTo>
                  <a:cubicBezTo>
                    <a:pt x="10828" y="8390"/>
                    <a:pt x="7667" y="8033"/>
                    <a:pt x="6614" y="8003"/>
                  </a:cubicBezTo>
                  <a:cubicBezTo>
                    <a:pt x="5560" y="7974"/>
                    <a:pt x="6614" y="8271"/>
                    <a:pt x="8458" y="8717"/>
                  </a:cubicBezTo>
                  <a:cubicBezTo>
                    <a:pt x="10302" y="9164"/>
                    <a:pt x="12936" y="9759"/>
                    <a:pt x="14780" y="10205"/>
                  </a:cubicBezTo>
                  <a:cubicBezTo>
                    <a:pt x="16624" y="10651"/>
                    <a:pt x="17677" y="10949"/>
                    <a:pt x="16887" y="11038"/>
                  </a:cubicBezTo>
                  <a:cubicBezTo>
                    <a:pt x="16097" y="11127"/>
                    <a:pt x="13463" y="11008"/>
                    <a:pt x="12936" y="11127"/>
                  </a:cubicBezTo>
                  <a:cubicBezTo>
                    <a:pt x="12409" y="11246"/>
                    <a:pt x="13989" y="11603"/>
                    <a:pt x="15570" y="12079"/>
                  </a:cubicBezTo>
                  <a:cubicBezTo>
                    <a:pt x="17150" y="12555"/>
                    <a:pt x="18731" y="13150"/>
                    <a:pt x="19785" y="13597"/>
                  </a:cubicBezTo>
                  <a:cubicBezTo>
                    <a:pt x="20838" y="14043"/>
                    <a:pt x="21365" y="14340"/>
                    <a:pt x="20048" y="14281"/>
                  </a:cubicBezTo>
                  <a:cubicBezTo>
                    <a:pt x="18731" y="14221"/>
                    <a:pt x="15570" y="13805"/>
                    <a:pt x="13199" y="13478"/>
                  </a:cubicBezTo>
                  <a:cubicBezTo>
                    <a:pt x="10828" y="13150"/>
                    <a:pt x="9248" y="12912"/>
                    <a:pt x="9248" y="12942"/>
                  </a:cubicBezTo>
                  <a:cubicBezTo>
                    <a:pt x="9248" y="12972"/>
                    <a:pt x="10828" y="13269"/>
                    <a:pt x="12936" y="13745"/>
                  </a:cubicBezTo>
                  <a:cubicBezTo>
                    <a:pt x="15043" y="14221"/>
                    <a:pt x="17677" y="14876"/>
                    <a:pt x="19258" y="15352"/>
                  </a:cubicBezTo>
                  <a:cubicBezTo>
                    <a:pt x="20838" y="15828"/>
                    <a:pt x="21365" y="16126"/>
                    <a:pt x="20575" y="16185"/>
                  </a:cubicBezTo>
                  <a:cubicBezTo>
                    <a:pt x="19785" y="16245"/>
                    <a:pt x="17677" y="16066"/>
                    <a:pt x="15306" y="15798"/>
                  </a:cubicBezTo>
                  <a:cubicBezTo>
                    <a:pt x="12936" y="15531"/>
                    <a:pt x="10302" y="15174"/>
                    <a:pt x="8194" y="14876"/>
                  </a:cubicBezTo>
                  <a:cubicBezTo>
                    <a:pt x="6087" y="14579"/>
                    <a:pt x="4506" y="14340"/>
                    <a:pt x="3980" y="14400"/>
                  </a:cubicBezTo>
                  <a:cubicBezTo>
                    <a:pt x="3453" y="14460"/>
                    <a:pt x="3980" y="14817"/>
                    <a:pt x="5560" y="15322"/>
                  </a:cubicBezTo>
                  <a:cubicBezTo>
                    <a:pt x="7141" y="15828"/>
                    <a:pt x="9775" y="16483"/>
                    <a:pt x="11882" y="17078"/>
                  </a:cubicBezTo>
                  <a:cubicBezTo>
                    <a:pt x="13989" y="17673"/>
                    <a:pt x="15570" y="18208"/>
                    <a:pt x="15306" y="18357"/>
                  </a:cubicBezTo>
                  <a:cubicBezTo>
                    <a:pt x="15043" y="18506"/>
                    <a:pt x="12936" y="18268"/>
                    <a:pt x="11092" y="18000"/>
                  </a:cubicBezTo>
                  <a:cubicBezTo>
                    <a:pt x="9248" y="17732"/>
                    <a:pt x="7667" y="17435"/>
                    <a:pt x="6877" y="17435"/>
                  </a:cubicBezTo>
                  <a:cubicBezTo>
                    <a:pt x="6087" y="17435"/>
                    <a:pt x="6087" y="17732"/>
                    <a:pt x="6614" y="18060"/>
                  </a:cubicBezTo>
                  <a:cubicBezTo>
                    <a:pt x="7141" y="18387"/>
                    <a:pt x="8194" y="18744"/>
                    <a:pt x="8985" y="19101"/>
                  </a:cubicBezTo>
                  <a:cubicBezTo>
                    <a:pt x="9775" y="19458"/>
                    <a:pt x="10302" y="19815"/>
                    <a:pt x="8721" y="19815"/>
                  </a:cubicBezTo>
                  <a:cubicBezTo>
                    <a:pt x="7141" y="19815"/>
                    <a:pt x="3453" y="19458"/>
                    <a:pt x="2663" y="19517"/>
                  </a:cubicBezTo>
                  <a:cubicBezTo>
                    <a:pt x="1872" y="19577"/>
                    <a:pt x="3980" y="20053"/>
                    <a:pt x="5297" y="20469"/>
                  </a:cubicBezTo>
                  <a:cubicBezTo>
                    <a:pt x="6614" y="20886"/>
                    <a:pt x="7141" y="21243"/>
                    <a:pt x="7667" y="21600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79" name="Línea"/>
            <p:cNvSpPr/>
            <p:nvPr/>
          </p:nvSpPr>
          <p:spPr>
            <a:xfrm>
              <a:off x="3861356" y="1009646"/>
              <a:ext cx="184571" cy="13075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1" h="21575" fill="norm" stroke="1" extrusionOk="0">
                  <a:moveTo>
                    <a:pt x="9853" y="272"/>
                  </a:moveTo>
                  <a:cubicBezTo>
                    <a:pt x="11368" y="435"/>
                    <a:pt x="12884" y="598"/>
                    <a:pt x="14021" y="816"/>
                  </a:cubicBezTo>
                  <a:cubicBezTo>
                    <a:pt x="15158" y="1034"/>
                    <a:pt x="15916" y="1306"/>
                    <a:pt x="15347" y="1387"/>
                  </a:cubicBezTo>
                  <a:cubicBezTo>
                    <a:pt x="14779" y="1469"/>
                    <a:pt x="12884" y="1360"/>
                    <a:pt x="10989" y="1170"/>
                  </a:cubicBezTo>
                  <a:cubicBezTo>
                    <a:pt x="9095" y="979"/>
                    <a:pt x="7200" y="707"/>
                    <a:pt x="5495" y="462"/>
                  </a:cubicBezTo>
                  <a:cubicBezTo>
                    <a:pt x="3789" y="218"/>
                    <a:pt x="2274" y="0"/>
                    <a:pt x="2274" y="0"/>
                  </a:cubicBezTo>
                  <a:cubicBezTo>
                    <a:pt x="2274" y="0"/>
                    <a:pt x="3789" y="218"/>
                    <a:pt x="6821" y="789"/>
                  </a:cubicBezTo>
                  <a:cubicBezTo>
                    <a:pt x="9853" y="1360"/>
                    <a:pt x="14400" y="2285"/>
                    <a:pt x="16863" y="2884"/>
                  </a:cubicBezTo>
                  <a:cubicBezTo>
                    <a:pt x="19326" y="3482"/>
                    <a:pt x="19705" y="3754"/>
                    <a:pt x="18758" y="3836"/>
                  </a:cubicBezTo>
                  <a:cubicBezTo>
                    <a:pt x="17811" y="3917"/>
                    <a:pt x="15537" y="3809"/>
                    <a:pt x="13642" y="3645"/>
                  </a:cubicBezTo>
                  <a:cubicBezTo>
                    <a:pt x="11747" y="3482"/>
                    <a:pt x="10232" y="3264"/>
                    <a:pt x="8716" y="3047"/>
                  </a:cubicBezTo>
                  <a:cubicBezTo>
                    <a:pt x="7200" y="2829"/>
                    <a:pt x="5684" y="2612"/>
                    <a:pt x="5305" y="2639"/>
                  </a:cubicBezTo>
                  <a:cubicBezTo>
                    <a:pt x="4926" y="2666"/>
                    <a:pt x="5684" y="2938"/>
                    <a:pt x="7958" y="3591"/>
                  </a:cubicBezTo>
                  <a:cubicBezTo>
                    <a:pt x="10232" y="4244"/>
                    <a:pt x="14021" y="5278"/>
                    <a:pt x="16105" y="5985"/>
                  </a:cubicBezTo>
                  <a:cubicBezTo>
                    <a:pt x="18189" y="6692"/>
                    <a:pt x="18568" y="7073"/>
                    <a:pt x="17621" y="7182"/>
                  </a:cubicBezTo>
                  <a:cubicBezTo>
                    <a:pt x="16674" y="7291"/>
                    <a:pt x="14400" y="7127"/>
                    <a:pt x="12695" y="6937"/>
                  </a:cubicBezTo>
                  <a:cubicBezTo>
                    <a:pt x="10989" y="6747"/>
                    <a:pt x="9853" y="6529"/>
                    <a:pt x="7768" y="6148"/>
                  </a:cubicBezTo>
                  <a:cubicBezTo>
                    <a:pt x="5684" y="5767"/>
                    <a:pt x="2653" y="5223"/>
                    <a:pt x="2463" y="5169"/>
                  </a:cubicBezTo>
                  <a:cubicBezTo>
                    <a:pt x="2274" y="5114"/>
                    <a:pt x="4926" y="5550"/>
                    <a:pt x="8337" y="6230"/>
                  </a:cubicBezTo>
                  <a:cubicBezTo>
                    <a:pt x="11747" y="6910"/>
                    <a:pt x="15916" y="7835"/>
                    <a:pt x="18379" y="8488"/>
                  </a:cubicBezTo>
                  <a:cubicBezTo>
                    <a:pt x="20842" y="9141"/>
                    <a:pt x="21600" y="9521"/>
                    <a:pt x="21032" y="9712"/>
                  </a:cubicBezTo>
                  <a:cubicBezTo>
                    <a:pt x="20463" y="9902"/>
                    <a:pt x="18568" y="9902"/>
                    <a:pt x="16105" y="9657"/>
                  </a:cubicBezTo>
                  <a:cubicBezTo>
                    <a:pt x="13642" y="9413"/>
                    <a:pt x="10611" y="8923"/>
                    <a:pt x="8147" y="8460"/>
                  </a:cubicBezTo>
                  <a:cubicBezTo>
                    <a:pt x="5684" y="7998"/>
                    <a:pt x="3789" y="7563"/>
                    <a:pt x="3411" y="7508"/>
                  </a:cubicBezTo>
                  <a:cubicBezTo>
                    <a:pt x="3032" y="7454"/>
                    <a:pt x="4168" y="7780"/>
                    <a:pt x="5684" y="8243"/>
                  </a:cubicBezTo>
                  <a:cubicBezTo>
                    <a:pt x="7200" y="8705"/>
                    <a:pt x="9095" y="9304"/>
                    <a:pt x="10421" y="9766"/>
                  </a:cubicBezTo>
                  <a:cubicBezTo>
                    <a:pt x="11747" y="10229"/>
                    <a:pt x="12505" y="10555"/>
                    <a:pt x="13074" y="10854"/>
                  </a:cubicBezTo>
                  <a:cubicBezTo>
                    <a:pt x="13642" y="11154"/>
                    <a:pt x="14021" y="11426"/>
                    <a:pt x="13263" y="11480"/>
                  </a:cubicBezTo>
                  <a:cubicBezTo>
                    <a:pt x="12505" y="11535"/>
                    <a:pt x="10611" y="11371"/>
                    <a:pt x="8716" y="11099"/>
                  </a:cubicBezTo>
                  <a:cubicBezTo>
                    <a:pt x="6821" y="10827"/>
                    <a:pt x="4926" y="10446"/>
                    <a:pt x="3221" y="10065"/>
                  </a:cubicBezTo>
                  <a:cubicBezTo>
                    <a:pt x="1516" y="9685"/>
                    <a:pt x="0" y="9304"/>
                    <a:pt x="0" y="9277"/>
                  </a:cubicBezTo>
                  <a:cubicBezTo>
                    <a:pt x="0" y="9249"/>
                    <a:pt x="1516" y="9576"/>
                    <a:pt x="3789" y="10202"/>
                  </a:cubicBezTo>
                  <a:cubicBezTo>
                    <a:pt x="6063" y="10827"/>
                    <a:pt x="9095" y="11752"/>
                    <a:pt x="10989" y="12351"/>
                  </a:cubicBezTo>
                  <a:cubicBezTo>
                    <a:pt x="12884" y="12949"/>
                    <a:pt x="13642" y="13221"/>
                    <a:pt x="13074" y="13357"/>
                  </a:cubicBezTo>
                  <a:cubicBezTo>
                    <a:pt x="12505" y="13493"/>
                    <a:pt x="10611" y="13493"/>
                    <a:pt x="8905" y="13384"/>
                  </a:cubicBezTo>
                  <a:cubicBezTo>
                    <a:pt x="7200" y="13276"/>
                    <a:pt x="5684" y="13058"/>
                    <a:pt x="4168" y="12813"/>
                  </a:cubicBezTo>
                  <a:cubicBezTo>
                    <a:pt x="2653" y="12568"/>
                    <a:pt x="1137" y="12296"/>
                    <a:pt x="758" y="12296"/>
                  </a:cubicBezTo>
                  <a:cubicBezTo>
                    <a:pt x="379" y="12296"/>
                    <a:pt x="1137" y="12568"/>
                    <a:pt x="3032" y="13194"/>
                  </a:cubicBezTo>
                  <a:cubicBezTo>
                    <a:pt x="4926" y="13820"/>
                    <a:pt x="7958" y="14799"/>
                    <a:pt x="9853" y="15534"/>
                  </a:cubicBezTo>
                  <a:cubicBezTo>
                    <a:pt x="11747" y="16268"/>
                    <a:pt x="12505" y="16758"/>
                    <a:pt x="11937" y="16921"/>
                  </a:cubicBezTo>
                  <a:cubicBezTo>
                    <a:pt x="11368" y="17084"/>
                    <a:pt x="9474" y="16921"/>
                    <a:pt x="7958" y="16730"/>
                  </a:cubicBezTo>
                  <a:cubicBezTo>
                    <a:pt x="6442" y="16540"/>
                    <a:pt x="5305" y="16322"/>
                    <a:pt x="3979" y="16105"/>
                  </a:cubicBezTo>
                  <a:cubicBezTo>
                    <a:pt x="2653" y="15887"/>
                    <a:pt x="1137" y="15670"/>
                    <a:pt x="947" y="15724"/>
                  </a:cubicBezTo>
                  <a:cubicBezTo>
                    <a:pt x="758" y="15778"/>
                    <a:pt x="1895" y="16105"/>
                    <a:pt x="4358" y="16785"/>
                  </a:cubicBezTo>
                  <a:cubicBezTo>
                    <a:pt x="6821" y="17465"/>
                    <a:pt x="10611" y="18499"/>
                    <a:pt x="12695" y="19206"/>
                  </a:cubicBezTo>
                  <a:cubicBezTo>
                    <a:pt x="14779" y="19913"/>
                    <a:pt x="15158" y="20294"/>
                    <a:pt x="14589" y="20403"/>
                  </a:cubicBezTo>
                  <a:cubicBezTo>
                    <a:pt x="14021" y="20512"/>
                    <a:pt x="12505" y="20349"/>
                    <a:pt x="11179" y="20158"/>
                  </a:cubicBezTo>
                  <a:cubicBezTo>
                    <a:pt x="9853" y="19968"/>
                    <a:pt x="8716" y="19750"/>
                    <a:pt x="7579" y="19532"/>
                  </a:cubicBezTo>
                  <a:cubicBezTo>
                    <a:pt x="6442" y="19315"/>
                    <a:pt x="5305" y="19097"/>
                    <a:pt x="5116" y="19124"/>
                  </a:cubicBezTo>
                  <a:cubicBezTo>
                    <a:pt x="4926" y="19152"/>
                    <a:pt x="5684" y="19424"/>
                    <a:pt x="6442" y="19777"/>
                  </a:cubicBezTo>
                  <a:cubicBezTo>
                    <a:pt x="7200" y="20131"/>
                    <a:pt x="7958" y="20566"/>
                    <a:pt x="8526" y="20920"/>
                  </a:cubicBezTo>
                  <a:cubicBezTo>
                    <a:pt x="9095" y="21274"/>
                    <a:pt x="9474" y="21546"/>
                    <a:pt x="8526" y="21573"/>
                  </a:cubicBezTo>
                  <a:cubicBezTo>
                    <a:pt x="7579" y="21600"/>
                    <a:pt x="5305" y="21382"/>
                    <a:pt x="3032" y="21165"/>
                  </a:cubicBezTo>
                </a:path>
              </a:pathLst>
            </a:custGeom>
            <a:noFill/>
            <a:ln w="46513" cap="rnd">
              <a:solidFill>
                <a:srgbClr val="FFB5A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0" name="Línea"/>
            <p:cNvSpPr/>
            <p:nvPr/>
          </p:nvSpPr>
          <p:spPr>
            <a:xfrm>
              <a:off x="4468593" y="2052150"/>
              <a:ext cx="39159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1" name="Línea"/>
            <p:cNvSpPr/>
            <p:nvPr/>
          </p:nvSpPr>
          <p:spPr>
            <a:xfrm>
              <a:off x="4547733" y="1231076"/>
              <a:ext cx="989247" cy="7617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2" name="Línea"/>
            <p:cNvSpPr/>
            <p:nvPr/>
          </p:nvSpPr>
          <p:spPr>
            <a:xfrm>
              <a:off x="5487516" y="1250861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3" name="Línea"/>
            <p:cNvSpPr/>
            <p:nvPr/>
          </p:nvSpPr>
          <p:spPr>
            <a:xfrm>
              <a:off x="4616980" y="2685268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4" name="Línea"/>
            <p:cNvSpPr/>
            <p:nvPr/>
          </p:nvSpPr>
          <p:spPr>
            <a:xfrm>
              <a:off x="4725797" y="1923548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5" name="Línea"/>
            <p:cNvSpPr/>
            <p:nvPr/>
          </p:nvSpPr>
          <p:spPr>
            <a:xfrm>
              <a:off x="4884076" y="1705914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6" name="Línea"/>
            <p:cNvSpPr/>
            <p:nvPr/>
          </p:nvSpPr>
          <p:spPr>
            <a:xfrm>
              <a:off x="5062141" y="1597097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7" name="Línea"/>
            <p:cNvSpPr/>
            <p:nvPr/>
          </p:nvSpPr>
          <p:spPr>
            <a:xfrm>
              <a:off x="5279775" y="1438818"/>
              <a:ext cx="39570" cy="137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8" name="Línea"/>
            <p:cNvSpPr/>
            <p:nvPr/>
          </p:nvSpPr>
          <p:spPr>
            <a:xfrm>
              <a:off x="5536978" y="1053012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89" name="Línea"/>
            <p:cNvSpPr/>
            <p:nvPr/>
          </p:nvSpPr>
          <p:spPr>
            <a:xfrm>
              <a:off x="5447946" y="1043119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0" name="Línea"/>
            <p:cNvSpPr/>
            <p:nvPr/>
          </p:nvSpPr>
          <p:spPr>
            <a:xfrm>
              <a:off x="5705150" y="897415"/>
              <a:ext cx="295644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1" name="Línea"/>
            <p:cNvSpPr/>
            <p:nvPr/>
          </p:nvSpPr>
          <p:spPr>
            <a:xfrm>
              <a:off x="5808882" y="1013442"/>
              <a:ext cx="123789" cy="12365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2" h="21600" fill="norm" stroke="1" extrusionOk="0">
                  <a:moveTo>
                    <a:pt x="15809" y="0"/>
                  </a:moveTo>
                  <a:cubicBezTo>
                    <a:pt x="16362" y="288"/>
                    <a:pt x="16916" y="576"/>
                    <a:pt x="16085" y="634"/>
                  </a:cubicBezTo>
                  <a:cubicBezTo>
                    <a:pt x="15255" y="691"/>
                    <a:pt x="13039" y="518"/>
                    <a:pt x="12485" y="605"/>
                  </a:cubicBezTo>
                  <a:cubicBezTo>
                    <a:pt x="11932" y="691"/>
                    <a:pt x="13039" y="1037"/>
                    <a:pt x="14424" y="1325"/>
                  </a:cubicBezTo>
                  <a:cubicBezTo>
                    <a:pt x="15809" y="1613"/>
                    <a:pt x="17470" y="1843"/>
                    <a:pt x="18578" y="2102"/>
                  </a:cubicBezTo>
                  <a:cubicBezTo>
                    <a:pt x="19685" y="2362"/>
                    <a:pt x="20239" y="2650"/>
                    <a:pt x="19409" y="2707"/>
                  </a:cubicBezTo>
                  <a:cubicBezTo>
                    <a:pt x="18578" y="2765"/>
                    <a:pt x="16362" y="2592"/>
                    <a:pt x="14147" y="2390"/>
                  </a:cubicBezTo>
                  <a:cubicBezTo>
                    <a:pt x="11932" y="2189"/>
                    <a:pt x="9716" y="1958"/>
                    <a:pt x="9439" y="1958"/>
                  </a:cubicBezTo>
                  <a:cubicBezTo>
                    <a:pt x="9162" y="1958"/>
                    <a:pt x="10824" y="2189"/>
                    <a:pt x="12485" y="2419"/>
                  </a:cubicBezTo>
                  <a:cubicBezTo>
                    <a:pt x="14147" y="2650"/>
                    <a:pt x="15809" y="2880"/>
                    <a:pt x="17193" y="3139"/>
                  </a:cubicBezTo>
                  <a:cubicBezTo>
                    <a:pt x="18578" y="3398"/>
                    <a:pt x="19685" y="3686"/>
                    <a:pt x="18024" y="3715"/>
                  </a:cubicBezTo>
                  <a:cubicBezTo>
                    <a:pt x="16362" y="3744"/>
                    <a:pt x="11932" y="3514"/>
                    <a:pt x="10547" y="3514"/>
                  </a:cubicBezTo>
                  <a:cubicBezTo>
                    <a:pt x="9162" y="3514"/>
                    <a:pt x="10824" y="3744"/>
                    <a:pt x="12209" y="4003"/>
                  </a:cubicBezTo>
                  <a:cubicBezTo>
                    <a:pt x="13593" y="4262"/>
                    <a:pt x="14701" y="4550"/>
                    <a:pt x="15809" y="4838"/>
                  </a:cubicBezTo>
                  <a:cubicBezTo>
                    <a:pt x="16916" y="5126"/>
                    <a:pt x="18024" y="5414"/>
                    <a:pt x="17193" y="5472"/>
                  </a:cubicBezTo>
                  <a:cubicBezTo>
                    <a:pt x="16362" y="5530"/>
                    <a:pt x="13593" y="5357"/>
                    <a:pt x="11378" y="5155"/>
                  </a:cubicBezTo>
                  <a:cubicBezTo>
                    <a:pt x="9162" y="4954"/>
                    <a:pt x="7501" y="4723"/>
                    <a:pt x="5285" y="4464"/>
                  </a:cubicBezTo>
                  <a:cubicBezTo>
                    <a:pt x="3070" y="4205"/>
                    <a:pt x="301" y="3917"/>
                    <a:pt x="24" y="3917"/>
                  </a:cubicBezTo>
                  <a:cubicBezTo>
                    <a:pt x="-253" y="3917"/>
                    <a:pt x="1962" y="4205"/>
                    <a:pt x="4732" y="4608"/>
                  </a:cubicBezTo>
                  <a:cubicBezTo>
                    <a:pt x="7501" y="5011"/>
                    <a:pt x="10824" y="5530"/>
                    <a:pt x="13039" y="5933"/>
                  </a:cubicBezTo>
                  <a:cubicBezTo>
                    <a:pt x="15255" y="6336"/>
                    <a:pt x="16362" y="6624"/>
                    <a:pt x="17747" y="6912"/>
                  </a:cubicBezTo>
                  <a:cubicBezTo>
                    <a:pt x="19132" y="7200"/>
                    <a:pt x="20793" y="7488"/>
                    <a:pt x="20239" y="7632"/>
                  </a:cubicBezTo>
                  <a:cubicBezTo>
                    <a:pt x="19685" y="7776"/>
                    <a:pt x="16916" y="7776"/>
                    <a:pt x="13870" y="7574"/>
                  </a:cubicBezTo>
                  <a:cubicBezTo>
                    <a:pt x="10824" y="7373"/>
                    <a:pt x="7501" y="6970"/>
                    <a:pt x="6670" y="6883"/>
                  </a:cubicBezTo>
                  <a:cubicBezTo>
                    <a:pt x="5839" y="6797"/>
                    <a:pt x="7501" y="7027"/>
                    <a:pt x="9716" y="7402"/>
                  </a:cubicBezTo>
                  <a:cubicBezTo>
                    <a:pt x="11932" y="7776"/>
                    <a:pt x="14701" y="8294"/>
                    <a:pt x="16639" y="8698"/>
                  </a:cubicBezTo>
                  <a:cubicBezTo>
                    <a:pt x="18578" y="9101"/>
                    <a:pt x="19685" y="9389"/>
                    <a:pt x="18855" y="9590"/>
                  </a:cubicBezTo>
                  <a:cubicBezTo>
                    <a:pt x="18024" y="9792"/>
                    <a:pt x="15255" y="9907"/>
                    <a:pt x="14424" y="10109"/>
                  </a:cubicBezTo>
                  <a:cubicBezTo>
                    <a:pt x="13593" y="10310"/>
                    <a:pt x="14701" y="10598"/>
                    <a:pt x="16085" y="10886"/>
                  </a:cubicBezTo>
                  <a:cubicBezTo>
                    <a:pt x="17470" y="11174"/>
                    <a:pt x="19132" y="11462"/>
                    <a:pt x="18578" y="11606"/>
                  </a:cubicBezTo>
                  <a:cubicBezTo>
                    <a:pt x="18024" y="11750"/>
                    <a:pt x="15255" y="11750"/>
                    <a:pt x="12485" y="11578"/>
                  </a:cubicBezTo>
                  <a:cubicBezTo>
                    <a:pt x="9716" y="11405"/>
                    <a:pt x="6947" y="11059"/>
                    <a:pt x="6393" y="11002"/>
                  </a:cubicBezTo>
                  <a:cubicBezTo>
                    <a:pt x="5839" y="10944"/>
                    <a:pt x="7501" y="11174"/>
                    <a:pt x="9993" y="11520"/>
                  </a:cubicBezTo>
                  <a:cubicBezTo>
                    <a:pt x="12485" y="11866"/>
                    <a:pt x="15809" y="12326"/>
                    <a:pt x="18024" y="12701"/>
                  </a:cubicBezTo>
                  <a:cubicBezTo>
                    <a:pt x="20239" y="13075"/>
                    <a:pt x="21347" y="13363"/>
                    <a:pt x="20516" y="13507"/>
                  </a:cubicBezTo>
                  <a:cubicBezTo>
                    <a:pt x="19685" y="13651"/>
                    <a:pt x="16916" y="13651"/>
                    <a:pt x="13870" y="13507"/>
                  </a:cubicBezTo>
                  <a:cubicBezTo>
                    <a:pt x="10824" y="13363"/>
                    <a:pt x="7501" y="13075"/>
                    <a:pt x="6393" y="13104"/>
                  </a:cubicBezTo>
                  <a:cubicBezTo>
                    <a:pt x="5286" y="13133"/>
                    <a:pt x="6393" y="13478"/>
                    <a:pt x="7778" y="13795"/>
                  </a:cubicBezTo>
                  <a:cubicBezTo>
                    <a:pt x="9162" y="14112"/>
                    <a:pt x="10824" y="14400"/>
                    <a:pt x="12209" y="14688"/>
                  </a:cubicBezTo>
                  <a:cubicBezTo>
                    <a:pt x="13593" y="14976"/>
                    <a:pt x="14701" y="15264"/>
                    <a:pt x="13870" y="15350"/>
                  </a:cubicBezTo>
                  <a:cubicBezTo>
                    <a:pt x="13039" y="15437"/>
                    <a:pt x="10270" y="15322"/>
                    <a:pt x="8055" y="15149"/>
                  </a:cubicBezTo>
                  <a:cubicBezTo>
                    <a:pt x="5839" y="14976"/>
                    <a:pt x="4178" y="14746"/>
                    <a:pt x="4178" y="14746"/>
                  </a:cubicBezTo>
                  <a:cubicBezTo>
                    <a:pt x="4178" y="14746"/>
                    <a:pt x="5839" y="14976"/>
                    <a:pt x="8332" y="15437"/>
                  </a:cubicBezTo>
                  <a:cubicBezTo>
                    <a:pt x="10824" y="15898"/>
                    <a:pt x="14147" y="16589"/>
                    <a:pt x="16085" y="17078"/>
                  </a:cubicBezTo>
                  <a:cubicBezTo>
                    <a:pt x="18024" y="17568"/>
                    <a:pt x="18578" y="17856"/>
                    <a:pt x="17470" y="17942"/>
                  </a:cubicBezTo>
                  <a:cubicBezTo>
                    <a:pt x="16362" y="18029"/>
                    <a:pt x="13593" y="17914"/>
                    <a:pt x="11101" y="17770"/>
                  </a:cubicBezTo>
                  <a:cubicBezTo>
                    <a:pt x="8609" y="17626"/>
                    <a:pt x="6393" y="17453"/>
                    <a:pt x="4455" y="17251"/>
                  </a:cubicBezTo>
                  <a:cubicBezTo>
                    <a:pt x="2516" y="17050"/>
                    <a:pt x="855" y="16819"/>
                    <a:pt x="301" y="16848"/>
                  </a:cubicBezTo>
                  <a:cubicBezTo>
                    <a:pt x="-253" y="16877"/>
                    <a:pt x="301" y="17165"/>
                    <a:pt x="2793" y="17741"/>
                  </a:cubicBezTo>
                  <a:cubicBezTo>
                    <a:pt x="5285" y="18317"/>
                    <a:pt x="9716" y="19181"/>
                    <a:pt x="12485" y="19843"/>
                  </a:cubicBezTo>
                  <a:cubicBezTo>
                    <a:pt x="15255" y="20506"/>
                    <a:pt x="16362" y="20966"/>
                    <a:pt x="15532" y="21110"/>
                  </a:cubicBezTo>
                  <a:cubicBezTo>
                    <a:pt x="14701" y="21254"/>
                    <a:pt x="11932" y="21082"/>
                    <a:pt x="9716" y="20880"/>
                  </a:cubicBezTo>
                  <a:cubicBezTo>
                    <a:pt x="7501" y="20678"/>
                    <a:pt x="5839" y="20448"/>
                    <a:pt x="4178" y="20189"/>
                  </a:cubicBezTo>
                  <a:cubicBezTo>
                    <a:pt x="2516" y="19930"/>
                    <a:pt x="855" y="19642"/>
                    <a:pt x="1132" y="19728"/>
                  </a:cubicBezTo>
                  <a:cubicBezTo>
                    <a:pt x="1409" y="19814"/>
                    <a:pt x="3624" y="20275"/>
                    <a:pt x="5285" y="20650"/>
                  </a:cubicBezTo>
                  <a:cubicBezTo>
                    <a:pt x="6947" y="21024"/>
                    <a:pt x="8055" y="21312"/>
                    <a:pt x="9162" y="21600"/>
                  </a:cubicBezTo>
                </a:path>
              </a:pathLst>
            </a:custGeom>
            <a:noFill/>
            <a:ln w="46513" cap="rnd">
              <a:solidFill>
                <a:srgbClr val="FED03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2" name="Línea"/>
            <p:cNvSpPr/>
            <p:nvPr/>
          </p:nvSpPr>
          <p:spPr>
            <a:xfrm>
              <a:off x="6064077" y="1580111"/>
              <a:ext cx="158281" cy="230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927"/>
                    <a:pt x="21600" y="1854"/>
                    <a:pt x="21375" y="2719"/>
                  </a:cubicBezTo>
                  <a:cubicBezTo>
                    <a:pt x="21150" y="3585"/>
                    <a:pt x="20700" y="4388"/>
                    <a:pt x="20025" y="5114"/>
                  </a:cubicBezTo>
                  <a:cubicBezTo>
                    <a:pt x="19350" y="5840"/>
                    <a:pt x="18450" y="6489"/>
                    <a:pt x="17550" y="7154"/>
                  </a:cubicBezTo>
                  <a:cubicBezTo>
                    <a:pt x="16650" y="7818"/>
                    <a:pt x="15750" y="8498"/>
                    <a:pt x="15075" y="9147"/>
                  </a:cubicBezTo>
                  <a:cubicBezTo>
                    <a:pt x="14400" y="9796"/>
                    <a:pt x="13950" y="10414"/>
                    <a:pt x="12825" y="11171"/>
                  </a:cubicBezTo>
                  <a:cubicBezTo>
                    <a:pt x="11700" y="11928"/>
                    <a:pt x="9900" y="12824"/>
                    <a:pt x="8775" y="13581"/>
                  </a:cubicBezTo>
                  <a:cubicBezTo>
                    <a:pt x="7650" y="14338"/>
                    <a:pt x="7200" y="14956"/>
                    <a:pt x="6300" y="15605"/>
                  </a:cubicBezTo>
                  <a:cubicBezTo>
                    <a:pt x="5400" y="16254"/>
                    <a:pt x="4050" y="16934"/>
                    <a:pt x="2925" y="17706"/>
                  </a:cubicBezTo>
                  <a:cubicBezTo>
                    <a:pt x="1800" y="18479"/>
                    <a:pt x="900" y="19344"/>
                    <a:pt x="450" y="20009"/>
                  </a:cubicBezTo>
                  <a:cubicBezTo>
                    <a:pt x="0" y="20673"/>
                    <a:pt x="0" y="21136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3" name="Línea"/>
            <p:cNvSpPr/>
            <p:nvPr/>
          </p:nvSpPr>
          <p:spPr>
            <a:xfrm>
              <a:off x="6113540" y="2727636"/>
              <a:ext cx="1622364" cy="1216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205" y="468"/>
                    <a:pt x="20810" y="937"/>
                    <a:pt x="20217" y="1639"/>
                  </a:cubicBezTo>
                  <a:cubicBezTo>
                    <a:pt x="19624" y="2341"/>
                    <a:pt x="18834" y="3278"/>
                    <a:pt x="17824" y="4449"/>
                  </a:cubicBezTo>
                  <a:cubicBezTo>
                    <a:pt x="16815" y="5620"/>
                    <a:pt x="15585" y="7024"/>
                    <a:pt x="14532" y="8224"/>
                  </a:cubicBezTo>
                  <a:cubicBezTo>
                    <a:pt x="13478" y="9424"/>
                    <a:pt x="12600" y="10420"/>
                    <a:pt x="11546" y="11502"/>
                  </a:cubicBezTo>
                  <a:cubicBezTo>
                    <a:pt x="10493" y="12585"/>
                    <a:pt x="9263" y="13756"/>
                    <a:pt x="8078" y="14780"/>
                  </a:cubicBezTo>
                  <a:cubicBezTo>
                    <a:pt x="6893" y="15805"/>
                    <a:pt x="5751" y="16683"/>
                    <a:pt x="4763" y="17502"/>
                  </a:cubicBezTo>
                  <a:cubicBezTo>
                    <a:pt x="3776" y="18322"/>
                    <a:pt x="2941" y="19083"/>
                    <a:pt x="2173" y="19756"/>
                  </a:cubicBezTo>
                  <a:cubicBezTo>
                    <a:pt x="1405" y="20429"/>
                    <a:pt x="702" y="2101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4" name="Línea"/>
            <p:cNvSpPr/>
            <p:nvPr/>
          </p:nvSpPr>
          <p:spPr>
            <a:xfrm>
              <a:off x="7720414" y="2969350"/>
              <a:ext cx="39158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75" h="21600" fill="norm" stroke="1" extrusionOk="0">
                  <a:moveTo>
                    <a:pt x="16200" y="0"/>
                  </a:moveTo>
                  <a:cubicBezTo>
                    <a:pt x="18000" y="1631"/>
                    <a:pt x="19800" y="3263"/>
                    <a:pt x="20700" y="4950"/>
                  </a:cubicBezTo>
                  <a:cubicBezTo>
                    <a:pt x="21600" y="6638"/>
                    <a:pt x="21600" y="8381"/>
                    <a:pt x="20700" y="9984"/>
                  </a:cubicBezTo>
                  <a:cubicBezTo>
                    <a:pt x="19800" y="11588"/>
                    <a:pt x="18000" y="13050"/>
                    <a:pt x="15300" y="14344"/>
                  </a:cubicBezTo>
                  <a:cubicBezTo>
                    <a:pt x="12600" y="15638"/>
                    <a:pt x="9000" y="16763"/>
                    <a:pt x="6300" y="17944"/>
                  </a:cubicBezTo>
                  <a:cubicBezTo>
                    <a:pt x="3600" y="19125"/>
                    <a:pt x="1800" y="2036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5" name="Línea"/>
            <p:cNvSpPr/>
            <p:nvPr/>
          </p:nvSpPr>
          <p:spPr>
            <a:xfrm>
              <a:off x="7799553" y="2148276"/>
              <a:ext cx="989247" cy="7617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1296" y="20384"/>
                    <a:pt x="2592" y="19169"/>
                    <a:pt x="4104" y="17626"/>
                  </a:cubicBezTo>
                  <a:cubicBezTo>
                    <a:pt x="5616" y="16083"/>
                    <a:pt x="7344" y="14213"/>
                    <a:pt x="9072" y="12483"/>
                  </a:cubicBezTo>
                  <a:cubicBezTo>
                    <a:pt x="10800" y="10753"/>
                    <a:pt x="12528" y="9164"/>
                    <a:pt x="13788" y="7855"/>
                  </a:cubicBezTo>
                  <a:cubicBezTo>
                    <a:pt x="15048" y="6545"/>
                    <a:pt x="15840" y="5517"/>
                    <a:pt x="16920" y="4348"/>
                  </a:cubicBezTo>
                  <a:cubicBezTo>
                    <a:pt x="18000" y="3179"/>
                    <a:pt x="19368" y="1870"/>
                    <a:pt x="20196" y="1122"/>
                  </a:cubicBezTo>
                  <a:cubicBezTo>
                    <a:pt x="21024" y="374"/>
                    <a:pt x="21312" y="187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6" name="Línea"/>
            <p:cNvSpPr/>
            <p:nvPr/>
          </p:nvSpPr>
          <p:spPr>
            <a:xfrm>
              <a:off x="8739337" y="2168061"/>
              <a:ext cx="98926" cy="1464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880" y="1508"/>
                    <a:pt x="20160" y="3016"/>
                    <a:pt x="19800" y="4451"/>
                  </a:cubicBezTo>
                  <a:cubicBezTo>
                    <a:pt x="19440" y="5886"/>
                    <a:pt x="19440" y="7249"/>
                    <a:pt x="18720" y="8416"/>
                  </a:cubicBezTo>
                  <a:cubicBezTo>
                    <a:pt x="18000" y="9584"/>
                    <a:pt x="16560" y="10557"/>
                    <a:pt x="14760" y="11627"/>
                  </a:cubicBezTo>
                  <a:cubicBezTo>
                    <a:pt x="12960" y="12697"/>
                    <a:pt x="10800" y="13865"/>
                    <a:pt x="9720" y="15057"/>
                  </a:cubicBezTo>
                  <a:cubicBezTo>
                    <a:pt x="8640" y="16249"/>
                    <a:pt x="8640" y="17465"/>
                    <a:pt x="7200" y="18559"/>
                  </a:cubicBezTo>
                  <a:cubicBezTo>
                    <a:pt x="5760" y="19654"/>
                    <a:pt x="2880" y="2062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7" name="Línea"/>
            <p:cNvSpPr/>
            <p:nvPr/>
          </p:nvSpPr>
          <p:spPr>
            <a:xfrm>
              <a:off x="7868801" y="3602468"/>
              <a:ext cx="821075" cy="702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3" y="507"/>
                    <a:pt x="21427" y="1014"/>
                    <a:pt x="20993" y="1673"/>
                  </a:cubicBezTo>
                  <a:cubicBezTo>
                    <a:pt x="20559" y="2332"/>
                    <a:pt x="19778" y="3144"/>
                    <a:pt x="18607" y="4259"/>
                  </a:cubicBezTo>
                  <a:cubicBezTo>
                    <a:pt x="17436" y="5375"/>
                    <a:pt x="15875" y="6794"/>
                    <a:pt x="13880" y="8569"/>
                  </a:cubicBezTo>
                  <a:cubicBezTo>
                    <a:pt x="11884" y="10344"/>
                    <a:pt x="9455" y="12473"/>
                    <a:pt x="7547" y="14248"/>
                  </a:cubicBezTo>
                  <a:cubicBezTo>
                    <a:pt x="5639" y="16023"/>
                    <a:pt x="4251" y="17442"/>
                    <a:pt x="3080" y="18608"/>
                  </a:cubicBezTo>
                  <a:cubicBezTo>
                    <a:pt x="1908" y="19775"/>
                    <a:pt x="954" y="2068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8" name="Línea"/>
            <p:cNvSpPr/>
            <p:nvPr/>
          </p:nvSpPr>
          <p:spPr>
            <a:xfrm>
              <a:off x="7977618" y="2840748"/>
              <a:ext cx="9893" cy="1355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524"/>
                    <a:pt x="21600" y="3048"/>
                    <a:pt x="21600" y="4861"/>
                  </a:cubicBezTo>
                  <a:cubicBezTo>
                    <a:pt x="21600" y="6674"/>
                    <a:pt x="21600" y="8777"/>
                    <a:pt x="21600" y="11010"/>
                  </a:cubicBezTo>
                  <a:cubicBezTo>
                    <a:pt x="21600" y="13244"/>
                    <a:pt x="21600" y="15609"/>
                    <a:pt x="18000" y="17396"/>
                  </a:cubicBezTo>
                  <a:cubicBezTo>
                    <a:pt x="14400" y="19182"/>
                    <a:pt x="7200" y="2039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799" name="Línea"/>
            <p:cNvSpPr/>
            <p:nvPr/>
          </p:nvSpPr>
          <p:spPr>
            <a:xfrm>
              <a:off x="8135897" y="2623114"/>
              <a:ext cx="39571" cy="13453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800" y="1588"/>
                    <a:pt x="18000" y="3176"/>
                    <a:pt x="16200" y="4500"/>
                  </a:cubicBezTo>
                  <a:cubicBezTo>
                    <a:pt x="14400" y="5824"/>
                    <a:pt x="12600" y="6882"/>
                    <a:pt x="10800" y="8074"/>
                  </a:cubicBezTo>
                  <a:cubicBezTo>
                    <a:pt x="9000" y="9265"/>
                    <a:pt x="7200" y="10588"/>
                    <a:pt x="6300" y="12309"/>
                  </a:cubicBezTo>
                  <a:cubicBezTo>
                    <a:pt x="5400" y="14029"/>
                    <a:pt x="5400" y="16147"/>
                    <a:pt x="4500" y="17762"/>
                  </a:cubicBezTo>
                  <a:cubicBezTo>
                    <a:pt x="3600" y="19376"/>
                    <a:pt x="1800" y="2048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0" name="Línea"/>
            <p:cNvSpPr/>
            <p:nvPr/>
          </p:nvSpPr>
          <p:spPr>
            <a:xfrm>
              <a:off x="8313962" y="2514297"/>
              <a:ext cx="59355" cy="13849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1389"/>
                    <a:pt x="19200" y="2777"/>
                    <a:pt x="18000" y="4191"/>
                  </a:cubicBezTo>
                  <a:cubicBezTo>
                    <a:pt x="16800" y="5606"/>
                    <a:pt x="15600" y="7046"/>
                    <a:pt x="15000" y="8666"/>
                  </a:cubicBezTo>
                  <a:cubicBezTo>
                    <a:pt x="14400" y="10286"/>
                    <a:pt x="14400" y="12086"/>
                    <a:pt x="13800" y="13551"/>
                  </a:cubicBezTo>
                  <a:cubicBezTo>
                    <a:pt x="13200" y="15017"/>
                    <a:pt x="12000" y="16149"/>
                    <a:pt x="9600" y="17434"/>
                  </a:cubicBezTo>
                  <a:cubicBezTo>
                    <a:pt x="7200" y="18720"/>
                    <a:pt x="360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1" name="Línea"/>
            <p:cNvSpPr/>
            <p:nvPr/>
          </p:nvSpPr>
          <p:spPr>
            <a:xfrm>
              <a:off x="8531596" y="2356018"/>
              <a:ext cx="39570" cy="13750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140"/>
                    <a:pt x="21600" y="2279"/>
                    <a:pt x="21600" y="3600"/>
                  </a:cubicBezTo>
                  <a:cubicBezTo>
                    <a:pt x="21600" y="4921"/>
                    <a:pt x="21600" y="6423"/>
                    <a:pt x="20700" y="7951"/>
                  </a:cubicBezTo>
                  <a:cubicBezTo>
                    <a:pt x="19800" y="9479"/>
                    <a:pt x="18000" y="11033"/>
                    <a:pt x="16200" y="12639"/>
                  </a:cubicBezTo>
                  <a:cubicBezTo>
                    <a:pt x="14400" y="14245"/>
                    <a:pt x="12600" y="15902"/>
                    <a:pt x="9900" y="17404"/>
                  </a:cubicBezTo>
                  <a:cubicBezTo>
                    <a:pt x="7200" y="18906"/>
                    <a:pt x="3600" y="20253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2" name="Línea"/>
            <p:cNvSpPr/>
            <p:nvPr/>
          </p:nvSpPr>
          <p:spPr>
            <a:xfrm>
              <a:off x="8788799" y="1970212"/>
              <a:ext cx="20774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743" y="18900"/>
                    <a:pt x="5486" y="16200"/>
                    <a:pt x="9086" y="12600"/>
                  </a:cubicBezTo>
                  <a:cubicBezTo>
                    <a:pt x="12686" y="9000"/>
                    <a:pt x="17143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3" name="Línea"/>
            <p:cNvSpPr/>
            <p:nvPr/>
          </p:nvSpPr>
          <p:spPr>
            <a:xfrm>
              <a:off x="8699767" y="1960319"/>
              <a:ext cx="346237" cy="17015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189" y="1005"/>
                    <a:pt x="20777" y="2009"/>
                    <a:pt x="20366" y="2951"/>
                  </a:cubicBezTo>
                  <a:cubicBezTo>
                    <a:pt x="19954" y="3893"/>
                    <a:pt x="19543" y="4772"/>
                    <a:pt x="19337" y="6049"/>
                  </a:cubicBezTo>
                  <a:cubicBezTo>
                    <a:pt x="19131" y="7326"/>
                    <a:pt x="19131" y="9000"/>
                    <a:pt x="18926" y="10319"/>
                  </a:cubicBezTo>
                  <a:cubicBezTo>
                    <a:pt x="18720" y="11637"/>
                    <a:pt x="18309" y="12600"/>
                    <a:pt x="18000" y="13500"/>
                  </a:cubicBezTo>
                  <a:cubicBezTo>
                    <a:pt x="17691" y="14400"/>
                    <a:pt x="17486" y="15237"/>
                    <a:pt x="17383" y="15865"/>
                  </a:cubicBezTo>
                  <a:cubicBezTo>
                    <a:pt x="17280" y="16493"/>
                    <a:pt x="17280" y="16912"/>
                    <a:pt x="17074" y="17330"/>
                  </a:cubicBezTo>
                  <a:cubicBezTo>
                    <a:pt x="16869" y="17749"/>
                    <a:pt x="16457" y="18167"/>
                    <a:pt x="15120" y="18607"/>
                  </a:cubicBezTo>
                  <a:cubicBezTo>
                    <a:pt x="13783" y="19047"/>
                    <a:pt x="11520" y="19507"/>
                    <a:pt x="9463" y="19863"/>
                  </a:cubicBezTo>
                  <a:cubicBezTo>
                    <a:pt x="7406" y="20219"/>
                    <a:pt x="5554" y="20470"/>
                    <a:pt x="4011" y="20742"/>
                  </a:cubicBezTo>
                  <a:cubicBezTo>
                    <a:pt x="2469" y="21014"/>
                    <a:pt x="1234" y="21307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4" name="Línea"/>
            <p:cNvSpPr/>
            <p:nvPr/>
          </p:nvSpPr>
          <p:spPr>
            <a:xfrm>
              <a:off x="8956971" y="1814615"/>
              <a:ext cx="295643" cy="15998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8" h="21564" fill="norm" stroke="1" extrusionOk="0">
                  <a:moveTo>
                    <a:pt x="7200" y="1831"/>
                  </a:moveTo>
                  <a:cubicBezTo>
                    <a:pt x="11040" y="1297"/>
                    <a:pt x="14880" y="764"/>
                    <a:pt x="17280" y="431"/>
                  </a:cubicBezTo>
                  <a:cubicBezTo>
                    <a:pt x="19680" y="97"/>
                    <a:pt x="20640" y="-36"/>
                    <a:pt x="21120" y="8"/>
                  </a:cubicBezTo>
                  <a:cubicBezTo>
                    <a:pt x="21600" y="53"/>
                    <a:pt x="21600" y="275"/>
                    <a:pt x="21360" y="1031"/>
                  </a:cubicBezTo>
                  <a:cubicBezTo>
                    <a:pt x="21120" y="1786"/>
                    <a:pt x="20640" y="3075"/>
                    <a:pt x="20280" y="4275"/>
                  </a:cubicBezTo>
                  <a:cubicBezTo>
                    <a:pt x="19920" y="5475"/>
                    <a:pt x="19680" y="6586"/>
                    <a:pt x="19560" y="7808"/>
                  </a:cubicBezTo>
                  <a:cubicBezTo>
                    <a:pt x="19440" y="9031"/>
                    <a:pt x="19440" y="10364"/>
                    <a:pt x="19320" y="11475"/>
                  </a:cubicBezTo>
                  <a:cubicBezTo>
                    <a:pt x="19200" y="12586"/>
                    <a:pt x="18960" y="13475"/>
                    <a:pt x="18720" y="14364"/>
                  </a:cubicBezTo>
                  <a:cubicBezTo>
                    <a:pt x="18480" y="15253"/>
                    <a:pt x="18240" y="16142"/>
                    <a:pt x="18000" y="16808"/>
                  </a:cubicBezTo>
                  <a:cubicBezTo>
                    <a:pt x="17760" y="17475"/>
                    <a:pt x="17520" y="17920"/>
                    <a:pt x="16560" y="18320"/>
                  </a:cubicBezTo>
                  <a:cubicBezTo>
                    <a:pt x="15600" y="18720"/>
                    <a:pt x="13920" y="19075"/>
                    <a:pt x="11040" y="19608"/>
                  </a:cubicBezTo>
                  <a:cubicBezTo>
                    <a:pt x="8160" y="20142"/>
                    <a:pt x="4080" y="20853"/>
                    <a:pt x="0" y="21564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5" name="Línea"/>
            <p:cNvSpPr/>
            <p:nvPr/>
          </p:nvSpPr>
          <p:spPr>
            <a:xfrm>
              <a:off x="9783643" y="966778"/>
              <a:ext cx="118710" cy="347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6" name="Línea"/>
            <p:cNvSpPr/>
            <p:nvPr/>
          </p:nvSpPr>
          <p:spPr>
            <a:xfrm>
              <a:off x="9892459" y="719467"/>
              <a:ext cx="197851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7" name="Línea"/>
            <p:cNvSpPr/>
            <p:nvPr/>
          </p:nvSpPr>
          <p:spPr>
            <a:xfrm>
              <a:off x="9823212" y="4221398"/>
              <a:ext cx="178066" cy="20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8" name="Línea"/>
            <p:cNvSpPr/>
            <p:nvPr/>
          </p:nvSpPr>
          <p:spPr>
            <a:xfrm>
              <a:off x="10021061" y="818391"/>
              <a:ext cx="108819" cy="328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09" name="Línea"/>
            <p:cNvSpPr/>
            <p:nvPr/>
          </p:nvSpPr>
          <p:spPr>
            <a:xfrm>
              <a:off x="9922137" y="1016241"/>
              <a:ext cx="138496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0" name="Línea"/>
            <p:cNvSpPr/>
            <p:nvPr/>
          </p:nvSpPr>
          <p:spPr>
            <a:xfrm>
              <a:off x="9902353" y="1243767"/>
              <a:ext cx="158280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1" name="Línea"/>
            <p:cNvSpPr/>
            <p:nvPr/>
          </p:nvSpPr>
          <p:spPr>
            <a:xfrm>
              <a:off x="9892460" y="1491079"/>
              <a:ext cx="16817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2" name="Línea"/>
            <p:cNvSpPr/>
            <p:nvPr/>
          </p:nvSpPr>
          <p:spPr>
            <a:xfrm>
              <a:off x="9902353" y="1768068"/>
              <a:ext cx="158280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3" name="Línea"/>
            <p:cNvSpPr/>
            <p:nvPr/>
          </p:nvSpPr>
          <p:spPr>
            <a:xfrm>
              <a:off x="9892460" y="2005487"/>
              <a:ext cx="148387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4" name="Línea"/>
            <p:cNvSpPr/>
            <p:nvPr/>
          </p:nvSpPr>
          <p:spPr>
            <a:xfrm>
              <a:off x="9862783" y="2262691"/>
              <a:ext cx="197850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5" name="Línea"/>
            <p:cNvSpPr/>
            <p:nvPr/>
          </p:nvSpPr>
          <p:spPr>
            <a:xfrm>
              <a:off x="9872675" y="2500110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6" name="Línea"/>
            <p:cNvSpPr/>
            <p:nvPr/>
          </p:nvSpPr>
          <p:spPr>
            <a:xfrm>
              <a:off x="9872675" y="2757314"/>
              <a:ext cx="178066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7" name="Línea"/>
            <p:cNvSpPr/>
            <p:nvPr/>
          </p:nvSpPr>
          <p:spPr>
            <a:xfrm>
              <a:off x="9833105" y="3004625"/>
              <a:ext cx="217636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8" name="Línea"/>
            <p:cNvSpPr/>
            <p:nvPr/>
          </p:nvSpPr>
          <p:spPr>
            <a:xfrm>
              <a:off x="9833105" y="3301399"/>
              <a:ext cx="197851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19" name="Línea"/>
            <p:cNvSpPr/>
            <p:nvPr/>
          </p:nvSpPr>
          <p:spPr>
            <a:xfrm>
              <a:off x="9922137" y="3598173"/>
              <a:ext cx="1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0" name="Línea"/>
            <p:cNvSpPr/>
            <p:nvPr/>
          </p:nvSpPr>
          <p:spPr>
            <a:xfrm>
              <a:off x="9922137" y="3687205"/>
              <a:ext cx="1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1" name="Línea"/>
            <p:cNvSpPr/>
            <p:nvPr/>
          </p:nvSpPr>
          <p:spPr>
            <a:xfrm>
              <a:off x="9922137" y="3815807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2" name="Línea"/>
            <p:cNvSpPr/>
            <p:nvPr/>
          </p:nvSpPr>
          <p:spPr>
            <a:xfrm>
              <a:off x="9842998" y="3974086"/>
              <a:ext cx="148388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3" name="Línea"/>
            <p:cNvSpPr/>
            <p:nvPr/>
          </p:nvSpPr>
          <p:spPr>
            <a:xfrm>
              <a:off x="9892460" y="887639"/>
              <a:ext cx="9894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4" name="Línea"/>
            <p:cNvSpPr/>
            <p:nvPr/>
          </p:nvSpPr>
          <p:spPr>
            <a:xfrm>
              <a:off x="10119987" y="729359"/>
              <a:ext cx="6596" cy="15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5" name="Línea"/>
            <p:cNvSpPr/>
            <p:nvPr/>
          </p:nvSpPr>
          <p:spPr>
            <a:xfrm>
              <a:off x="10021062" y="4092796"/>
              <a:ext cx="19786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6" name="Línea"/>
            <p:cNvSpPr/>
            <p:nvPr/>
          </p:nvSpPr>
          <p:spPr>
            <a:xfrm>
              <a:off x="10324930" y="914517"/>
              <a:ext cx="118710" cy="3472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169"/>
                    <a:pt x="0" y="20738"/>
                    <a:pt x="300" y="20267"/>
                  </a:cubicBezTo>
                  <a:cubicBezTo>
                    <a:pt x="600" y="19795"/>
                    <a:pt x="1200" y="19282"/>
                    <a:pt x="1500" y="18574"/>
                  </a:cubicBezTo>
                  <a:cubicBezTo>
                    <a:pt x="1800" y="17867"/>
                    <a:pt x="1800" y="16964"/>
                    <a:pt x="1800" y="16092"/>
                  </a:cubicBezTo>
                  <a:cubicBezTo>
                    <a:pt x="1800" y="15221"/>
                    <a:pt x="1800" y="14379"/>
                    <a:pt x="2100" y="13672"/>
                  </a:cubicBezTo>
                  <a:cubicBezTo>
                    <a:pt x="2400" y="12964"/>
                    <a:pt x="3000" y="12390"/>
                    <a:pt x="3600" y="11785"/>
                  </a:cubicBezTo>
                  <a:cubicBezTo>
                    <a:pt x="4200" y="11179"/>
                    <a:pt x="4800" y="10544"/>
                    <a:pt x="5700" y="10000"/>
                  </a:cubicBezTo>
                  <a:cubicBezTo>
                    <a:pt x="6600" y="9456"/>
                    <a:pt x="7800" y="9005"/>
                    <a:pt x="8700" y="8482"/>
                  </a:cubicBezTo>
                  <a:cubicBezTo>
                    <a:pt x="9600" y="7959"/>
                    <a:pt x="10200" y="7364"/>
                    <a:pt x="11100" y="6800"/>
                  </a:cubicBezTo>
                  <a:cubicBezTo>
                    <a:pt x="12000" y="6236"/>
                    <a:pt x="13200" y="5703"/>
                    <a:pt x="14100" y="5210"/>
                  </a:cubicBezTo>
                  <a:cubicBezTo>
                    <a:pt x="15000" y="4718"/>
                    <a:pt x="15600" y="4267"/>
                    <a:pt x="16200" y="3672"/>
                  </a:cubicBezTo>
                  <a:cubicBezTo>
                    <a:pt x="16800" y="3077"/>
                    <a:pt x="17400" y="2338"/>
                    <a:pt x="18300" y="1703"/>
                  </a:cubicBezTo>
                  <a:cubicBezTo>
                    <a:pt x="19200" y="1067"/>
                    <a:pt x="20400" y="533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7" name="Línea"/>
            <p:cNvSpPr/>
            <p:nvPr/>
          </p:nvSpPr>
          <p:spPr>
            <a:xfrm>
              <a:off x="10433746" y="667206"/>
              <a:ext cx="197851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560" y="6171"/>
                    <a:pt x="11520" y="12343"/>
                    <a:pt x="7920" y="15943"/>
                  </a:cubicBezTo>
                  <a:cubicBezTo>
                    <a:pt x="4320" y="19543"/>
                    <a:pt x="2160" y="2057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8" name="Línea"/>
            <p:cNvSpPr/>
            <p:nvPr/>
          </p:nvSpPr>
          <p:spPr>
            <a:xfrm>
              <a:off x="10364499" y="4169137"/>
              <a:ext cx="178066" cy="207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29" name="Línea"/>
            <p:cNvSpPr/>
            <p:nvPr/>
          </p:nvSpPr>
          <p:spPr>
            <a:xfrm>
              <a:off x="10562348" y="766130"/>
              <a:ext cx="108818" cy="3284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291" y="434"/>
                    <a:pt x="18982" y="867"/>
                    <a:pt x="18327" y="1496"/>
                  </a:cubicBezTo>
                  <a:cubicBezTo>
                    <a:pt x="17673" y="2125"/>
                    <a:pt x="17673" y="2949"/>
                    <a:pt x="17345" y="3578"/>
                  </a:cubicBezTo>
                  <a:cubicBezTo>
                    <a:pt x="17018" y="4207"/>
                    <a:pt x="16364" y="4641"/>
                    <a:pt x="15382" y="5096"/>
                  </a:cubicBezTo>
                  <a:cubicBezTo>
                    <a:pt x="14400" y="5552"/>
                    <a:pt x="13091" y="6029"/>
                    <a:pt x="12436" y="6582"/>
                  </a:cubicBezTo>
                  <a:cubicBezTo>
                    <a:pt x="11782" y="7135"/>
                    <a:pt x="11782" y="7764"/>
                    <a:pt x="11455" y="8404"/>
                  </a:cubicBezTo>
                  <a:cubicBezTo>
                    <a:pt x="11127" y="9043"/>
                    <a:pt x="10473" y="9694"/>
                    <a:pt x="10145" y="10507"/>
                  </a:cubicBezTo>
                  <a:cubicBezTo>
                    <a:pt x="9818" y="11320"/>
                    <a:pt x="9818" y="12296"/>
                    <a:pt x="9818" y="13186"/>
                  </a:cubicBezTo>
                  <a:cubicBezTo>
                    <a:pt x="9818" y="14075"/>
                    <a:pt x="9818" y="14877"/>
                    <a:pt x="9491" y="15517"/>
                  </a:cubicBezTo>
                  <a:cubicBezTo>
                    <a:pt x="9164" y="16157"/>
                    <a:pt x="8509" y="16634"/>
                    <a:pt x="7855" y="17089"/>
                  </a:cubicBezTo>
                  <a:cubicBezTo>
                    <a:pt x="7200" y="17545"/>
                    <a:pt x="6545" y="17978"/>
                    <a:pt x="5564" y="18445"/>
                  </a:cubicBezTo>
                  <a:cubicBezTo>
                    <a:pt x="4582" y="18911"/>
                    <a:pt x="3273" y="19410"/>
                    <a:pt x="2291" y="19876"/>
                  </a:cubicBezTo>
                  <a:cubicBezTo>
                    <a:pt x="1309" y="20342"/>
                    <a:pt x="655" y="20776"/>
                    <a:pt x="327" y="21058"/>
                  </a:cubicBezTo>
                  <a:cubicBezTo>
                    <a:pt x="0" y="21340"/>
                    <a:pt x="0" y="21470"/>
                    <a:pt x="0" y="21535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0" name="Línea"/>
            <p:cNvSpPr/>
            <p:nvPr/>
          </p:nvSpPr>
          <p:spPr>
            <a:xfrm>
              <a:off x="10463424" y="963980"/>
              <a:ext cx="138496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1" name="Línea"/>
            <p:cNvSpPr/>
            <p:nvPr/>
          </p:nvSpPr>
          <p:spPr>
            <a:xfrm>
              <a:off x="10443640" y="1191506"/>
              <a:ext cx="158280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2" name="Línea"/>
            <p:cNvSpPr/>
            <p:nvPr/>
          </p:nvSpPr>
          <p:spPr>
            <a:xfrm>
              <a:off x="10433747" y="1438818"/>
              <a:ext cx="168173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3" name="Línea"/>
            <p:cNvSpPr/>
            <p:nvPr/>
          </p:nvSpPr>
          <p:spPr>
            <a:xfrm>
              <a:off x="10443640" y="1715807"/>
              <a:ext cx="158280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4" name="Línea"/>
            <p:cNvSpPr/>
            <p:nvPr/>
          </p:nvSpPr>
          <p:spPr>
            <a:xfrm>
              <a:off x="10433747" y="1953226"/>
              <a:ext cx="148388" cy="138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5" name="Línea"/>
            <p:cNvSpPr/>
            <p:nvPr/>
          </p:nvSpPr>
          <p:spPr>
            <a:xfrm>
              <a:off x="10404070" y="2210430"/>
              <a:ext cx="197850" cy="1483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6" name="Línea"/>
            <p:cNvSpPr/>
            <p:nvPr/>
          </p:nvSpPr>
          <p:spPr>
            <a:xfrm>
              <a:off x="10413962" y="2447849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295" y="5850"/>
                    <a:pt x="10989" y="11700"/>
                    <a:pt x="7389" y="15300"/>
                  </a:cubicBezTo>
                  <a:cubicBezTo>
                    <a:pt x="3789" y="18900"/>
                    <a:pt x="1895" y="2025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7" name="Línea"/>
            <p:cNvSpPr/>
            <p:nvPr/>
          </p:nvSpPr>
          <p:spPr>
            <a:xfrm>
              <a:off x="10413962" y="2705053"/>
              <a:ext cx="178065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7200" y="4400"/>
                    <a:pt x="12800" y="8800"/>
                    <a:pt x="9200" y="12400"/>
                  </a:cubicBezTo>
                  <a:cubicBezTo>
                    <a:pt x="5600" y="16000"/>
                    <a:pt x="2800" y="188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8" name="Línea"/>
            <p:cNvSpPr/>
            <p:nvPr/>
          </p:nvSpPr>
          <p:spPr>
            <a:xfrm>
              <a:off x="10374392" y="2952364"/>
              <a:ext cx="217635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8982" y="2618"/>
                    <a:pt x="16364" y="5236"/>
                    <a:pt x="12764" y="8836"/>
                  </a:cubicBezTo>
                  <a:cubicBezTo>
                    <a:pt x="9164" y="12436"/>
                    <a:pt x="4582" y="1701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39" name="Línea"/>
            <p:cNvSpPr/>
            <p:nvPr/>
          </p:nvSpPr>
          <p:spPr>
            <a:xfrm>
              <a:off x="10374392" y="3249138"/>
              <a:ext cx="197851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0" name="Línea"/>
            <p:cNvSpPr/>
            <p:nvPr/>
          </p:nvSpPr>
          <p:spPr>
            <a:xfrm>
              <a:off x="10463424" y="3545912"/>
              <a:ext cx="1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1" name="Línea"/>
            <p:cNvSpPr/>
            <p:nvPr/>
          </p:nvSpPr>
          <p:spPr>
            <a:xfrm>
              <a:off x="10463424" y="3634944"/>
              <a:ext cx="1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2" name="Línea"/>
            <p:cNvSpPr/>
            <p:nvPr/>
          </p:nvSpPr>
          <p:spPr>
            <a:xfrm>
              <a:off x="10463424" y="3763546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3" name="Línea"/>
            <p:cNvSpPr/>
            <p:nvPr/>
          </p:nvSpPr>
          <p:spPr>
            <a:xfrm>
              <a:off x="10384284" y="3921825"/>
              <a:ext cx="148389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320" y="5760"/>
                    <a:pt x="11040" y="11520"/>
                    <a:pt x="7440" y="15120"/>
                  </a:cubicBezTo>
                  <a:cubicBezTo>
                    <a:pt x="3840" y="18720"/>
                    <a:pt x="1920" y="2016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4" name="Línea"/>
            <p:cNvSpPr/>
            <p:nvPr/>
          </p:nvSpPr>
          <p:spPr>
            <a:xfrm>
              <a:off x="10433747" y="835377"/>
              <a:ext cx="9894" cy="1384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5" name="Línea"/>
            <p:cNvSpPr/>
            <p:nvPr/>
          </p:nvSpPr>
          <p:spPr>
            <a:xfrm>
              <a:off x="10661274" y="677098"/>
              <a:ext cx="6595" cy="155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00" fill="norm" stroke="1" extrusionOk="0">
                  <a:moveTo>
                    <a:pt x="0" y="0"/>
                  </a:moveTo>
                  <a:cubicBezTo>
                    <a:pt x="10800" y="4500"/>
                    <a:pt x="21600" y="9000"/>
                    <a:pt x="21600" y="13050"/>
                  </a:cubicBezTo>
                  <a:cubicBezTo>
                    <a:pt x="21600" y="17100"/>
                    <a:pt x="10800" y="20700"/>
                    <a:pt x="5400" y="21150"/>
                  </a:cubicBezTo>
                  <a:cubicBezTo>
                    <a:pt x="0" y="21600"/>
                    <a:pt x="0" y="18900"/>
                    <a:pt x="0" y="16425"/>
                  </a:cubicBezTo>
                  <a:cubicBezTo>
                    <a:pt x="0" y="13950"/>
                    <a:pt x="0" y="11700"/>
                    <a:pt x="0" y="945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6" name="Línea"/>
            <p:cNvSpPr/>
            <p:nvPr/>
          </p:nvSpPr>
          <p:spPr>
            <a:xfrm>
              <a:off x="10562349" y="4040535"/>
              <a:ext cx="19785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7" name="Línea"/>
            <p:cNvSpPr/>
            <p:nvPr/>
          </p:nvSpPr>
          <p:spPr>
            <a:xfrm>
              <a:off x="9039805" y="1926347"/>
              <a:ext cx="144660" cy="12662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7" h="21600" fill="norm" stroke="1" extrusionOk="0">
                  <a:moveTo>
                    <a:pt x="20437" y="0"/>
                  </a:moveTo>
                  <a:cubicBezTo>
                    <a:pt x="20437" y="281"/>
                    <a:pt x="20437" y="562"/>
                    <a:pt x="20677" y="844"/>
                  </a:cubicBezTo>
                  <a:cubicBezTo>
                    <a:pt x="20917" y="1125"/>
                    <a:pt x="21397" y="1406"/>
                    <a:pt x="20677" y="1463"/>
                  </a:cubicBezTo>
                  <a:cubicBezTo>
                    <a:pt x="19957" y="1519"/>
                    <a:pt x="18037" y="1350"/>
                    <a:pt x="16357" y="1125"/>
                  </a:cubicBezTo>
                  <a:cubicBezTo>
                    <a:pt x="14677" y="900"/>
                    <a:pt x="13237" y="619"/>
                    <a:pt x="12757" y="647"/>
                  </a:cubicBezTo>
                  <a:cubicBezTo>
                    <a:pt x="12277" y="675"/>
                    <a:pt x="12757" y="1013"/>
                    <a:pt x="13717" y="1463"/>
                  </a:cubicBezTo>
                  <a:cubicBezTo>
                    <a:pt x="14677" y="1913"/>
                    <a:pt x="16117" y="2475"/>
                    <a:pt x="17077" y="2897"/>
                  </a:cubicBezTo>
                  <a:cubicBezTo>
                    <a:pt x="18037" y="3319"/>
                    <a:pt x="18517" y="3600"/>
                    <a:pt x="18037" y="3600"/>
                  </a:cubicBezTo>
                  <a:cubicBezTo>
                    <a:pt x="17557" y="3600"/>
                    <a:pt x="16117" y="3319"/>
                    <a:pt x="14917" y="3037"/>
                  </a:cubicBezTo>
                  <a:cubicBezTo>
                    <a:pt x="13717" y="2756"/>
                    <a:pt x="12757" y="2475"/>
                    <a:pt x="11317" y="2109"/>
                  </a:cubicBezTo>
                  <a:cubicBezTo>
                    <a:pt x="9877" y="1744"/>
                    <a:pt x="7957" y="1294"/>
                    <a:pt x="7237" y="1209"/>
                  </a:cubicBezTo>
                  <a:cubicBezTo>
                    <a:pt x="6517" y="1125"/>
                    <a:pt x="6997" y="1406"/>
                    <a:pt x="8437" y="1997"/>
                  </a:cubicBezTo>
                  <a:cubicBezTo>
                    <a:pt x="9877" y="2588"/>
                    <a:pt x="12277" y="3488"/>
                    <a:pt x="13717" y="4078"/>
                  </a:cubicBezTo>
                  <a:cubicBezTo>
                    <a:pt x="15157" y="4669"/>
                    <a:pt x="15637" y="4950"/>
                    <a:pt x="14917" y="4978"/>
                  </a:cubicBezTo>
                  <a:cubicBezTo>
                    <a:pt x="14197" y="5006"/>
                    <a:pt x="12277" y="4781"/>
                    <a:pt x="10837" y="4528"/>
                  </a:cubicBezTo>
                  <a:cubicBezTo>
                    <a:pt x="9397" y="4275"/>
                    <a:pt x="8437" y="3994"/>
                    <a:pt x="7237" y="3713"/>
                  </a:cubicBezTo>
                  <a:cubicBezTo>
                    <a:pt x="6037" y="3431"/>
                    <a:pt x="4597" y="3150"/>
                    <a:pt x="4357" y="3178"/>
                  </a:cubicBezTo>
                  <a:cubicBezTo>
                    <a:pt x="4117" y="3206"/>
                    <a:pt x="5077" y="3544"/>
                    <a:pt x="7237" y="4191"/>
                  </a:cubicBezTo>
                  <a:cubicBezTo>
                    <a:pt x="9397" y="4838"/>
                    <a:pt x="12757" y="5794"/>
                    <a:pt x="14677" y="6441"/>
                  </a:cubicBezTo>
                  <a:cubicBezTo>
                    <a:pt x="16597" y="7088"/>
                    <a:pt x="17077" y="7425"/>
                    <a:pt x="16357" y="7453"/>
                  </a:cubicBezTo>
                  <a:cubicBezTo>
                    <a:pt x="15637" y="7481"/>
                    <a:pt x="13717" y="7200"/>
                    <a:pt x="12037" y="6891"/>
                  </a:cubicBezTo>
                  <a:cubicBezTo>
                    <a:pt x="10357" y="6581"/>
                    <a:pt x="8917" y="6244"/>
                    <a:pt x="7717" y="5934"/>
                  </a:cubicBezTo>
                  <a:cubicBezTo>
                    <a:pt x="6517" y="5625"/>
                    <a:pt x="5557" y="5344"/>
                    <a:pt x="5557" y="5344"/>
                  </a:cubicBezTo>
                  <a:cubicBezTo>
                    <a:pt x="5557" y="5344"/>
                    <a:pt x="6517" y="5625"/>
                    <a:pt x="8677" y="6244"/>
                  </a:cubicBezTo>
                  <a:cubicBezTo>
                    <a:pt x="10837" y="6863"/>
                    <a:pt x="14197" y="7819"/>
                    <a:pt x="16117" y="8438"/>
                  </a:cubicBezTo>
                  <a:cubicBezTo>
                    <a:pt x="18037" y="9056"/>
                    <a:pt x="18517" y="9338"/>
                    <a:pt x="17797" y="9338"/>
                  </a:cubicBezTo>
                  <a:cubicBezTo>
                    <a:pt x="17077" y="9338"/>
                    <a:pt x="15157" y="9056"/>
                    <a:pt x="13237" y="8775"/>
                  </a:cubicBezTo>
                  <a:cubicBezTo>
                    <a:pt x="11317" y="8494"/>
                    <a:pt x="9397" y="8213"/>
                    <a:pt x="7717" y="7931"/>
                  </a:cubicBezTo>
                  <a:cubicBezTo>
                    <a:pt x="6037" y="7650"/>
                    <a:pt x="4597" y="7369"/>
                    <a:pt x="4357" y="7397"/>
                  </a:cubicBezTo>
                  <a:cubicBezTo>
                    <a:pt x="4117" y="7425"/>
                    <a:pt x="5077" y="7763"/>
                    <a:pt x="6757" y="8241"/>
                  </a:cubicBezTo>
                  <a:cubicBezTo>
                    <a:pt x="8437" y="8719"/>
                    <a:pt x="10837" y="9338"/>
                    <a:pt x="12517" y="9844"/>
                  </a:cubicBezTo>
                  <a:cubicBezTo>
                    <a:pt x="14197" y="10350"/>
                    <a:pt x="15157" y="10744"/>
                    <a:pt x="14677" y="10856"/>
                  </a:cubicBezTo>
                  <a:cubicBezTo>
                    <a:pt x="14197" y="10969"/>
                    <a:pt x="12277" y="10800"/>
                    <a:pt x="10597" y="10575"/>
                  </a:cubicBezTo>
                  <a:cubicBezTo>
                    <a:pt x="8917" y="10350"/>
                    <a:pt x="7477" y="10069"/>
                    <a:pt x="6277" y="9788"/>
                  </a:cubicBezTo>
                  <a:cubicBezTo>
                    <a:pt x="5077" y="9506"/>
                    <a:pt x="4117" y="9225"/>
                    <a:pt x="4117" y="9225"/>
                  </a:cubicBezTo>
                  <a:cubicBezTo>
                    <a:pt x="4117" y="9225"/>
                    <a:pt x="5077" y="9506"/>
                    <a:pt x="6997" y="9984"/>
                  </a:cubicBezTo>
                  <a:cubicBezTo>
                    <a:pt x="8917" y="10463"/>
                    <a:pt x="11797" y="11138"/>
                    <a:pt x="13717" y="11700"/>
                  </a:cubicBezTo>
                  <a:cubicBezTo>
                    <a:pt x="15637" y="12263"/>
                    <a:pt x="16597" y="12713"/>
                    <a:pt x="16117" y="12825"/>
                  </a:cubicBezTo>
                  <a:cubicBezTo>
                    <a:pt x="15637" y="12938"/>
                    <a:pt x="13717" y="12713"/>
                    <a:pt x="12037" y="12488"/>
                  </a:cubicBezTo>
                  <a:cubicBezTo>
                    <a:pt x="10357" y="12263"/>
                    <a:pt x="8917" y="12038"/>
                    <a:pt x="7477" y="11813"/>
                  </a:cubicBezTo>
                  <a:cubicBezTo>
                    <a:pt x="6037" y="11588"/>
                    <a:pt x="4597" y="11363"/>
                    <a:pt x="3157" y="11138"/>
                  </a:cubicBezTo>
                  <a:cubicBezTo>
                    <a:pt x="1717" y="10913"/>
                    <a:pt x="277" y="10688"/>
                    <a:pt x="757" y="10800"/>
                  </a:cubicBezTo>
                  <a:cubicBezTo>
                    <a:pt x="1237" y="10913"/>
                    <a:pt x="3637" y="11363"/>
                    <a:pt x="6517" y="12066"/>
                  </a:cubicBezTo>
                  <a:cubicBezTo>
                    <a:pt x="9397" y="12769"/>
                    <a:pt x="12757" y="13725"/>
                    <a:pt x="14677" y="14344"/>
                  </a:cubicBezTo>
                  <a:cubicBezTo>
                    <a:pt x="16597" y="14963"/>
                    <a:pt x="17077" y="15244"/>
                    <a:pt x="16357" y="15300"/>
                  </a:cubicBezTo>
                  <a:cubicBezTo>
                    <a:pt x="15637" y="15356"/>
                    <a:pt x="13717" y="15188"/>
                    <a:pt x="11797" y="14934"/>
                  </a:cubicBezTo>
                  <a:cubicBezTo>
                    <a:pt x="9877" y="14681"/>
                    <a:pt x="7957" y="14344"/>
                    <a:pt x="7957" y="14541"/>
                  </a:cubicBezTo>
                  <a:cubicBezTo>
                    <a:pt x="7957" y="14738"/>
                    <a:pt x="9877" y="15469"/>
                    <a:pt x="10837" y="16003"/>
                  </a:cubicBezTo>
                  <a:cubicBezTo>
                    <a:pt x="11797" y="16538"/>
                    <a:pt x="11797" y="16875"/>
                    <a:pt x="10837" y="16931"/>
                  </a:cubicBezTo>
                  <a:cubicBezTo>
                    <a:pt x="9877" y="16987"/>
                    <a:pt x="7957" y="16763"/>
                    <a:pt x="6517" y="16509"/>
                  </a:cubicBezTo>
                  <a:cubicBezTo>
                    <a:pt x="5077" y="16256"/>
                    <a:pt x="4117" y="15975"/>
                    <a:pt x="3157" y="15694"/>
                  </a:cubicBezTo>
                  <a:cubicBezTo>
                    <a:pt x="2197" y="15413"/>
                    <a:pt x="1237" y="15131"/>
                    <a:pt x="997" y="15131"/>
                  </a:cubicBezTo>
                  <a:cubicBezTo>
                    <a:pt x="757" y="15131"/>
                    <a:pt x="1237" y="15413"/>
                    <a:pt x="2917" y="15947"/>
                  </a:cubicBezTo>
                  <a:cubicBezTo>
                    <a:pt x="4597" y="16481"/>
                    <a:pt x="7477" y="17269"/>
                    <a:pt x="9157" y="17831"/>
                  </a:cubicBezTo>
                  <a:cubicBezTo>
                    <a:pt x="10837" y="18394"/>
                    <a:pt x="11317" y="18731"/>
                    <a:pt x="10597" y="18788"/>
                  </a:cubicBezTo>
                  <a:cubicBezTo>
                    <a:pt x="9877" y="18844"/>
                    <a:pt x="7957" y="18619"/>
                    <a:pt x="6517" y="18366"/>
                  </a:cubicBezTo>
                  <a:cubicBezTo>
                    <a:pt x="5077" y="18113"/>
                    <a:pt x="4117" y="17831"/>
                    <a:pt x="2917" y="17550"/>
                  </a:cubicBezTo>
                  <a:cubicBezTo>
                    <a:pt x="1717" y="17269"/>
                    <a:pt x="277" y="16988"/>
                    <a:pt x="37" y="17072"/>
                  </a:cubicBezTo>
                  <a:cubicBezTo>
                    <a:pt x="-203" y="17156"/>
                    <a:pt x="757" y="17606"/>
                    <a:pt x="1957" y="18113"/>
                  </a:cubicBezTo>
                  <a:cubicBezTo>
                    <a:pt x="3157" y="18619"/>
                    <a:pt x="4597" y="19181"/>
                    <a:pt x="5317" y="19603"/>
                  </a:cubicBezTo>
                  <a:cubicBezTo>
                    <a:pt x="6037" y="20025"/>
                    <a:pt x="6037" y="20306"/>
                    <a:pt x="4837" y="20278"/>
                  </a:cubicBezTo>
                  <a:cubicBezTo>
                    <a:pt x="3637" y="20250"/>
                    <a:pt x="1237" y="19913"/>
                    <a:pt x="997" y="20081"/>
                  </a:cubicBezTo>
                  <a:cubicBezTo>
                    <a:pt x="757" y="20250"/>
                    <a:pt x="2677" y="20925"/>
                    <a:pt x="4597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8" name="Línea"/>
            <p:cNvSpPr/>
            <p:nvPr/>
          </p:nvSpPr>
          <p:spPr>
            <a:xfrm>
              <a:off x="9922137" y="4518172"/>
              <a:ext cx="39571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49" name="Línea"/>
            <p:cNvSpPr/>
            <p:nvPr/>
          </p:nvSpPr>
          <p:spPr>
            <a:xfrm>
              <a:off x="10050740" y="4537957"/>
              <a:ext cx="39570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0" name="Línea"/>
            <p:cNvSpPr/>
            <p:nvPr/>
          </p:nvSpPr>
          <p:spPr>
            <a:xfrm>
              <a:off x="10139771" y="4547849"/>
              <a:ext cx="12860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1" name="Línea"/>
            <p:cNvSpPr/>
            <p:nvPr/>
          </p:nvSpPr>
          <p:spPr>
            <a:xfrm>
              <a:off x="9961707" y="818391"/>
              <a:ext cx="4946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2" name="Línea"/>
            <p:cNvSpPr/>
            <p:nvPr/>
          </p:nvSpPr>
          <p:spPr>
            <a:xfrm>
              <a:off x="10080417" y="828284"/>
              <a:ext cx="69248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16200"/>
                  </a:moveTo>
                  <a:cubicBezTo>
                    <a:pt x="7200" y="-5400"/>
                    <a:pt x="14400" y="-5400"/>
                    <a:pt x="2160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3" name="Línea"/>
            <p:cNvSpPr/>
            <p:nvPr/>
          </p:nvSpPr>
          <p:spPr>
            <a:xfrm>
              <a:off x="10199127" y="828284"/>
              <a:ext cx="8903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4" name="Línea"/>
            <p:cNvSpPr/>
            <p:nvPr/>
          </p:nvSpPr>
          <p:spPr>
            <a:xfrm>
              <a:off x="10169449" y="620542"/>
              <a:ext cx="9893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5" name="Línea"/>
            <p:cNvSpPr/>
            <p:nvPr/>
          </p:nvSpPr>
          <p:spPr>
            <a:xfrm>
              <a:off x="10258481" y="640327"/>
              <a:ext cx="207743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5143" y="5400"/>
                    <a:pt x="10286" y="10800"/>
                    <a:pt x="13886" y="14400"/>
                  </a:cubicBezTo>
                  <a:cubicBezTo>
                    <a:pt x="17486" y="18000"/>
                    <a:pt x="19543" y="198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6" name="Línea"/>
            <p:cNvSpPr/>
            <p:nvPr/>
          </p:nvSpPr>
          <p:spPr>
            <a:xfrm>
              <a:off x="10505793" y="640327"/>
              <a:ext cx="79141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7" name="Línea"/>
            <p:cNvSpPr/>
            <p:nvPr/>
          </p:nvSpPr>
          <p:spPr>
            <a:xfrm>
              <a:off x="10090309" y="4211505"/>
              <a:ext cx="49464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8" name="Línea"/>
            <p:cNvSpPr/>
            <p:nvPr/>
          </p:nvSpPr>
          <p:spPr>
            <a:xfrm>
              <a:off x="10199127" y="4221398"/>
              <a:ext cx="79140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59" name="Línea"/>
            <p:cNvSpPr/>
            <p:nvPr/>
          </p:nvSpPr>
          <p:spPr>
            <a:xfrm>
              <a:off x="10327729" y="4211505"/>
              <a:ext cx="89033" cy="2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0" name="Línea"/>
            <p:cNvSpPr/>
            <p:nvPr/>
          </p:nvSpPr>
          <p:spPr>
            <a:xfrm>
              <a:off x="10476115" y="4221398"/>
              <a:ext cx="19786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1" name="Línea"/>
            <p:cNvSpPr/>
            <p:nvPr/>
          </p:nvSpPr>
          <p:spPr>
            <a:xfrm>
              <a:off x="10436545" y="1758175"/>
              <a:ext cx="676497" cy="98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11" h="21600" fill="norm" stroke="1" extrusionOk="0">
                  <a:moveTo>
                    <a:pt x="0" y="21600"/>
                  </a:moveTo>
                  <a:cubicBezTo>
                    <a:pt x="1573" y="18720"/>
                    <a:pt x="3146" y="15840"/>
                    <a:pt x="5085" y="12600"/>
                  </a:cubicBezTo>
                  <a:cubicBezTo>
                    <a:pt x="7025" y="9360"/>
                    <a:pt x="9332" y="5760"/>
                    <a:pt x="11534" y="3600"/>
                  </a:cubicBezTo>
                  <a:cubicBezTo>
                    <a:pt x="13736" y="1440"/>
                    <a:pt x="15833" y="720"/>
                    <a:pt x="17249" y="360"/>
                  </a:cubicBezTo>
                  <a:cubicBezTo>
                    <a:pt x="18664" y="0"/>
                    <a:pt x="19398" y="0"/>
                    <a:pt x="20027" y="0"/>
                  </a:cubicBezTo>
                  <a:cubicBezTo>
                    <a:pt x="20656" y="0"/>
                    <a:pt x="21181" y="0"/>
                    <a:pt x="21390" y="360"/>
                  </a:cubicBezTo>
                  <a:cubicBezTo>
                    <a:pt x="21600" y="720"/>
                    <a:pt x="21495" y="1440"/>
                    <a:pt x="21390" y="216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2" name="Línea"/>
            <p:cNvSpPr/>
            <p:nvPr/>
          </p:nvSpPr>
          <p:spPr>
            <a:xfrm>
              <a:off x="10396976" y="2035164"/>
              <a:ext cx="692473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2057" y="14400"/>
                    <a:pt x="4114" y="7200"/>
                    <a:pt x="7149" y="3600"/>
                  </a:cubicBezTo>
                  <a:cubicBezTo>
                    <a:pt x="10183" y="0"/>
                    <a:pt x="14194" y="0"/>
                    <a:pt x="16509" y="0"/>
                  </a:cubicBezTo>
                  <a:cubicBezTo>
                    <a:pt x="18823" y="0"/>
                    <a:pt x="19440" y="0"/>
                    <a:pt x="20006" y="0"/>
                  </a:cubicBezTo>
                  <a:cubicBezTo>
                    <a:pt x="20571" y="0"/>
                    <a:pt x="21086" y="0"/>
                    <a:pt x="21343" y="0"/>
                  </a:cubicBezTo>
                  <a:cubicBezTo>
                    <a:pt x="21600" y="0"/>
                    <a:pt x="21600" y="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3" name="Línea"/>
            <p:cNvSpPr/>
            <p:nvPr/>
          </p:nvSpPr>
          <p:spPr>
            <a:xfrm>
              <a:off x="11089448" y="1777960"/>
              <a:ext cx="26381" cy="197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0800" y="1080"/>
                    <a:pt x="21600" y="2160"/>
                    <a:pt x="21600" y="5760"/>
                  </a:cubicBezTo>
                  <a:cubicBezTo>
                    <a:pt x="21600" y="9360"/>
                    <a:pt x="10800" y="1548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4" name="Línea"/>
            <p:cNvSpPr/>
            <p:nvPr/>
          </p:nvSpPr>
          <p:spPr>
            <a:xfrm>
              <a:off x="11129018" y="1649358"/>
              <a:ext cx="98926" cy="59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5" name="Línea"/>
            <p:cNvSpPr/>
            <p:nvPr/>
          </p:nvSpPr>
          <p:spPr>
            <a:xfrm>
              <a:off x="11148803" y="1886777"/>
              <a:ext cx="118710" cy="1187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6" name="Línea"/>
            <p:cNvSpPr/>
            <p:nvPr/>
          </p:nvSpPr>
          <p:spPr>
            <a:xfrm>
              <a:off x="11267513" y="1639466"/>
              <a:ext cx="9893" cy="191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876"/>
                  </a:moveTo>
                  <a:cubicBezTo>
                    <a:pt x="0" y="19738"/>
                    <a:pt x="0" y="21600"/>
                    <a:pt x="0" y="21600"/>
                  </a:cubicBezTo>
                  <a:cubicBezTo>
                    <a:pt x="0" y="21600"/>
                    <a:pt x="0" y="19738"/>
                    <a:pt x="3600" y="15828"/>
                  </a:cubicBezTo>
                  <a:cubicBezTo>
                    <a:pt x="7200" y="11917"/>
                    <a:pt x="14400" y="5959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7" name="Línea"/>
            <p:cNvSpPr/>
            <p:nvPr/>
          </p:nvSpPr>
          <p:spPr>
            <a:xfrm>
              <a:off x="10654179" y="1629573"/>
              <a:ext cx="534195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467" y="18000"/>
                    <a:pt x="6933" y="14400"/>
                    <a:pt x="10533" y="10800"/>
                  </a:cubicBezTo>
                  <a:cubicBezTo>
                    <a:pt x="14133" y="7200"/>
                    <a:pt x="17867" y="36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8" name="Línea"/>
            <p:cNvSpPr/>
            <p:nvPr/>
          </p:nvSpPr>
          <p:spPr>
            <a:xfrm>
              <a:off x="10446438" y="1786091"/>
              <a:ext cx="612768" cy="24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0" h="20628" fill="norm" stroke="1" extrusionOk="0">
                  <a:moveTo>
                    <a:pt x="20903" y="5199"/>
                  </a:moveTo>
                  <a:cubicBezTo>
                    <a:pt x="21019" y="6602"/>
                    <a:pt x="21135" y="8005"/>
                    <a:pt x="21135" y="9407"/>
                  </a:cubicBezTo>
                  <a:cubicBezTo>
                    <a:pt x="21135" y="10810"/>
                    <a:pt x="21019" y="12212"/>
                    <a:pt x="20961" y="12212"/>
                  </a:cubicBezTo>
                  <a:cubicBezTo>
                    <a:pt x="20903" y="12212"/>
                    <a:pt x="20903" y="10810"/>
                    <a:pt x="20903" y="9127"/>
                  </a:cubicBezTo>
                  <a:cubicBezTo>
                    <a:pt x="20903" y="7444"/>
                    <a:pt x="20903" y="5480"/>
                    <a:pt x="21019" y="3797"/>
                  </a:cubicBezTo>
                  <a:cubicBezTo>
                    <a:pt x="21135" y="2114"/>
                    <a:pt x="21368" y="711"/>
                    <a:pt x="21484" y="711"/>
                  </a:cubicBezTo>
                  <a:cubicBezTo>
                    <a:pt x="21600" y="711"/>
                    <a:pt x="21600" y="2114"/>
                    <a:pt x="21542" y="3657"/>
                  </a:cubicBezTo>
                  <a:cubicBezTo>
                    <a:pt x="21484" y="5199"/>
                    <a:pt x="21368" y="6883"/>
                    <a:pt x="21252" y="8425"/>
                  </a:cubicBezTo>
                  <a:cubicBezTo>
                    <a:pt x="21135" y="9968"/>
                    <a:pt x="21019" y="11371"/>
                    <a:pt x="20903" y="11371"/>
                  </a:cubicBezTo>
                  <a:cubicBezTo>
                    <a:pt x="20787" y="11371"/>
                    <a:pt x="20671" y="9968"/>
                    <a:pt x="20671" y="8145"/>
                  </a:cubicBezTo>
                  <a:cubicBezTo>
                    <a:pt x="20671" y="6322"/>
                    <a:pt x="20787" y="4077"/>
                    <a:pt x="20845" y="2254"/>
                  </a:cubicBezTo>
                  <a:cubicBezTo>
                    <a:pt x="20903" y="431"/>
                    <a:pt x="20903" y="-972"/>
                    <a:pt x="20729" y="1412"/>
                  </a:cubicBezTo>
                  <a:cubicBezTo>
                    <a:pt x="20555" y="3797"/>
                    <a:pt x="20206" y="9968"/>
                    <a:pt x="19858" y="13615"/>
                  </a:cubicBezTo>
                  <a:cubicBezTo>
                    <a:pt x="19510" y="17262"/>
                    <a:pt x="19161" y="18384"/>
                    <a:pt x="18987" y="18244"/>
                  </a:cubicBezTo>
                  <a:cubicBezTo>
                    <a:pt x="18813" y="18103"/>
                    <a:pt x="18813" y="16701"/>
                    <a:pt x="18871" y="14597"/>
                  </a:cubicBezTo>
                  <a:cubicBezTo>
                    <a:pt x="18929" y="12493"/>
                    <a:pt x="19045" y="9688"/>
                    <a:pt x="18987" y="9688"/>
                  </a:cubicBezTo>
                  <a:cubicBezTo>
                    <a:pt x="18929" y="9688"/>
                    <a:pt x="18697" y="12493"/>
                    <a:pt x="18465" y="14597"/>
                  </a:cubicBezTo>
                  <a:cubicBezTo>
                    <a:pt x="18232" y="16701"/>
                    <a:pt x="18000" y="18103"/>
                    <a:pt x="17884" y="17963"/>
                  </a:cubicBezTo>
                  <a:cubicBezTo>
                    <a:pt x="17768" y="17823"/>
                    <a:pt x="17768" y="16140"/>
                    <a:pt x="17768" y="14877"/>
                  </a:cubicBezTo>
                  <a:cubicBezTo>
                    <a:pt x="17768" y="13615"/>
                    <a:pt x="17768" y="12773"/>
                    <a:pt x="17652" y="13334"/>
                  </a:cubicBezTo>
                  <a:cubicBezTo>
                    <a:pt x="17535" y="13896"/>
                    <a:pt x="17303" y="15859"/>
                    <a:pt x="17013" y="17542"/>
                  </a:cubicBezTo>
                  <a:cubicBezTo>
                    <a:pt x="16723" y="19225"/>
                    <a:pt x="16374" y="20628"/>
                    <a:pt x="16200" y="20628"/>
                  </a:cubicBezTo>
                  <a:cubicBezTo>
                    <a:pt x="16026" y="20628"/>
                    <a:pt x="16026" y="19225"/>
                    <a:pt x="16026" y="17122"/>
                  </a:cubicBezTo>
                  <a:cubicBezTo>
                    <a:pt x="16026" y="15018"/>
                    <a:pt x="16026" y="12212"/>
                    <a:pt x="16084" y="10109"/>
                  </a:cubicBezTo>
                  <a:cubicBezTo>
                    <a:pt x="16142" y="8005"/>
                    <a:pt x="16258" y="6602"/>
                    <a:pt x="16316" y="6742"/>
                  </a:cubicBezTo>
                  <a:cubicBezTo>
                    <a:pt x="16374" y="6883"/>
                    <a:pt x="16374" y="8566"/>
                    <a:pt x="16316" y="10249"/>
                  </a:cubicBezTo>
                  <a:cubicBezTo>
                    <a:pt x="16258" y="11932"/>
                    <a:pt x="16142" y="13615"/>
                    <a:pt x="15910" y="15298"/>
                  </a:cubicBezTo>
                  <a:cubicBezTo>
                    <a:pt x="15677" y="16981"/>
                    <a:pt x="15329" y="18664"/>
                    <a:pt x="15155" y="18664"/>
                  </a:cubicBezTo>
                  <a:cubicBezTo>
                    <a:pt x="14981" y="18664"/>
                    <a:pt x="14981" y="16981"/>
                    <a:pt x="14981" y="14036"/>
                  </a:cubicBezTo>
                  <a:cubicBezTo>
                    <a:pt x="14981" y="11090"/>
                    <a:pt x="14981" y="6883"/>
                    <a:pt x="15039" y="4077"/>
                  </a:cubicBezTo>
                  <a:cubicBezTo>
                    <a:pt x="15097" y="1272"/>
                    <a:pt x="15213" y="-130"/>
                    <a:pt x="15271" y="10"/>
                  </a:cubicBezTo>
                  <a:cubicBezTo>
                    <a:pt x="15329" y="150"/>
                    <a:pt x="15329" y="1833"/>
                    <a:pt x="15213" y="4919"/>
                  </a:cubicBezTo>
                  <a:cubicBezTo>
                    <a:pt x="15097" y="8005"/>
                    <a:pt x="14865" y="12493"/>
                    <a:pt x="14574" y="15438"/>
                  </a:cubicBezTo>
                  <a:cubicBezTo>
                    <a:pt x="14284" y="18384"/>
                    <a:pt x="13935" y="19786"/>
                    <a:pt x="13703" y="19786"/>
                  </a:cubicBezTo>
                  <a:cubicBezTo>
                    <a:pt x="13471" y="19786"/>
                    <a:pt x="13355" y="18384"/>
                    <a:pt x="13297" y="16140"/>
                  </a:cubicBezTo>
                  <a:cubicBezTo>
                    <a:pt x="13239" y="13896"/>
                    <a:pt x="13239" y="10810"/>
                    <a:pt x="13297" y="8005"/>
                  </a:cubicBezTo>
                  <a:cubicBezTo>
                    <a:pt x="13355" y="5199"/>
                    <a:pt x="13471" y="2675"/>
                    <a:pt x="13529" y="2254"/>
                  </a:cubicBezTo>
                  <a:cubicBezTo>
                    <a:pt x="13587" y="1833"/>
                    <a:pt x="13587" y="3516"/>
                    <a:pt x="13471" y="5760"/>
                  </a:cubicBezTo>
                  <a:cubicBezTo>
                    <a:pt x="13355" y="8005"/>
                    <a:pt x="13123" y="10810"/>
                    <a:pt x="12948" y="12914"/>
                  </a:cubicBezTo>
                  <a:cubicBezTo>
                    <a:pt x="12774" y="15018"/>
                    <a:pt x="12658" y="16420"/>
                    <a:pt x="12484" y="16280"/>
                  </a:cubicBezTo>
                  <a:cubicBezTo>
                    <a:pt x="12310" y="16140"/>
                    <a:pt x="12077" y="14457"/>
                    <a:pt x="11961" y="12914"/>
                  </a:cubicBezTo>
                  <a:cubicBezTo>
                    <a:pt x="11845" y="11371"/>
                    <a:pt x="11845" y="9968"/>
                    <a:pt x="11845" y="8566"/>
                  </a:cubicBezTo>
                  <a:cubicBezTo>
                    <a:pt x="11845" y="7163"/>
                    <a:pt x="11845" y="5760"/>
                    <a:pt x="11671" y="5760"/>
                  </a:cubicBezTo>
                  <a:cubicBezTo>
                    <a:pt x="11497" y="5760"/>
                    <a:pt x="11148" y="7163"/>
                    <a:pt x="10858" y="8566"/>
                  </a:cubicBezTo>
                  <a:cubicBezTo>
                    <a:pt x="10568" y="9968"/>
                    <a:pt x="10335" y="11371"/>
                    <a:pt x="10103" y="11371"/>
                  </a:cubicBezTo>
                  <a:cubicBezTo>
                    <a:pt x="9871" y="11371"/>
                    <a:pt x="9639" y="9968"/>
                    <a:pt x="9523" y="8566"/>
                  </a:cubicBezTo>
                  <a:cubicBezTo>
                    <a:pt x="9406" y="7163"/>
                    <a:pt x="9406" y="5760"/>
                    <a:pt x="9290" y="5760"/>
                  </a:cubicBezTo>
                  <a:cubicBezTo>
                    <a:pt x="9174" y="5760"/>
                    <a:pt x="8942" y="7163"/>
                    <a:pt x="8768" y="8566"/>
                  </a:cubicBezTo>
                  <a:cubicBezTo>
                    <a:pt x="8594" y="9968"/>
                    <a:pt x="8477" y="11371"/>
                    <a:pt x="8303" y="12773"/>
                  </a:cubicBezTo>
                  <a:cubicBezTo>
                    <a:pt x="8129" y="14176"/>
                    <a:pt x="7897" y="15579"/>
                    <a:pt x="7781" y="15438"/>
                  </a:cubicBezTo>
                  <a:cubicBezTo>
                    <a:pt x="7665" y="15298"/>
                    <a:pt x="7665" y="13615"/>
                    <a:pt x="7665" y="12072"/>
                  </a:cubicBezTo>
                  <a:cubicBezTo>
                    <a:pt x="7665" y="10529"/>
                    <a:pt x="7665" y="9127"/>
                    <a:pt x="7665" y="7724"/>
                  </a:cubicBezTo>
                  <a:cubicBezTo>
                    <a:pt x="7665" y="6322"/>
                    <a:pt x="7665" y="4919"/>
                    <a:pt x="7606" y="4919"/>
                  </a:cubicBezTo>
                  <a:cubicBezTo>
                    <a:pt x="7548" y="4919"/>
                    <a:pt x="7432" y="6322"/>
                    <a:pt x="7316" y="7864"/>
                  </a:cubicBezTo>
                  <a:cubicBezTo>
                    <a:pt x="7200" y="9407"/>
                    <a:pt x="7084" y="11090"/>
                    <a:pt x="6852" y="13194"/>
                  </a:cubicBezTo>
                  <a:cubicBezTo>
                    <a:pt x="6619" y="15298"/>
                    <a:pt x="6271" y="17823"/>
                    <a:pt x="6097" y="18103"/>
                  </a:cubicBezTo>
                  <a:cubicBezTo>
                    <a:pt x="5923" y="18384"/>
                    <a:pt x="5923" y="16420"/>
                    <a:pt x="5923" y="14737"/>
                  </a:cubicBezTo>
                  <a:cubicBezTo>
                    <a:pt x="5923" y="13054"/>
                    <a:pt x="5923" y="11651"/>
                    <a:pt x="5923" y="10249"/>
                  </a:cubicBezTo>
                  <a:cubicBezTo>
                    <a:pt x="5923" y="8846"/>
                    <a:pt x="5923" y="7444"/>
                    <a:pt x="5806" y="7444"/>
                  </a:cubicBezTo>
                  <a:cubicBezTo>
                    <a:pt x="5690" y="7444"/>
                    <a:pt x="5458" y="8846"/>
                    <a:pt x="5226" y="10249"/>
                  </a:cubicBezTo>
                  <a:cubicBezTo>
                    <a:pt x="4994" y="11651"/>
                    <a:pt x="4761" y="13054"/>
                    <a:pt x="4587" y="14457"/>
                  </a:cubicBezTo>
                  <a:cubicBezTo>
                    <a:pt x="4413" y="15859"/>
                    <a:pt x="4297" y="17262"/>
                    <a:pt x="4181" y="17262"/>
                  </a:cubicBezTo>
                  <a:cubicBezTo>
                    <a:pt x="4065" y="17262"/>
                    <a:pt x="3948" y="15859"/>
                    <a:pt x="3890" y="13755"/>
                  </a:cubicBezTo>
                  <a:cubicBezTo>
                    <a:pt x="3832" y="11651"/>
                    <a:pt x="3832" y="8846"/>
                    <a:pt x="3658" y="8145"/>
                  </a:cubicBezTo>
                  <a:cubicBezTo>
                    <a:pt x="3484" y="7444"/>
                    <a:pt x="3135" y="8846"/>
                    <a:pt x="2903" y="10249"/>
                  </a:cubicBezTo>
                  <a:cubicBezTo>
                    <a:pt x="2671" y="11651"/>
                    <a:pt x="2555" y="13054"/>
                    <a:pt x="2090" y="13896"/>
                  </a:cubicBezTo>
                  <a:cubicBezTo>
                    <a:pt x="1626" y="14737"/>
                    <a:pt x="813" y="15018"/>
                    <a:pt x="0" y="15298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69" name="Línea"/>
            <p:cNvSpPr/>
            <p:nvPr/>
          </p:nvSpPr>
          <p:spPr>
            <a:xfrm>
              <a:off x="10564342" y="1669143"/>
              <a:ext cx="584461" cy="1055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5822" y="0"/>
                  </a:moveTo>
                  <a:cubicBezTo>
                    <a:pt x="4735" y="4050"/>
                    <a:pt x="3649" y="8100"/>
                    <a:pt x="2563" y="11475"/>
                  </a:cubicBezTo>
                  <a:cubicBezTo>
                    <a:pt x="1477" y="14850"/>
                    <a:pt x="391" y="17550"/>
                    <a:pt x="90" y="17888"/>
                  </a:cubicBezTo>
                  <a:cubicBezTo>
                    <a:pt x="-212" y="18225"/>
                    <a:pt x="271" y="16200"/>
                    <a:pt x="1176" y="13500"/>
                  </a:cubicBezTo>
                  <a:cubicBezTo>
                    <a:pt x="2081" y="10800"/>
                    <a:pt x="3408" y="7425"/>
                    <a:pt x="4373" y="5400"/>
                  </a:cubicBezTo>
                  <a:cubicBezTo>
                    <a:pt x="5339" y="3375"/>
                    <a:pt x="5942" y="2700"/>
                    <a:pt x="6003" y="3712"/>
                  </a:cubicBezTo>
                  <a:cubicBezTo>
                    <a:pt x="6063" y="4725"/>
                    <a:pt x="5580" y="7425"/>
                    <a:pt x="5097" y="9787"/>
                  </a:cubicBezTo>
                  <a:cubicBezTo>
                    <a:pt x="4615" y="12150"/>
                    <a:pt x="4132" y="14175"/>
                    <a:pt x="3408" y="16538"/>
                  </a:cubicBezTo>
                  <a:cubicBezTo>
                    <a:pt x="2684" y="18900"/>
                    <a:pt x="1719" y="21600"/>
                    <a:pt x="1538" y="21600"/>
                  </a:cubicBezTo>
                  <a:cubicBezTo>
                    <a:pt x="1357" y="21600"/>
                    <a:pt x="1960" y="18900"/>
                    <a:pt x="2986" y="15863"/>
                  </a:cubicBezTo>
                  <a:cubicBezTo>
                    <a:pt x="4011" y="12825"/>
                    <a:pt x="5460" y="9450"/>
                    <a:pt x="6485" y="7762"/>
                  </a:cubicBezTo>
                  <a:cubicBezTo>
                    <a:pt x="7511" y="6075"/>
                    <a:pt x="8114" y="6075"/>
                    <a:pt x="8114" y="7087"/>
                  </a:cubicBezTo>
                  <a:cubicBezTo>
                    <a:pt x="8114" y="8100"/>
                    <a:pt x="7511" y="10125"/>
                    <a:pt x="6908" y="11812"/>
                  </a:cubicBezTo>
                  <a:cubicBezTo>
                    <a:pt x="6304" y="13500"/>
                    <a:pt x="5701" y="14850"/>
                    <a:pt x="5701" y="14512"/>
                  </a:cubicBezTo>
                  <a:cubicBezTo>
                    <a:pt x="5701" y="14175"/>
                    <a:pt x="6304" y="12150"/>
                    <a:pt x="6908" y="10800"/>
                  </a:cubicBezTo>
                  <a:cubicBezTo>
                    <a:pt x="7511" y="9450"/>
                    <a:pt x="8114" y="8775"/>
                    <a:pt x="8899" y="7762"/>
                  </a:cubicBezTo>
                  <a:cubicBezTo>
                    <a:pt x="9683" y="6750"/>
                    <a:pt x="10648" y="5400"/>
                    <a:pt x="10648" y="6750"/>
                  </a:cubicBezTo>
                  <a:cubicBezTo>
                    <a:pt x="10648" y="8100"/>
                    <a:pt x="9683" y="12150"/>
                    <a:pt x="8899" y="14850"/>
                  </a:cubicBezTo>
                  <a:cubicBezTo>
                    <a:pt x="8114" y="17550"/>
                    <a:pt x="7511" y="18900"/>
                    <a:pt x="7511" y="18563"/>
                  </a:cubicBezTo>
                  <a:cubicBezTo>
                    <a:pt x="7511" y="18225"/>
                    <a:pt x="8114" y="16200"/>
                    <a:pt x="9019" y="13838"/>
                  </a:cubicBezTo>
                  <a:cubicBezTo>
                    <a:pt x="9924" y="11475"/>
                    <a:pt x="11131" y="8775"/>
                    <a:pt x="11976" y="6412"/>
                  </a:cubicBezTo>
                  <a:cubicBezTo>
                    <a:pt x="12820" y="4050"/>
                    <a:pt x="13303" y="2025"/>
                    <a:pt x="13243" y="2025"/>
                  </a:cubicBezTo>
                  <a:cubicBezTo>
                    <a:pt x="13182" y="2025"/>
                    <a:pt x="12579" y="4050"/>
                    <a:pt x="11976" y="5737"/>
                  </a:cubicBezTo>
                  <a:cubicBezTo>
                    <a:pt x="11372" y="7425"/>
                    <a:pt x="10769" y="8775"/>
                    <a:pt x="10166" y="10125"/>
                  </a:cubicBezTo>
                  <a:cubicBezTo>
                    <a:pt x="9562" y="11475"/>
                    <a:pt x="8959" y="12825"/>
                    <a:pt x="8959" y="12825"/>
                  </a:cubicBezTo>
                  <a:cubicBezTo>
                    <a:pt x="8959" y="12825"/>
                    <a:pt x="9562" y="11475"/>
                    <a:pt x="10769" y="10125"/>
                  </a:cubicBezTo>
                  <a:cubicBezTo>
                    <a:pt x="11976" y="8775"/>
                    <a:pt x="13786" y="7425"/>
                    <a:pt x="15234" y="6075"/>
                  </a:cubicBezTo>
                  <a:cubicBezTo>
                    <a:pt x="16682" y="4725"/>
                    <a:pt x="17768" y="3375"/>
                    <a:pt x="18009" y="3037"/>
                  </a:cubicBezTo>
                  <a:cubicBezTo>
                    <a:pt x="18251" y="2700"/>
                    <a:pt x="17647" y="3375"/>
                    <a:pt x="17044" y="4050"/>
                  </a:cubicBezTo>
                  <a:cubicBezTo>
                    <a:pt x="16441" y="4725"/>
                    <a:pt x="15837" y="5400"/>
                    <a:pt x="15234" y="6075"/>
                  </a:cubicBezTo>
                  <a:cubicBezTo>
                    <a:pt x="14630" y="6750"/>
                    <a:pt x="14027" y="7425"/>
                    <a:pt x="14087" y="7425"/>
                  </a:cubicBezTo>
                  <a:cubicBezTo>
                    <a:pt x="14148" y="7425"/>
                    <a:pt x="14872" y="6750"/>
                    <a:pt x="15535" y="6412"/>
                  </a:cubicBezTo>
                  <a:cubicBezTo>
                    <a:pt x="16199" y="6075"/>
                    <a:pt x="16803" y="6075"/>
                    <a:pt x="17647" y="6075"/>
                  </a:cubicBezTo>
                  <a:cubicBezTo>
                    <a:pt x="18492" y="6075"/>
                    <a:pt x="19578" y="6075"/>
                    <a:pt x="19819" y="6075"/>
                  </a:cubicBezTo>
                  <a:cubicBezTo>
                    <a:pt x="20061" y="6075"/>
                    <a:pt x="19457" y="6075"/>
                    <a:pt x="18854" y="6412"/>
                  </a:cubicBezTo>
                  <a:cubicBezTo>
                    <a:pt x="18251" y="6750"/>
                    <a:pt x="17647" y="7425"/>
                    <a:pt x="17044" y="8100"/>
                  </a:cubicBezTo>
                  <a:cubicBezTo>
                    <a:pt x="16441" y="8775"/>
                    <a:pt x="15837" y="9450"/>
                    <a:pt x="15897" y="9450"/>
                  </a:cubicBezTo>
                  <a:cubicBezTo>
                    <a:pt x="15958" y="9450"/>
                    <a:pt x="16682" y="8775"/>
                    <a:pt x="17708" y="8437"/>
                  </a:cubicBezTo>
                  <a:cubicBezTo>
                    <a:pt x="18733" y="8100"/>
                    <a:pt x="20061" y="8100"/>
                    <a:pt x="21388" y="81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0" name="Línea"/>
            <p:cNvSpPr/>
            <p:nvPr/>
          </p:nvSpPr>
          <p:spPr>
            <a:xfrm>
              <a:off x="11178480" y="1733814"/>
              <a:ext cx="68424" cy="17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43" h="20955" fill="norm" stroke="1" extrusionOk="0">
                  <a:moveTo>
                    <a:pt x="15429" y="2955"/>
                  </a:moveTo>
                  <a:cubicBezTo>
                    <a:pt x="15429" y="4955"/>
                    <a:pt x="15429" y="6955"/>
                    <a:pt x="15429" y="8955"/>
                  </a:cubicBezTo>
                  <a:cubicBezTo>
                    <a:pt x="15429" y="10955"/>
                    <a:pt x="15429" y="12955"/>
                    <a:pt x="15429" y="12955"/>
                  </a:cubicBezTo>
                  <a:cubicBezTo>
                    <a:pt x="15429" y="12955"/>
                    <a:pt x="15429" y="10955"/>
                    <a:pt x="16457" y="7955"/>
                  </a:cubicBezTo>
                  <a:cubicBezTo>
                    <a:pt x="17486" y="4955"/>
                    <a:pt x="19543" y="955"/>
                    <a:pt x="20571" y="155"/>
                  </a:cubicBezTo>
                  <a:cubicBezTo>
                    <a:pt x="21600" y="-645"/>
                    <a:pt x="21600" y="1755"/>
                    <a:pt x="20571" y="4955"/>
                  </a:cubicBezTo>
                  <a:cubicBezTo>
                    <a:pt x="19543" y="8155"/>
                    <a:pt x="17486" y="12155"/>
                    <a:pt x="15943" y="15155"/>
                  </a:cubicBezTo>
                  <a:cubicBezTo>
                    <a:pt x="14400" y="18155"/>
                    <a:pt x="13371" y="20155"/>
                    <a:pt x="11314" y="20355"/>
                  </a:cubicBezTo>
                  <a:cubicBezTo>
                    <a:pt x="9257" y="20555"/>
                    <a:pt x="6171" y="18955"/>
                    <a:pt x="4629" y="16155"/>
                  </a:cubicBezTo>
                  <a:cubicBezTo>
                    <a:pt x="3086" y="13355"/>
                    <a:pt x="3086" y="9355"/>
                    <a:pt x="3600" y="6355"/>
                  </a:cubicBezTo>
                  <a:cubicBezTo>
                    <a:pt x="4114" y="3355"/>
                    <a:pt x="5143" y="1355"/>
                    <a:pt x="5657" y="1355"/>
                  </a:cubicBezTo>
                  <a:cubicBezTo>
                    <a:pt x="6171" y="1355"/>
                    <a:pt x="6171" y="3355"/>
                    <a:pt x="5143" y="6955"/>
                  </a:cubicBezTo>
                  <a:cubicBezTo>
                    <a:pt x="4114" y="10555"/>
                    <a:pt x="2057" y="15755"/>
                    <a:pt x="0" y="2095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1" name="Línea"/>
            <p:cNvSpPr/>
            <p:nvPr/>
          </p:nvSpPr>
          <p:spPr>
            <a:xfrm>
              <a:off x="10436545" y="1787439"/>
              <a:ext cx="553979" cy="2429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16" fill="norm" stroke="1" extrusionOk="0">
                  <a:moveTo>
                    <a:pt x="21600" y="2628"/>
                  </a:moveTo>
                  <a:cubicBezTo>
                    <a:pt x="21600" y="5508"/>
                    <a:pt x="21600" y="8388"/>
                    <a:pt x="21471" y="10548"/>
                  </a:cubicBezTo>
                  <a:cubicBezTo>
                    <a:pt x="21343" y="12708"/>
                    <a:pt x="21086" y="14148"/>
                    <a:pt x="20893" y="14004"/>
                  </a:cubicBezTo>
                  <a:cubicBezTo>
                    <a:pt x="20700" y="13860"/>
                    <a:pt x="20571" y="12132"/>
                    <a:pt x="20507" y="10404"/>
                  </a:cubicBezTo>
                  <a:cubicBezTo>
                    <a:pt x="20443" y="8676"/>
                    <a:pt x="20443" y="6948"/>
                    <a:pt x="20443" y="5364"/>
                  </a:cubicBezTo>
                  <a:cubicBezTo>
                    <a:pt x="20443" y="3780"/>
                    <a:pt x="20443" y="2340"/>
                    <a:pt x="20314" y="2340"/>
                  </a:cubicBezTo>
                  <a:cubicBezTo>
                    <a:pt x="20186" y="2340"/>
                    <a:pt x="19929" y="3780"/>
                    <a:pt x="19607" y="6084"/>
                  </a:cubicBezTo>
                  <a:cubicBezTo>
                    <a:pt x="19286" y="8388"/>
                    <a:pt x="18900" y="11556"/>
                    <a:pt x="18514" y="13860"/>
                  </a:cubicBezTo>
                  <a:cubicBezTo>
                    <a:pt x="18129" y="16164"/>
                    <a:pt x="17743" y="17604"/>
                    <a:pt x="17550" y="17172"/>
                  </a:cubicBezTo>
                  <a:cubicBezTo>
                    <a:pt x="17357" y="16740"/>
                    <a:pt x="17357" y="14436"/>
                    <a:pt x="17421" y="11844"/>
                  </a:cubicBezTo>
                  <a:cubicBezTo>
                    <a:pt x="17486" y="9252"/>
                    <a:pt x="17614" y="6372"/>
                    <a:pt x="17743" y="4212"/>
                  </a:cubicBezTo>
                  <a:cubicBezTo>
                    <a:pt x="17871" y="2052"/>
                    <a:pt x="18000" y="612"/>
                    <a:pt x="18064" y="612"/>
                  </a:cubicBezTo>
                  <a:cubicBezTo>
                    <a:pt x="18129" y="612"/>
                    <a:pt x="18129" y="2052"/>
                    <a:pt x="17807" y="5364"/>
                  </a:cubicBezTo>
                  <a:cubicBezTo>
                    <a:pt x="17486" y="8676"/>
                    <a:pt x="16843" y="13860"/>
                    <a:pt x="16264" y="17028"/>
                  </a:cubicBezTo>
                  <a:cubicBezTo>
                    <a:pt x="15686" y="20196"/>
                    <a:pt x="15171" y="21348"/>
                    <a:pt x="14914" y="21204"/>
                  </a:cubicBezTo>
                  <a:cubicBezTo>
                    <a:pt x="14657" y="21060"/>
                    <a:pt x="14657" y="19620"/>
                    <a:pt x="14721" y="16740"/>
                  </a:cubicBezTo>
                  <a:cubicBezTo>
                    <a:pt x="14786" y="13860"/>
                    <a:pt x="14914" y="9540"/>
                    <a:pt x="15043" y="6660"/>
                  </a:cubicBezTo>
                  <a:cubicBezTo>
                    <a:pt x="15171" y="3780"/>
                    <a:pt x="15300" y="2340"/>
                    <a:pt x="15300" y="2340"/>
                  </a:cubicBezTo>
                  <a:cubicBezTo>
                    <a:pt x="15300" y="2340"/>
                    <a:pt x="15171" y="3780"/>
                    <a:pt x="14721" y="6372"/>
                  </a:cubicBezTo>
                  <a:cubicBezTo>
                    <a:pt x="14271" y="8964"/>
                    <a:pt x="13500" y="12708"/>
                    <a:pt x="12793" y="14868"/>
                  </a:cubicBezTo>
                  <a:cubicBezTo>
                    <a:pt x="12086" y="17028"/>
                    <a:pt x="11443" y="17604"/>
                    <a:pt x="11121" y="17028"/>
                  </a:cubicBezTo>
                  <a:cubicBezTo>
                    <a:pt x="10800" y="16452"/>
                    <a:pt x="10800" y="14724"/>
                    <a:pt x="10864" y="12420"/>
                  </a:cubicBezTo>
                  <a:cubicBezTo>
                    <a:pt x="10929" y="10116"/>
                    <a:pt x="11057" y="7236"/>
                    <a:pt x="11186" y="4788"/>
                  </a:cubicBezTo>
                  <a:cubicBezTo>
                    <a:pt x="11314" y="2340"/>
                    <a:pt x="11443" y="324"/>
                    <a:pt x="11507" y="36"/>
                  </a:cubicBezTo>
                  <a:cubicBezTo>
                    <a:pt x="11571" y="-252"/>
                    <a:pt x="11571" y="1188"/>
                    <a:pt x="11250" y="4212"/>
                  </a:cubicBezTo>
                  <a:cubicBezTo>
                    <a:pt x="10929" y="7236"/>
                    <a:pt x="10286" y="11844"/>
                    <a:pt x="9771" y="14868"/>
                  </a:cubicBezTo>
                  <a:cubicBezTo>
                    <a:pt x="9257" y="17892"/>
                    <a:pt x="8871" y="19332"/>
                    <a:pt x="8550" y="19332"/>
                  </a:cubicBezTo>
                  <a:cubicBezTo>
                    <a:pt x="8229" y="19332"/>
                    <a:pt x="7971" y="17892"/>
                    <a:pt x="7843" y="15588"/>
                  </a:cubicBezTo>
                  <a:cubicBezTo>
                    <a:pt x="7714" y="13284"/>
                    <a:pt x="7714" y="10116"/>
                    <a:pt x="7779" y="7668"/>
                  </a:cubicBezTo>
                  <a:cubicBezTo>
                    <a:pt x="7843" y="5220"/>
                    <a:pt x="7971" y="3492"/>
                    <a:pt x="7843" y="3348"/>
                  </a:cubicBezTo>
                  <a:cubicBezTo>
                    <a:pt x="7714" y="3204"/>
                    <a:pt x="7329" y="4644"/>
                    <a:pt x="6943" y="6804"/>
                  </a:cubicBezTo>
                  <a:cubicBezTo>
                    <a:pt x="6557" y="8964"/>
                    <a:pt x="6171" y="11844"/>
                    <a:pt x="5786" y="14004"/>
                  </a:cubicBezTo>
                  <a:cubicBezTo>
                    <a:pt x="5400" y="16164"/>
                    <a:pt x="5014" y="17604"/>
                    <a:pt x="4757" y="17604"/>
                  </a:cubicBezTo>
                  <a:cubicBezTo>
                    <a:pt x="4500" y="17604"/>
                    <a:pt x="4371" y="16164"/>
                    <a:pt x="4371" y="13716"/>
                  </a:cubicBezTo>
                  <a:cubicBezTo>
                    <a:pt x="4371" y="11268"/>
                    <a:pt x="4500" y="7812"/>
                    <a:pt x="4500" y="6804"/>
                  </a:cubicBezTo>
                  <a:cubicBezTo>
                    <a:pt x="4500" y="5796"/>
                    <a:pt x="4371" y="7236"/>
                    <a:pt x="4179" y="8676"/>
                  </a:cubicBezTo>
                  <a:cubicBezTo>
                    <a:pt x="3986" y="10116"/>
                    <a:pt x="3729" y="11556"/>
                    <a:pt x="3407" y="12852"/>
                  </a:cubicBezTo>
                  <a:cubicBezTo>
                    <a:pt x="3086" y="14148"/>
                    <a:pt x="2700" y="15300"/>
                    <a:pt x="2507" y="15156"/>
                  </a:cubicBezTo>
                  <a:cubicBezTo>
                    <a:pt x="2314" y="15012"/>
                    <a:pt x="2314" y="13572"/>
                    <a:pt x="1929" y="12276"/>
                  </a:cubicBezTo>
                  <a:cubicBezTo>
                    <a:pt x="1543" y="10980"/>
                    <a:pt x="771" y="9828"/>
                    <a:pt x="0" y="8676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2" name="Línea"/>
            <p:cNvSpPr/>
            <p:nvPr/>
          </p:nvSpPr>
          <p:spPr>
            <a:xfrm>
              <a:off x="10416761" y="2341830"/>
              <a:ext cx="29678" cy="29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3" name="Línea"/>
            <p:cNvSpPr/>
            <p:nvPr/>
          </p:nvSpPr>
          <p:spPr>
            <a:xfrm>
              <a:off x="10812459" y="2124196"/>
              <a:ext cx="1" cy="1879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0" y="0"/>
                  </a:moveTo>
                  <a:cubicBezTo>
                    <a:pt x="21600" y="7200"/>
                    <a:pt x="216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4" name="Línea"/>
            <p:cNvSpPr/>
            <p:nvPr/>
          </p:nvSpPr>
          <p:spPr>
            <a:xfrm>
              <a:off x="10367298" y="2331938"/>
              <a:ext cx="435270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7509" y="18000"/>
                    <a:pt x="13418" y="14400"/>
                    <a:pt x="9818" y="10800"/>
                  </a:cubicBezTo>
                  <a:cubicBezTo>
                    <a:pt x="6218" y="7200"/>
                    <a:pt x="3109" y="3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5" name="Línea"/>
            <p:cNvSpPr/>
            <p:nvPr/>
          </p:nvSpPr>
          <p:spPr>
            <a:xfrm>
              <a:off x="10367298" y="2074740"/>
              <a:ext cx="385807" cy="270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9" fill="norm" stroke="1" extrusionOk="0">
                  <a:moveTo>
                    <a:pt x="3877" y="2341"/>
                  </a:moveTo>
                  <a:cubicBezTo>
                    <a:pt x="4062" y="3903"/>
                    <a:pt x="4246" y="5464"/>
                    <a:pt x="4338" y="5594"/>
                  </a:cubicBezTo>
                  <a:cubicBezTo>
                    <a:pt x="4431" y="5725"/>
                    <a:pt x="4431" y="4423"/>
                    <a:pt x="4523" y="3122"/>
                  </a:cubicBezTo>
                  <a:cubicBezTo>
                    <a:pt x="4615" y="1821"/>
                    <a:pt x="4800" y="520"/>
                    <a:pt x="5077" y="520"/>
                  </a:cubicBezTo>
                  <a:cubicBezTo>
                    <a:pt x="5354" y="520"/>
                    <a:pt x="5723" y="1821"/>
                    <a:pt x="6000" y="3643"/>
                  </a:cubicBezTo>
                  <a:cubicBezTo>
                    <a:pt x="6277" y="5464"/>
                    <a:pt x="6462" y="7806"/>
                    <a:pt x="6554" y="8327"/>
                  </a:cubicBezTo>
                  <a:cubicBezTo>
                    <a:pt x="6646" y="8847"/>
                    <a:pt x="6646" y="7546"/>
                    <a:pt x="6831" y="6245"/>
                  </a:cubicBezTo>
                  <a:cubicBezTo>
                    <a:pt x="7015" y="4944"/>
                    <a:pt x="7385" y="3643"/>
                    <a:pt x="7938" y="3382"/>
                  </a:cubicBezTo>
                  <a:cubicBezTo>
                    <a:pt x="8492" y="3122"/>
                    <a:pt x="9231" y="3903"/>
                    <a:pt x="9692" y="5594"/>
                  </a:cubicBezTo>
                  <a:cubicBezTo>
                    <a:pt x="10154" y="7286"/>
                    <a:pt x="10338" y="9888"/>
                    <a:pt x="10431" y="12361"/>
                  </a:cubicBezTo>
                  <a:cubicBezTo>
                    <a:pt x="10523" y="14833"/>
                    <a:pt x="10523" y="17175"/>
                    <a:pt x="10431" y="17566"/>
                  </a:cubicBezTo>
                  <a:cubicBezTo>
                    <a:pt x="10338" y="17956"/>
                    <a:pt x="10154" y="16394"/>
                    <a:pt x="10062" y="14052"/>
                  </a:cubicBezTo>
                  <a:cubicBezTo>
                    <a:pt x="9969" y="11710"/>
                    <a:pt x="9969" y="8587"/>
                    <a:pt x="10062" y="6245"/>
                  </a:cubicBezTo>
                  <a:cubicBezTo>
                    <a:pt x="10154" y="3903"/>
                    <a:pt x="10338" y="2341"/>
                    <a:pt x="10892" y="1300"/>
                  </a:cubicBezTo>
                  <a:cubicBezTo>
                    <a:pt x="11446" y="259"/>
                    <a:pt x="12369" y="-261"/>
                    <a:pt x="13015" y="129"/>
                  </a:cubicBezTo>
                  <a:cubicBezTo>
                    <a:pt x="13662" y="520"/>
                    <a:pt x="14031" y="1821"/>
                    <a:pt x="14215" y="4553"/>
                  </a:cubicBezTo>
                  <a:cubicBezTo>
                    <a:pt x="14400" y="7286"/>
                    <a:pt x="14400" y="11450"/>
                    <a:pt x="14308" y="14182"/>
                  </a:cubicBezTo>
                  <a:cubicBezTo>
                    <a:pt x="14215" y="16915"/>
                    <a:pt x="14031" y="18216"/>
                    <a:pt x="13754" y="18216"/>
                  </a:cubicBezTo>
                  <a:cubicBezTo>
                    <a:pt x="13477" y="18216"/>
                    <a:pt x="13108" y="16915"/>
                    <a:pt x="12923" y="14963"/>
                  </a:cubicBezTo>
                  <a:cubicBezTo>
                    <a:pt x="12738" y="13011"/>
                    <a:pt x="12738" y="10409"/>
                    <a:pt x="12923" y="8457"/>
                  </a:cubicBezTo>
                  <a:cubicBezTo>
                    <a:pt x="13108" y="6505"/>
                    <a:pt x="13477" y="5204"/>
                    <a:pt x="14031" y="4163"/>
                  </a:cubicBezTo>
                  <a:cubicBezTo>
                    <a:pt x="14585" y="3122"/>
                    <a:pt x="15323" y="2341"/>
                    <a:pt x="15969" y="2472"/>
                  </a:cubicBezTo>
                  <a:cubicBezTo>
                    <a:pt x="16615" y="2602"/>
                    <a:pt x="17169" y="3643"/>
                    <a:pt x="17631" y="5594"/>
                  </a:cubicBezTo>
                  <a:cubicBezTo>
                    <a:pt x="18092" y="7546"/>
                    <a:pt x="18462" y="10409"/>
                    <a:pt x="18554" y="12881"/>
                  </a:cubicBezTo>
                  <a:cubicBezTo>
                    <a:pt x="18646" y="15353"/>
                    <a:pt x="18462" y="17435"/>
                    <a:pt x="18185" y="17305"/>
                  </a:cubicBezTo>
                  <a:cubicBezTo>
                    <a:pt x="17908" y="17175"/>
                    <a:pt x="17538" y="14833"/>
                    <a:pt x="17354" y="12231"/>
                  </a:cubicBezTo>
                  <a:cubicBezTo>
                    <a:pt x="17169" y="9628"/>
                    <a:pt x="17169" y="6766"/>
                    <a:pt x="17262" y="4684"/>
                  </a:cubicBezTo>
                  <a:cubicBezTo>
                    <a:pt x="17354" y="2602"/>
                    <a:pt x="17538" y="1300"/>
                    <a:pt x="18000" y="1040"/>
                  </a:cubicBezTo>
                  <a:cubicBezTo>
                    <a:pt x="18462" y="780"/>
                    <a:pt x="19200" y="1561"/>
                    <a:pt x="19846" y="4033"/>
                  </a:cubicBezTo>
                  <a:cubicBezTo>
                    <a:pt x="20492" y="6505"/>
                    <a:pt x="21046" y="10669"/>
                    <a:pt x="21323" y="13402"/>
                  </a:cubicBezTo>
                  <a:cubicBezTo>
                    <a:pt x="21600" y="16134"/>
                    <a:pt x="21600" y="17435"/>
                    <a:pt x="21600" y="18737"/>
                  </a:cubicBezTo>
                  <a:cubicBezTo>
                    <a:pt x="21600" y="20038"/>
                    <a:pt x="21600" y="21339"/>
                    <a:pt x="21323" y="21339"/>
                  </a:cubicBezTo>
                  <a:cubicBezTo>
                    <a:pt x="21046" y="21339"/>
                    <a:pt x="20492" y="20038"/>
                    <a:pt x="20031" y="17435"/>
                  </a:cubicBezTo>
                  <a:cubicBezTo>
                    <a:pt x="19569" y="14833"/>
                    <a:pt x="19200" y="10929"/>
                    <a:pt x="19015" y="8327"/>
                  </a:cubicBezTo>
                  <a:cubicBezTo>
                    <a:pt x="18831" y="5725"/>
                    <a:pt x="18831" y="4423"/>
                    <a:pt x="19108" y="3252"/>
                  </a:cubicBezTo>
                  <a:cubicBezTo>
                    <a:pt x="19385" y="2081"/>
                    <a:pt x="19938" y="1040"/>
                    <a:pt x="20308" y="1170"/>
                  </a:cubicBezTo>
                  <a:cubicBezTo>
                    <a:pt x="20677" y="1300"/>
                    <a:pt x="20862" y="2602"/>
                    <a:pt x="20954" y="4553"/>
                  </a:cubicBezTo>
                  <a:cubicBezTo>
                    <a:pt x="21046" y="6505"/>
                    <a:pt x="21046" y="9108"/>
                    <a:pt x="20862" y="11059"/>
                  </a:cubicBezTo>
                  <a:cubicBezTo>
                    <a:pt x="20677" y="13011"/>
                    <a:pt x="20308" y="14312"/>
                    <a:pt x="19662" y="15223"/>
                  </a:cubicBezTo>
                  <a:cubicBezTo>
                    <a:pt x="19015" y="16134"/>
                    <a:pt x="18092" y="16655"/>
                    <a:pt x="17262" y="16525"/>
                  </a:cubicBezTo>
                  <a:cubicBezTo>
                    <a:pt x="16431" y="16394"/>
                    <a:pt x="15692" y="15614"/>
                    <a:pt x="14862" y="13792"/>
                  </a:cubicBezTo>
                  <a:cubicBezTo>
                    <a:pt x="14031" y="11970"/>
                    <a:pt x="13108" y="9108"/>
                    <a:pt x="12369" y="7156"/>
                  </a:cubicBezTo>
                  <a:cubicBezTo>
                    <a:pt x="11631" y="5204"/>
                    <a:pt x="11077" y="4163"/>
                    <a:pt x="10800" y="4293"/>
                  </a:cubicBezTo>
                  <a:cubicBezTo>
                    <a:pt x="10523" y="4423"/>
                    <a:pt x="10523" y="5725"/>
                    <a:pt x="10431" y="7676"/>
                  </a:cubicBezTo>
                  <a:cubicBezTo>
                    <a:pt x="10338" y="9628"/>
                    <a:pt x="10154" y="12231"/>
                    <a:pt x="9785" y="14182"/>
                  </a:cubicBezTo>
                  <a:cubicBezTo>
                    <a:pt x="9415" y="16134"/>
                    <a:pt x="8862" y="17435"/>
                    <a:pt x="8308" y="17566"/>
                  </a:cubicBezTo>
                  <a:cubicBezTo>
                    <a:pt x="7754" y="17696"/>
                    <a:pt x="7200" y="16655"/>
                    <a:pt x="6554" y="14443"/>
                  </a:cubicBezTo>
                  <a:cubicBezTo>
                    <a:pt x="5908" y="12231"/>
                    <a:pt x="5169" y="8847"/>
                    <a:pt x="4615" y="6505"/>
                  </a:cubicBezTo>
                  <a:cubicBezTo>
                    <a:pt x="4062" y="4163"/>
                    <a:pt x="3692" y="2862"/>
                    <a:pt x="3508" y="2992"/>
                  </a:cubicBezTo>
                  <a:cubicBezTo>
                    <a:pt x="3323" y="3122"/>
                    <a:pt x="3323" y="4684"/>
                    <a:pt x="3323" y="6375"/>
                  </a:cubicBezTo>
                  <a:cubicBezTo>
                    <a:pt x="3323" y="8067"/>
                    <a:pt x="3323" y="9888"/>
                    <a:pt x="3231" y="11450"/>
                  </a:cubicBezTo>
                  <a:cubicBezTo>
                    <a:pt x="3138" y="13011"/>
                    <a:pt x="2954" y="14312"/>
                    <a:pt x="2400" y="15093"/>
                  </a:cubicBezTo>
                  <a:cubicBezTo>
                    <a:pt x="1846" y="15874"/>
                    <a:pt x="923" y="16134"/>
                    <a:pt x="0" y="16394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6" name="Línea"/>
            <p:cNvSpPr/>
            <p:nvPr/>
          </p:nvSpPr>
          <p:spPr>
            <a:xfrm>
              <a:off x="10812459" y="2262691"/>
              <a:ext cx="148388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7" name="Línea"/>
            <p:cNvSpPr/>
            <p:nvPr/>
          </p:nvSpPr>
          <p:spPr>
            <a:xfrm>
              <a:off x="10960846" y="2094519"/>
              <a:ext cx="9894" cy="1780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8" name="Línea"/>
            <p:cNvSpPr/>
            <p:nvPr/>
          </p:nvSpPr>
          <p:spPr>
            <a:xfrm>
              <a:off x="10823771" y="2104411"/>
              <a:ext cx="77720" cy="17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12" h="21600" fill="norm" stroke="1" extrusionOk="0">
                  <a:moveTo>
                    <a:pt x="21212" y="0"/>
                  </a:moveTo>
                  <a:cubicBezTo>
                    <a:pt x="21212" y="2000"/>
                    <a:pt x="21212" y="4000"/>
                    <a:pt x="19862" y="4200"/>
                  </a:cubicBezTo>
                  <a:cubicBezTo>
                    <a:pt x="18512" y="4400"/>
                    <a:pt x="15812" y="2800"/>
                    <a:pt x="14912" y="3000"/>
                  </a:cubicBezTo>
                  <a:cubicBezTo>
                    <a:pt x="14012" y="3200"/>
                    <a:pt x="14912" y="5200"/>
                    <a:pt x="15362" y="8000"/>
                  </a:cubicBezTo>
                  <a:cubicBezTo>
                    <a:pt x="15812" y="10800"/>
                    <a:pt x="15812" y="14400"/>
                    <a:pt x="14462" y="15400"/>
                  </a:cubicBezTo>
                  <a:cubicBezTo>
                    <a:pt x="13112" y="16400"/>
                    <a:pt x="10412" y="14800"/>
                    <a:pt x="8612" y="13000"/>
                  </a:cubicBezTo>
                  <a:cubicBezTo>
                    <a:pt x="6812" y="11200"/>
                    <a:pt x="5912" y="9200"/>
                    <a:pt x="5012" y="7200"/>
                  </a:cubicBezTo>
                  <a:cubicBezTo>
                    <a:pt x="4112" y="5200"/>
                    <a:pt x="3212" y="3200"/>
                    <a:pt x="3212" y="3200"/>
                  </a:cubicBezTo>
                  <a:cubicBezTo>
                    <a:pt x="3212" y="3200"/>
                    <a:pt x="4112" y="5200"/>
                    <a:pt x="5462" y="7200"/>
                  </a:cubicBezTo>
                  <a:cubicBezTo>
                    <a:pt x="6812" y="9200"/>
                    <a:pt x="8612" y="11200"/>
                    <a:pt x="7712" y="11000"/>
                  </a:cubicBezTo>
                  <a:cubicBezTo>
                    <a:pt x="6812" y="10800"/>
                    <a:pt x="3212" y="8400"/>
                    <a:pt x="1412" y="8200"/>
                  </a:cubicBezTo>
                  <a:cubicBezTo>
                    <a:pt x="-388" y="8000"/>
                    <a:pt x="-388" y="10000"/>
                    <a:pt x="962" y="12600"/>
                  </a:cubicBezTo>
                  <a:cubicBezTo>
                    <a:pt x="2312" y="15200"/>
                    <a:pt x="5012" y="18400"/>
                    <a:pt x="7712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79" name="Línea"/>
            <p:cNvSpPr/>
            <p:nvPr/>
          </p:nvSpPr>
          <p:spPr>
            <a:xfrm>
              <a:off x="10456330" y="1510864"/>
              <a:ext cx="395700" cy="197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600" y="18000"/>
                    <a:pt x="7200" y="14400"/>
                    <a:pt x="10800" y="10800"/>
                  </a:cubicBezTo>
                  <a:cubicBezTo>
                    <a:pt x="14400" y="7200"/>
                    <a:pt x="18000" y="36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0" name="Línea"/>
            <p:cNvSpPr/>
            <p:nvPr/>
          </p:nvSpPr>
          <p:spPr>
            <a:xfrm>
              <a:off x="10450935" y="1533494"/>
              <a:ext cx="410987" cy="227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033" fill="norm" stroke="1" extrusionOk="0">
                  <a:moveTo>
                    <a:pt x="18945" y="650"/>
                  </a:moveTo>
                  <a:cubicBezTo>
                    <a:pt x="19809" y="346"/>
                    <a:pt x="20673" y="41"/>
                    <a:pt x="21105" y="650"/>
                  </a:cubicBezTo>
                  <a:cubicBezTo>
                    <a:pt x="21537" y="1258"/>
                    <a:pt x="21537" y="2779"/>
                    <a:pt x="21537" y="5822"/>
                  </a:cubicBezTo>
                  <a:cubicBezTo>
                    <a:pt x="21537" y="8864"/>
                    <a:pt x="21537" y="13427"/>
                    <a:pt x="21451" y="16470"/>
                  </a:cubicBezTo>
                  <a:cubicBezTo>
                    <a:pt x="21364" y="19512"/>
                    <a:pt x="21191" y="21033"/>
                    <a:pt x="20932" y="21033"/>
                  </a:cubicBezTo>
                  <a:cubicBezTo>
                    <a:pt x="20673" y="21033"/>
                    <a:pt x="20327" y="19512"/>
                    <a:pt x="19982" y="17230"/>
                  </a:cubicBezTo>
                  <a:cubicBezTo>
                    <a:pt x="19636" y="14948"/>
                    <a:pt x="19291" y="11906"/>
                    <a:pt x="19031" y="9625"/>
                  </a:cubicBezTo>
                  <a:cubicBezTo>
                    <a:pt x="18772" y="7343"/>
                    <a:pt x="18599" y="5822"/>
                    <a:pt x="18513" y="5822"/>
                  </a:cubicBezTo>
                  <a:cubicBezTo>
                    <a:pt x="18427" y="5822"/>
                    <a:pt x="18427" y="7343"/>
                    <a:pt x="18427" y="8864"/>
                  </a:cubicBezTo>
                  <a:cubicBezTo>
                    <a:pt x="18427" y="10385"/>
                    <a:pt x="18427" y="11906"/>
                    <a:pt x="18340" y="13427"/>
                  </a:cubicBezTo>
                  <a:cubicBezTo>
                    <a:pt x="18254" y="14948"/>
                    <a:pt x="18081" y="16470"/>
                    <a:pt x="17822" y="16470"/>
                  </a:cubicBezTo>
                  <a:cubicBezTo>
                    <a:pt x="17563" y="16470"/>
                    <a:pt x="17217" y="14948"/>
                    <a:pt x="16871" y="13275"/>
                  </a:cubicBezTo>
                  <a:cubicBezTo>
                    <a:pt x="16526" y="11602"/>
                    <a:pt x="16180" y="9777"/>
                    <a:pt x="15921" y="8103"/>
                  </a:cubicBezTo>
                  <a:cubicBezTo>
                    <a:pt x="15662" y="6430"/>
                    <a:pt x="15489" y="4909"/>
                    <a:pt x="15403" y="4909"/>
                  </a:cubicBezTo>
                  <a:cubicBezTo>
                    <a:pt x="15316" y="4909"/>
                    <a:pt x="15316" y="6430"/>
                    <a:pt x="15403" y="7951"/>
                  </a:cubicBezTo>
                  <a:cubicBezTo>
                    <a:pt x="15489" y="9472"/>
                    <a:pt x="15662" y="10994"/>
                    <a:pt x="15662" y="12971"/>
                  </a:cubicBezTo>
                  <a:cubicBezTo>
                    <a:pt x="15662" y="14948"/>
                    <a:pt x="15489" y="17382"/>
                    <a:pt x="15057" y="17991"/>
                  </a:cubicBezTo>
                  <a:cubicBezTo>
                    <a:pt x="14625" y="18599"/>
                    <a:pt x="13934" y="17382"/>
                    <a:pt x="13156" y="14492"/>
                  </a:cubicBezTo>
                  <a:cubicBezTo>
                    <a:pt x="12379" y="11602"/>
                    <a:pt x="11515" y="7039"/>
                    <a:pt x="10910" y="3996"/>
                  </a:cubicBezTo>
                  <a:cubicBezTo>
                    <a:pt x="10305" y="954"/>
                    <a:pt x="9959" y="-567"/>
                    <a:pt x="9959" y="194"/>
                  </a:cubicBezTo>
                  <a:cubicBezTo>
                    <a:pt x="9959" y="954"/>
                    <a:pt x="10305" y="3996"/>
                    <a:pt x="10478" y="7191"/>
                  </a:cubicBezTo>
                  <a:cubicBezTo>
                    <a:pt x="10651" y="10385"/>
                    <a:pt x="10651" y="13732"/>
                    <a:pt x="10564" y="16165"/>
                  </a:cubicBezTo>
                  <a:cubicBezTo>
                    <a:pt x="10478" y="18599"/>
                    <a:pt x="10305" y="20120"/>
                    <a:pt x="9787" y="20577"/>
                  </a:cubicBezTo>
                  <a:cubicBezTo>
                    <a:pt x="9268" y="21033"/>
                    <a:pt x="8404" y="20425"/>
                    <a:pt x="7713" y="18599"/>
                  </a:cubicBezTo>
                  <a:cubicBezTo>
                    <a:pt x="7022" y="16774"/>
                    <a:pt x="6503" y="13732"/>
                    <a:pt x="5985" y="11450"/>
                  </a:cubicBezTo>
                  <a:cubicBezTo>
                    <a:pt x="5467" y="9168"/>
                    <a:pt x="4948" y="7647"/>
                    <a:pt x="4603" y="5974"/>
                  </a:cubicBezTo>
                  <a:cubicBezTo>
                    <a:pt x="4257" y="4301"/>
                    <a:pt x="4084" y="2475"/>
                    <a:pt x="3998" y="2475"/>
                  </a:cubicBezTo>
                  <a:cubicBezTo>
                    <a:pt x="3911" y="2475"/>
                    <a:pt x="3911" y="4301"/>
                    <a:pt x="3998" y="6887"/>
                  </a:cubicBezTo>
                  <a:cubicBezTo>
                    <a:pt x="4084" y="9472"/>
                    <a:pt x="4257" y="12819"/>
                    <a:pt x="4343" y="15253"/>
                  </a:cubicBezTo>
                  <a:cubicBezTo>
                    <a:pt x="4430" y="17687"/>
                    <a:pt x="4430" y="19208"/>
                    <a:pt x="3998" y="19360"/>
                  </a:cubicBezTo>
                  <a:cubicBezTo>
                    <a:pt x="3566" y="19512"/>
                    <a:pt x="2702" y="18295"/>
                    <a:pt x="2097" y="16317"/>
                  </a:cubicBezTo>
                  <a:cubicBezTo>
                    <a:pt x="1492" y="14340"/>
                    <a:pt x="1147" y="11602"/>
                    <a:pt x="801" y="9168"/>
                  </a:cubicBezTo>
                  <a:cubicBezTo>
                    <a:pt x="455" y="6734"/>
                    <a:pt x="110" y="4605"/>
                    <a:pt x="23" y="4301"/>
                  </a:cubicBezTo>
                  <a:cubicBezTo>
                    <a:pt x="-63" y="3996"/>
                    <a:pt x="110" y="5518"/>
                    <a:pt x="196" y="8560"/>
                  </a:cubicBezTo>
                  <a:cubicBezTo>
                    <a:pt x="283" y="11602"/>
                    <a:pt x="283" y="16165"/>
                    <a:pt x="283" y="20729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1" name="Línea"/>
            <p:cNvSpPr/>
            <p:nvPr/>
          </p:nvSpPr>
          <p:spPr>
            <a:xfrm>
              <a:off x="10683857" y="1370460"/>
              <a:ext cx="290678" cy="1008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307" fill="norm" stroke="1" extrusionOk="0">
                  <a:moveTo>
                    <a:pt x="0" y="4584"/>
                  </a:moveTo>
                  <a:cubicBezTo>
                    <a:pt x="4854" y="3888"/>
                    <a:pt x="9708" y="3191"/>
                    <a:pt x="12742" y="2842"/>
                  </a:cubicBezTo>
                  <a:cubicBezTo>
                    <a:pt x="15775" y="2494"/>
                    <a:pt x="16989" y="2494"/>
                    <a:pt x="18324" y="1797"/>
                  </a:cubicBezTo>
                  <a:cubicBezTo>
                    <a:pt x="19658" y="1101"/>
                    <a:pt x="21115" y="-293"/>
                    <a:pt x="21357" y="55"/>
                  </a:cubicBezTo>
                  <a:cubicBezTo>
                    <a:pt x="21600" y="404"/>
                    <a:pt x="20629" y="2494"/>
                    <a:pt x="18688" y="6326"/>
                  </a:cubicBezTo>
                  <a:cubicBezTo>
                    <a:pt x="16746" y="10159"/>
                    <a:pt x="13834" y="15733"/>
                    <a:pt x="10921" y="21307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2" name="Línea"/>
            <p:cNvSpPr/>
            <p:nvPr/>
          </p:nvSpPr>
          <p:spPr>
            <a:xfrm>
              <a:off x="10980631" y="1411939"/>
              <a:ext cx="9893" cy="286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3" name="Línea"/>
            <p:cNvSpPr/>
            <p:nvPr/>
          </p:nvSpPr>
          <p:spPr>
            <a:xfrm>
              <a:off x="10904788" y="1471294"/>
              <a:ext cx="64952" cy="18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fill="norm" stroke="1" extrusionOk="0">
                  <a:moveTo>
                    <a:pt x="15120" y="0"/>
                  </a:moveTo>
                  <a:cubicBezTo>
                    <a:pt x="17280" y="3789"/>
                    <a:pt x="19440" y="7579"/>
                    <a:pt x="20520" y="10421"/>
                  </a:cubicBezTo>
                  <a:cubicBezTo>
                    <a:pt x="21600" y="13263"/>
                    <a:pt x="21600" y="15158"/>
                    <a:pt x="19980" y="16863"/>
                  </a:cubicBezTo>
                  <a:cubicBezTo>
                    <a:pt x="18360" y="18568"/>
                    <a:pt x="15120" y="20084"/>
                    <a:pt x="12420" y="19705"/>
                  </a:cubicBezTo>
                  <a:cubicBezTo>
                    <a:pt x="9720" y="19326"/>
                    <a:pt x="7560" y="17053"/>
                    <a:pt x="5940" y="14779"/>
                  </a:cubicBezTo>
                  <a:cubicBezTo>
                    <a:pt x="4320" y="12505"/>
                    <a:pt x="3240" y="10232"/>
                    <a:pt x="2160" y="8147"/>
                  </a:cubicBezTo>
                  <a:cubicBezTo>
                    <a:pt x="1080" y="6063"/>
                    <a:pt x="0" y="4168"/>
                    <a:pt x="0" y="4358"/>
                  </a:cubicBezTo>
                  <a:cubicBezTo>
                    <a:pt x="0" y="4547"/>
                    <a:pt x="1080" y="6821"/>
                    <a:pt x="1620" y="10042"/>
                  </a:cubicBezTo>
                  <a:cubicBezTo>
                    <a:pt x="2160" y="13263"/>
                    <a:pt x="2160" y="17432"/>
                    <a:pt x="216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4" name="Línea"/>
            <p:cNvSpPr/>
            <p:nvPr/>
          </p:nvSpPr>
          <p:spPr>
            <a:xfrm>
              <a:off x="10525165" y="1418534"/>
              <a:ext cx="380137" cy="72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83" h="21600" fill="norm" stroke="1" extrusionOk="0">
                  <a:moveTo>
                    <a:pt x="19962" y="21600"/>
                  </a:moveTo>
                  <a:cubicBezTo>
                    <a:pt x="20701" y="18655"/>
                    <a:pt x="21439" y="15709"/>
                    <a:pt x="21254" y="14236"/>
                  </a:cubicBezTo>
                  <a:cubicBezTo>
                    <a:pt x="21070" y="12764"/>
                    <a:pt x="19962" y="12764"/>
                    <a:pt x="17101" y="12273"/>
                  </a:cubicBezTo>
                  <a:cubicBezTo>
                    <a:pt x="14239" y="11782"/>
                    <a:pt x="9624" y="10800"/>
                    <a:pt x="6854" y="10800"/>
                  </a:cubicBezTo>
                  <a:cubicBezTo>
                    <a:pt x="4085" y="10800"/>
                    <a:pt x="3162" y="11782"/>
                    <a:pt x="3162" y="11782"/>
                  </a:cubicBezTo>
                  <a:cubicBezTo>
                    <a:pt x="3162" y="11782"/>
                    <a:pt x="4085" y="10800"/>
                    <a:pt x="6024" y="9327"/>
                  </a:cubicBezTo>
                  <a:cubicBezTo>
                    <a:pt x="7962" y="7855"/>
                    <a:pt x="10916" y="5891"/>
                    <a:pt x="12854" y="3927"/>
                  </a:cubicBezTo>
                  <a:cubicBezTo>
                    <a:pt x="14793" y="1964"/>
                    <a:pt x="15716" y="0"/>
                    <a:pt x="15716" y="0"/>
                  </a:cubicBezTo>
                  <a:cubicBezTo>
                    <a:pt x="15716" y="0"/>
                    <a:pt x="14793" y="1964"/>
                    <a:pt x="12485" y="4909"/>
                  </a:cubicBezTo>
                  <a:cubicBezTo>
                    <a:pt x="10177" y="7855"/>
                    <a:pt x="6485" y="11782"/>
                    <a:pt x="3993" y="14236"/>
                  </a:cubicBezTo>
                  <a:cubicBezTo>
                    <a:pt x="1501" y="16691"/>
                    <a:pt x="208" y="17673"/>
                    <a:pt x="24" y="18164"/>
                  </a:cubicBezTo>
                  <a:cubicBezTo>
                    <a:pt x="-161" y="18655"/>
                    <a:pt x="762" y="18655"/>
                    <a:pt x="2701" y="17182"/>
                  </a:cubicBezTo>
                  <a:cubicBezTo>
                    <a:pt x="4639" y="15709"/>
                    <a:pt x="7593" y="12764"/>
                    <a:pt x="10547" y="9818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5" name="Línea"/>
            <p:cNvSpPr/>
            <p:nvPr/>
          </p:nvSpPr>
          <p:spPr>
            <a:xfrm>
              <a:off x="10406868" y="2866131"/>
              <a:ext cx="89033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7200" y="14400"/>
                    <a:pt x="14400" y="72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6" name="Línea"/>
            <p:cNvSpPr/>
            <p:nvPr/>
          </p:nvSpPr>
          <p:spPr>
            <a:xfrm>
              <a:off x="10466223" y="2866131"/>
              <a:ext cx="19786" cy="227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7" name="Línea"/>
            <p:cNvSpPr/>
            <p:nvPr/>
          </p:nvSpPr>
          <p:spPr>
            <a:xfrm>
              <a:off x="10347513" y="3113442"/>
              <a:ext cx="98926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8" name="Línea"/>
            <p:cNvSpPr/>
            <p:nvPr/>
          </p:nvSpPr>
          <p:spPr>
            <a:xfrm>
              <a:off x="10495901" y="2747421"/>
              <a:ext cx="138495" cy="1286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89" name="Línea"/>
            <p:cNvSpPr/>
            <p:nvPr/>
          </p:nvSpPr>
          <p:spPr>
            <a:xfrm>
              <a:off x="10555254" y="2717744"/>
              <a:ext cx="89034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0" name="Línea"/>
            <p:cNvSpPr/>
            <p:nvPr/>
          </p:nvSpPr>
          <p:spPr>
            <a:xfrm>
              <a:off x="10436545" y="2737529"/>
              <a:ext cx="128603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000"/>
                    <a:pt x="21600" y="8000"/>
                    <a:pt x="18000" y="11600"/>
                  </a:cubicBezTo>
                  <a:cubicBezTo>
                    <a:pt x="14400" y="15200"/>
                    <a:pt x="7200" y="18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1" name="Línea"/>
            <p:cNvSpPr/>
            <p:nvPr/>
          </p:nvSpPr>
          <p:spPr>
            <a:xfrm>
              <a:off x="10634395" y="2710502"/>
              <a:ext cx="44929" cy="2347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21" h="21359" fill="norm" stroke="1" extrusionOk="0">
                  <a:moveTo>
                    <a:pt x="0" y="1559"/>
                  </a:moveTo>
                  <a:cubicBezTo>
                    <a:pt x="6171" y="659"/>
                    <a:pt x="12343" y="-241"/>
                    <a:pt x="16200" y="59"/>
                  </a:cubicBezTo>
                  <a:cubicBezTo>
                    <a:pt x="20057" y="359"/>
                    <a:pt x="21600" y="1859"/>
                    <a:pt x="20829" y="5609"/>
                  </a:cubicBezTo>
                  <a:cubicBezTo>
                    <a:pt x="20057" y="9359"/>
                    <a:pt x="16971" y="15359"/>
                    <a:pt x="13886" y="21359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2" name="Línea"/>
            <p:cNvSpPr/>
            <p:nvPr/>
          </p:nvSpPr>
          <p:spPr>
            <a:xfrm>
              <a:off x="10476115" y="2955163"/>
              <a:ext cx="16817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3" name="Línea"/>
            <p:cNvSpPr/>
            <p:nvPr/>
          </p:nvSpPr>
          <p:spPr>
            <a:xfrm>
              <a:off x="10495901" y="2786991"/>
              <a:ext cx="124077" cy="2176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8" h="21600" fill="norm" stroke="1" extrusionOk="0">
                  <a:moveTo>
                    <a:pt x="18758" y="0"/>
                  </a:moveTo>
                  <a:cubicBezTo>
                    <a:pt x="19895" y="3273"/>
                    <a:pt x="21032" y="6545"/>
                    <a:pt x="21316" y="9000"/>
                  </a:cubicBezTo>
                  <a:cubicBezTo>
                    <a:pt x="21600" y="11455"/>
                    <a:pt x="21032" y="13091"/>
                    <a:pt x="19895" y="14891"/>
                  </a:cubicBezTo>
                  <a:cubicBezTo>
                    <a:pt x="18758" y="16691"/>
                    <a:pt x="17053" y="18655"/>
                    <a:pt x="15632" y="18818"/>
                  </a:cubicBezTo>
                  <a:cubicBezTo>
                    <a:pt x="14211" y="18982"/>
                    <a:pt x="13074" y="17345"/>
                    <a:pt x="12221" y="15709"/>
                  </a:cubicBezTo>
                  <a:cubicBezTo>
                    <a:pt x="11368" y="14073"/>
                    <a:pt x="10800" y="12436"/>
                    <a:pt x="10516" y="10800"/>
                  </a:cubicBezTo>
                  <a:cubicBezTo>
                    <a:pt x="10231" y="9164"/>
                    <a:pt x="10231" y="7527"/>
                    <a:pt x="10231" y="7527"/>
                  </a:cubicBezTo>
                  <a:cubicBezTo>
                    <a:pt x="10231" y="7527"/>
                    <a:pt x="10231" y="9164"/>
                    <a:pt x="10231" y="10964"/>
                  </a:cubicBezTo>
                  <a:cubicBezTo>
                    <a:pt x="10231" y="12764"/>
                    <a:pt x="10231" y="14727"/>
                    <a:pt x="9663" y="16527"/>
                  </a:cubicBezTo>
                  <a:cubicBezTo>
                    <a:pt x="9095" y="18327"/>
                    <a:pt x="7958" y="19964"/>
                    <a:pt x="6253" y="19800"/>
                  </a:cubicBezTo>
                  <a:cubicBezTo>
                    <a:pt x="4547" y="19636"/>
                    <a:pt x="2274" y="17673"/>
                    <a:pt x="1137" y="17673"/>
                  </a:cubicBezTo>
                  <a:cubicBezTo>
                    <a:pt x="0" y="17673"/>
                    <a:pt x="0" y="19636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4" name="Línea"/>
            <p:cNvSpPr/>
            <p:nvPr/>
          </p:nvSpPr>
          <p:spPr>
            <a:xfrm>
              <a:off x="10367298" y="2885916"/>
              <a:ext cx="59356" cy="187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0400" y="3789"/>
                    <a:pt x="19200" y="7579"/>
                    <a:pt x="17400" y="10989"/>
                  </a:cubicBezTo>
                  <a:cubicBezTo>
                    <a:pt x="15600" y="14400"/>
                    <a:pt x="13200" y="17432"/>
                    <a:pt x="10800" y="17811"/>
                  </a:cubicBezTo>
                  <a:cubicBezTo>
                    <a:pt x="8400" y="18189"/>
                    <a:pt x="6000" y="15916"/>
                    <a:pt x="4200" y="13832"/>
                  </a:cubicBezTo>
                  <a:cubicBezTo>
                    <a:pt x="2400" y="11747"/>
                    <a:pt x="1200" y="9853"/>
                    <a:pt x="600" y="7958"/>
                  </a:cubicBezTo>
                  <a:cubicBezTo>
                    <a:pt x="0" y="6063"/>
                    <a:pt x="0" y="4168"/>
                    <a:pt x="0" y="6442"/>
                  </a:cubicBezTo>
                  <a:cubicBezTo>
                    <a:pt x="0" y="8716"/>
                    <a:pt x="0" y="15158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5" name="Línea"/>
            <p:cNvSpPr/>
            <p:nvPr/>
          </p:nvSpPr>
          <p:spPr>
            <a:xfrm>
              <a:off x="10436545" y="3242044"/>
              <a:ext cx="1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21600"/>
                  </a:moveTo>
                  <a:cubicBezTo>
                    <a:pt x="-5400" y="14400"/>
                    <a:pt x="-5400" y="7200"/>
                    <a:pt x="162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6" name="Línea"/>
            <p:cNvSpPr/>
            <p:nvPr/>
          </p:nvSpPr>
          <p:spPr>
            <a:xfrm>
              <a:off x="10396976" y="3162905"/>
              <a:ext cx="19786" cy="395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7" name="Línea"/>
            <p:cNvSpPr/>
            <p:nvPr/>
          </p:nvSpPr>
          <p:spPr>
            <a:xfrm>
              <a:off x="10367219" y="3340969"/>
              <a:ext cx="247391" cy="48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3" h="21060" fill="norm" stroke="1" extrusionOk="0">
                  <a:moveTo>
                    <a:pt x="860" y="0"/>
                  </a:moveTo>
                  <a:cubicBezTo>
                    <a:pt x="291" y="7200"/>
                    <a:pt x="-277" y="14400"/>
                    <a:pt x="149" y="18000"/>
                  </a:cubicBezTo>
                  <a:cubicBezTo>
                    <a:pt x="576" y="21600"/>
                    <a:pt x="1997" y="21600"/>
                    <a:pt x="5691" y="20160"/>
                  </a:cubicBezTo>
                  <a:cubicBezTo>
                    <a:pt x="9386" y="18720"/>
                    <a:pt x="15355" y="15840"/>
                    <a:pt x="21323" y="1296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8" name="Línea"/>
            <p:cNvSpPr/>
            <p:nvPr/>
          </p:nvSpPr>
          <p:spPr>
            <a:xfrm>
              <a:off x="10436545" y="3073872"/>
              <a:ext cx="217636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899" name="Línea"/>
            <p:cNvSpPr/>
            <p:nvPr/>
          </p:nvSpPr>
          <p:spPr>
            <a:xfrm>
              <a:off x="10396976" y="3123335"/>
              <a:ext cx="256793" cy="256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261" fill="norm" stroke="1" extrusionOk="0">
                  <a:moveTo>
                    <a:pt x="20769" y="0"/>
                  </a:moveTo>
                  <a:cubicBezTo>
                    <a:pt x="21046" y="5468"/>
                    <a:pt x="21323" y="10937"/>
                    <a:pt x="21462" y="14765"/>
                  </a:cubicBezTo>
                  <a:cubicBezTo>
                    <a:pt x="21600" y="18592"/>
                    <a:pt x="21600" y="20780"/>
                    <a:pt x="21462" y="21190"/>
                  </a:cubicBezTo>
                  <a:cubicBezTo>
                    <a:pt x="21323" y="21600"/>
                    <a:pt x="21046" y="20233"/>
                    <a:pt x="20631" y="17362"/>
                  </a:cubicBezTo>
                  <a:cubicBezTo>
                    <a:pt x="20215" y="14491"/>
                    <a:pt x="19662" y="10116"/>
                    <a:pt x="19108" y="6972"/>
                  </a:cubicBezTo>
                  <a:cubicBezTo>
                    <a:pt x="18554" y="3828"/>
                    <a:pt x="18000" y="1914"/>
                    <a:pt x="17723" y="1640"/>
                  </a:cubicBezTo>
                  <a:cubicBezTo>
                    <a:pt x="17446" y="1367"/>
                    <a:pt x="17446" y="2734"/>
                    <a:pt x="17446" y="5468"/>
                  </a:cubicBezTo>
                  <a:cubicBezTo>
                    <a:pt x="17446" y="8203"/>
                    <a:pt x="17446" y="12304"/>
                    <a:pt x="17446" y="15038"/>
                  </a:cubicBezTo>
                  <a:cubicBezTo>
                    <a:pt x="17446" y="17772"/>
                    <a:pt x="17446" y="19139"/>
                    <a:pt x="17169" y="19139"/>
                  </a:cubicBezTo>
                  <a:cubicBezTo>
                    <a:pt x="16892" y="19139"/>
                    <a:pt x="16338" y="17772"/>
                    <a:pt x="15508" y="15038"/>
                  </a:cubicBezTo>
                  <a:cubicBezTo>
                    <a:pt x="14677" y="12304"/>
                    <a:pt x="13569" y="8203"/>
                    <a:pt x="12877" y="5332"/>
                  </a:cubicBezTo>
                  <a:cubicBezTo>
                    <a:pt x="12185" y="2461"/>
                    <a:pt x="11908" y="820"/>
                    <a:pt x="11908" y="1504"/>
                  </a:cubicBezTo>
                  <a:cubicBezTo>
                    <a:pt x="11908" y="2187"/>
                    <a:pt x="12185" y="5195"/>
                    <a:pt x="12323" y="8066"/>
                  </a:cubicBezTo>
                  <a:cubicBezTo>
                    <a:pt x="12462" y="10937"/>
                    <a:pt x="12462" y="13671"/>
                    <a:pt x="12323" y="15722"/>
                  </a:cubicBezTo>
                  <a:cubicBezTo>
                    <a:pt x="12185" y="17772"/>
                    <a:pt x="11908" y="19139"/>
                    <a:pt x="11354" y="19139"/>
                  </a:cubicBezTo>
                  <a:cubicBezTo>
                    <a:pt x="10800" y="19139"/>
                    <a:pt x="9969" y="17772"/>
                    <a:pt x="9277" y="15585"/>
                  </a:cubicBezTo>
                  <a:cubicBezTo>
                    <a:pt x="8585" y="13397"/>
                    <a:pt x="8031" y="10390"/>
                    <a:pt x="7477" y="7929"/>
                  </a:cubicBezTo>
                  <a:cubicBezTo>
                    <a:pt x="6923" y="5468"/>
                    <a:pt x="6369" y="3554"/>
                    <a:pt x="6092" y="3418"/>
                  </a:cubicBezTo>
                  <a:cubicBezTo>
                    <a:pt x="5815" y="3281"/>
                    <a:pt x="5815" y="4922"/>
                    <a:pt x="5815" y="7246"/>
                  </a:cubicBezTo>
                  <a:cubicBezTo>
                    <a:pt x="5815" y="9570"/>
                    <a:pt x="5815" y="12577"/>
                    <a:pt x="5677" y="15038"/>
                  </a:cubicBezTo>
                  <a:cubicBezTo>
                    <a:pt x="5538" y="17499"/>
                    <a:pt x="5262" y="19413"/>
                    <a:pt x="4708" y="19549"/>
                  </a:cubicBezTo>
                  <a:cubicBezTo>
                    <a:pt x="4154" y="19686"/>
                    <a:pt x="3323" y="18046"/>
                    <a:pt x="2769" y="15585"/>
                  </a:cubicBezTo>
                  <a:cubicBezTo>
                    <a:pt x="2215" y="13124"/>
                    <a:pt x="1938" y="9843"/>
                    <a:pt x="1662" y="7382"/>
                  </a:cubicBezTo>
                  <a:cubicBezTo>
                    <a:pt x="1385" y="4922"/>
                    <a:pt x="1108" y="3281"/>
                    <a:pt x="969" y="3281"/>
                  </a:cubicBezTo>
                  <a:cubicBezTo>
                    <a:pt x="831" y="3281"/>
                    <a:pt x="831" y="4922"/>
                    <a:pt x="692" y="7246"/>
                  </a:cubicBezTo>
                  <a:cubicBezTo>
                    <a:pt x="554" y="9570"/>
                    <a:pt x="277" y="12577"/>
                    <a:pt x="0" y="1558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0" name="Línea"/>
            <p:cNvSpPr/>
            <p:nvPr/>
          </p:nvSpPr>
          <p:spPr>
            <a:xfrm>
              <a:off x="10673965" y="3014518"/>
              <a:ext cx="148388" cy="89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6800" y="4800"/>
                    <a:pt x="12000" y="9600"/>
                    <a:pt x="8400" y="13200"/>
                  </a:cubicBezTo>
                  <a:cubicBezTo>
                    <a:pt x="4800" y="16800"/>
                    <a:pt x="2400" y="192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1" name="Línea"/>
            <p:cNvSpPr/>
            <p:nvPr/>
          </p:nvSpPr>
          <p:spPr>
            <a:xfrm>
              <a:off x="10654179" y="2945270"/>
              <a:ext cx="187958" cy="39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2" name="Línea"/>
            <p:cNvSpPr/>
            <p:nvPr/>
          </p:nvSpPr>
          <p:spPr>
            <a:xfrm>
              <a:off x="10601420" y="2974948"/>
              <a:ext cx="122007" cy="76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877" fill="norm" stroke="1" extrusionOk="0">
                  <a:moveTo>
                    <a:pt x="14595" y="0"/>
                  </a:moveTo>
                  <a:cubicBezTo>
                    <a:pt x="11676" y="2700"/>
                    <a:pt x="8757" y="5400"/>
                    <a:pt x="5838" y="7650"/>
                  </a:cubicBezTo>
                  <a:cubicBezTo>
                    <a:pt x="2919" y="9900"/>
                    <a:pt x="0" y="11700"/>
                    <a:pt x="0" y="13050"/>
                  </a:cubicBezTo>
                  <a:cubicBezTo>
                    <a:pt x="0" y="14400"/>
                    <a:pt x="2919" y="15300"/>
                    <a:pt x="5838" y="15300"/>
                  </a:cubicBezTo>
                  <a:cubicBezTo>
                    <a:pt x="8757" y="15300"/>
                    <a:pt x="11676" y="14400"/>
                    <a:pt x="14886" y="13050"/>
                  </a:cubicBezTo>
                  <a:cubicBezTo>
                    <a:pt x="18097" y="11700"/>
                    <a:pt x="21600" y="9900"/>
                    <a:pt x="21600" y="10350"/>
                  </a:cubicBezTo>
                  <a:cubicBezTo>
                    <a:pt x="21600" y="10800"/>
                    <a:pt x="18097" y="13500"/>
                    <a:pt x="14886" y="16200"/>
                  </a:cubicBezTo>
                  <a:cubicBezTo>
                    <a:pt x="11676" y="18900"/>
                    <a:pt x="8757" y="21600"/>
                    <a:pt x="9632" y="20700"/>
                  </a:cubicBezTo>
                  <a:cubicBezTo>
                    <a:pt x="10508" y="19800"/>
                    <a:pt x="15178" y="15300"/>
                    <a:pt x="19849" y="108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3" name="Línea"/>
            <p:cNvSpPr/>
            <p:nvPr/>
          </p:nvSpPr>
          <p:spPr>
            <a:xfrm>
              <a:off x="10842137" y="3004625"/>
              <a:ext cx="19785" cy="2077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4" name="Línea"/>
            <p:cNvSpPr/>
            <p:nvPr/>
          </p:nvSpPr>
          <p:spPr>
            <a:xfrm>
              <a:off x="10664072" y="3232152"/>
              <a:ext cx="16817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5" name="Línea"/>
            <p:cNvSpPr/>
            <p:nvPr/>
          </p:nvSpPr>
          <p:spPr>
            <a:xfrm>
              <a:off x="10709364" y="3106847"/>
              <a:ext cx="109691" cy="2044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3" h="21600" fill="norm" stroke="1" extrusionOk="0">
                  <a:moveTo>
                    <a:pt x="19862" y="697"/>
                  </a:moveTo>
                  <a:cubicBezTo>
                    <a:pt x="20498" y="2439"/>
                    <a:pt x="21133" y="4181"/>
                    <a:pt x="21133" y="5923"/>
                  </a:cubicBezTo>
                  <a:cubicBezTo>
                    <a:pt x="21133" y="7665"/>
                    <a:pt x="20498" y="9406"/>
                    <a:pt x="19545" y="9232"/>
                  </a:cubicBezTo>
                  <a:cubicBezTo>
                    <a:pt x="18592" y="9058"/>
                    <a:pt x="17321" y="6968"/>
                    <a:pt x="16368" y="4703"/>
                  </a:cubicBezTo>
                  <a:cubicBezTo>
                    <a:pt x="15415" y="2439"/>
                    <a:pt x="14780" y="0"/>
                    <a:pt x="14780" y="0"/>
                  </a:cubicBezTo>
                  <a:cubicBezTo>
                    <a:pt x="14780" y="0"/>
                    <a:pt x="15415" y="2439"/>
                    <a:pt x="15733" y="4529"/>
                  </a:cubicBezTo>
                  <a:cubicBezTo>
                    <a:pt x="16051" y="6619"/>
                    <a:pt x="16051" y="8361"/>
                    <a:pt x="16051" y="10103"/>
                  </a:cubicBezTo>
                  <a:cubicBezTo>
                    <a:pt x="16051" y="11845"/>
                    <a:pt x="16051" y="13587"/>
                    <a:pt x="14780" y="13761"/>
                  </a:cubicBezTo>
                  <a:cubicBezTo>
                    <a:pt x="13510" y="13935"/>
                    <a:pt x="10968" y="12542"/>
                    <a:pt x="9380" y="10974"/>
                  </a:cubicBezTo>
                  <a:cubicBezTo>
                    <a:pt x="7792" y="9406"/>
                    <a:pt x="7157" y="7665"/>
                    <a:pt x="6839" y="7665"/>
                  </a:cubicBezTo>
                  <a:cubicBezTo>
                    <a:pt x="6521" y="7665"/>
                    <a:pt x="6521" y="9406"/>
                    <a:pt x="5251" y="9232"/>
                  </a:cubicBezTo>
                  <a:cubicBezTo>
                    <a:pt x="3980" y="9058"/>
                    <a:pt x="1439" y="6968"/>
                    <a:pt x="486" y="7142"/>
                  </a:cubicBezTo>
                  <a:cubicBezTo>
                    <a:pt x="-467" y="7316"/>
                    <a:pt x="168" y="9755"/>
                    <a:pt x="804" y="12542"/>
                  </a:cubicBezTo>
                  <a:cubicBezTo>
                    <a:pt x="1439" y="15329"/>
                    <a:pt x="2074" y="18465"/>
                    <a:pt x="271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6" name="Línea"/>
            <p:cNvSpPr/>
            <p:nvPr/>
          </p:nvSpPr>
          <p:spPr>
            <a:xfrm>
              <a:off x="10515685" y="1441616"/>
              <a:ext cx="1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00" h="21600" fill="norm" stroke="1" extrusionOk="0">
                  <a:moveTo>
                    <a:pt x="16200" y="0"/>
                  </a:moveTo>
                  <a:cubicBezTo>
                    <a:pt x="-5400" y="7200"/>
                    <a:pt x="-5400" y="14400"/>
                    <a:pt x="162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7" name="Línea"/>
            <p:cNvSpPr/>
            <p:nvPr/>
          </p:nvSpPr>
          <p:spPr>
            <a:xfrm>
              <a:off x="10515685" y="1372369"/>
              <a:ext cx="989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8" name="Línea"/>
            <p:cNvSpPr/>
            <p:nvPr/>
          </p:nvSpPr>
          <p:spPr>
            <a:xfrm>
              <a:off x="10406868" y="1332799"/>
              <a:ext cx="98926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09" name="Línea"/>
            <p:cNvSpPr/>
            <p:nvPr/>
          </p:nvSpPr>
          <p:spPr>
            <a:xfrm>
              <a:off x="10436545" y="1332799"/>
              <a:ext cx="48465" cy="1507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4" h="21005" fill="norm" stroke="1" extrusionOk="0">
                  <a:moveTo>
                    <a:pt x="0" y="0"/>
                  </a:moveTo>
                  <a:cubicBezTo>
                    <a:pt x="4320" y="1838"/>
                    <a:pt x="8640" y="3677"/>
                    <a:pt x="10800" y="5745"/>
                  </a:cubicBezTo>
                  <a:cubicBezTo>
                    <a:pt x="12960" y="7813"/>
                    <a:pt x="12960" y="10111"/>
                    <a:pt x="12240" y="12868"/>
                  </a:cubicBezTo>
                  <a:cubicBezTo>
                    <a:pt x="11520" y="15626"/>
                    <a:pt x="10080" y="18843"/>
                    <a:pt x="8640" y="19302"/>
                  </a:cubicBezTo>
                  <a:cubicBezTo>
                    <a:pt x="7200" y="19762"/>
                    <a:pt x="5760" y="17464"/>
                    <a:pt x="5040" y="15166"/>
                  </a:cubicBezTo>
                  <a:cubicBezTo>
                    <a:pt x="4320" y="12868"/>
                    <a:pt x="4320" y="10570"/>
                    <a:pt x="5040" y="8272"/>
                  </a:cubicBezTo>
                  <a:cubicBezTo>
                    <a:pt x="5760" y="5974"/>
                    <a:pt x="7200" y="3677"/>
                    <a:pt x="10080" y="3677"/>
                  </a:cubicBezTo>
                  <a:cubicBezTo>
                    <a:pt x="12960" y="3677"/>
                    <a:pt x="17280" y="5974"/>
                    <a:pt x="19440" y="8272"/>
                  </a:cubicBezTo>
                  <a:cubicBezTo>
                    <a:pt x="21600" y="10570"/>
                    <a:pt x="21600" y="12868"/>
                    <a:pt x="20160" y="15626"/>
                  </a:cubicBezTo>
                  <a:cubicBezTo>
                    <a:pt x="18720" y="18383"/>
                    <a:pt x="15840" y="21600"/>
                    <a:pt x="12960" y="20911"/>
                  </a:cubicBezTo>
                  <a:cubicBezTo>
                    <a:pt x="10080" y="20221"/>
                    <a:pt x="7200" y="15626"/>
                    <a:pt x="5760" y="11489"/>
                  </a:cubicBezTo>
                  <a:cubicBezTo>
                    <a:pt x="4320" y="7353"/>
                    <a:pt x="4320" y="3677"/>
                    <a:pt x="432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0" name="Línea"/>
            <p:cNvSpPr/>
            <p:nvPr/>
          </p:nvSpPr>
          <p:spPr>
            <a:xfrm>
              <a:off x="10535470" y="1154735"/>
              <a:ext cx="187958" cy="158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3032" y="18900"/>
                    <a:pt x="6063" y="16200"/>
                    <a:pt x="9663" y="12600"/>
                  </a:cubicBezTo>
                  <a:cubicBezTo>
                    <a:pt x="13263" y="9000"/>
                    <a:pt x="17432" y="4500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1" name="Línea"/>
            <p:cNvSpPr/>
            <p:nvPr/>
          </p:nvSpPr>
          <p:spPr>
            <a:xfrm>
              <a:off x="10577683" y="1184412"/>
              <a:ext cx="86390" cy="2465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9" h="21251" fill="norm" stroke="1" extrusionOk="0">
                  <a:moveTo>
                    <a:pt x="20959" y="0"/>
                  </a:moveTo>
                  <a:cubicBezTo>
                    <a:pt x="20159" y="3126"/>
                    <a:pt x="19359" y="6253"/>
                    <a:pt x="18559" y="8526"/>
                  </a:cubicBezTo>
                  <a:cubicBezTo>
                    <a:pt x="17759" y="10800"/>
                    <a:pt x="16959" y="12221"/>
                    <a:pt x="15359" y="13926"/>
                  </a:cubicBezTo>
                  <a:cubicBezTo>
                    <a:pt x="13759" y="15632"/>
                    <a:pt x="11359" y="17621"/>
                    <a:pt x="10159" y="17905"/>
                  </a:cubicBezTo>
                  <a:cubicBezTo>
                    <a:pt x="8959" y="18189"/>
                    <a:pt x="8959" y="16768"/>
                    <a:pt x="9359" y="15347"/>
                  </a:cubicBezTo>
                  <a:cubicBezTo>
                    <a:pt x="9759" y="13926"/>
                    <a:pt x="10559" y="12505"/>
                    <a:pt x="11359" y="11084"/>
                  </a:cubicBezTo>
                  <a:cubicBezTo>
                    <a:pt x="12159" y="9663"/>
                    <a:pt x="12959" y="8242"/>
                    <a:pt x="14159" y="8384"/>
                  </a:cubicBezTo>
                  <a:cubicBezTo>
                    <a:pt x="15359" y="8526"/>
                    <a:pt x="16959" y="10232"/>
                    <a:pt x="17759" y="11795"/>
                  </a:cubicBezTo>
                  <a:cubicBezTo>
                    <a:pt x="18559" y="13358"/>
                    <a:pt x="18559" y="14779"/>
                    <a:pt x="18559" y="16200"/>
                  </a:cubicBezTo>
                  <a:cubicBezTo>
                    <a:pt x="18559" y="17621"/>
                    <a:pt x="18559" y="19042"/>
                    <a:pt x="17359" y="19184"/>
                  </a:cubicBezTo>
                  <a:cubicBezTo>
                    <a:pt x="16159" y="19326"/>
                    <a:pt x="13759" y="18189"/>
                    <a:pt x="12559" y="16484"/>
                  </a:cubicBezTo>
                  <a:cubicBezTo>
                    <a:pt x="11359" y="14779"/>
                    <a:pt x="11359" y="12505"/>
                    <a:pt x="10959" y="12079"/>
                  </a:cubicBezTo>
                  <a:cubicBezTo>
                    <a:pt x="10559" y="11653"/>
                    <a:pt x="9759" y="13074"/>
                    <a:pt x="8959" y="14495"/>
                  </a:cubicBezTo>
                  <a:cubicBezTo>
                    <a:pt x="8159" y="15916"/>
                    <a:pt x="7359" y="17337"/>
                    <a:pt x="6559" y="18758"/>
                  </a:cubicBezTo>
                  <a:cubicBezTo>
                    <a:pt x="5759" y="20179"/>
                    <a:pt x="4959" y="21600"/>
                    <a:pt x="3359" y="21174"/>
                  </a:cubicBezTo>
                  <a:cubicBezTo>
                    <a:pt x="1759" y="20747"/>
                    <a:pt x="-641" y="18474"/>
                    <a:pt x="159" y="17905"/>
                  </a:cubicBezTo>
                  <a:cubicBezTo>
                    <a:pt x="959" y="17337"/>
                    <a:pt x="4959" y="18474"/>
                    <a:pt x="8959" y="19611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2" name="Línea"/>
            <p:cNvSpPr/>
            <p:nvPr/>
          </p:nvSpPr>
          <p:spPr>
            <a:xfrm>
              <a:off x="10723427" y="1204197"/>
              <a:ext cx="19786" cy="2572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3" name="Línea"/>
            <p:cNvSpPr/>
            <p:nvPr/>
          </p:nvSpPr>
          <p:spPr>
            <a:xfrm>
              <a:off x="10693749" y="1263552"/>
              <a:ext cx="16489" cy="100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67" fill="norm" stroke="1" extrusionOk="0">
                  <a:moveTo>
                    <a:pt x="12960" y="0"/>
                  </a:moveTo>
                  <a:cubicBezTo>
                    <a:pt x="17280" y="3484"/>
                    <a:pt x="21600" y="6968"/>
                    <a:pt x="21600" y="11497"/>
                  </a:cubicBezTo>
                  <a:cubicBezTo>
                    <a:pt x="21600" y="16026"/>
                    <a:pt x="17280" y="21600"/>
                    <a:pt x="12960" y="21252"/>
                  </a:cubicBezTo>
                  <a:cubicBezTo>
                    <a:pt x="8640" y="20903"/>
                    <a:pt x="4320" y="14632"/>
                    <a:pt x="0" y="8361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4" name="Línea"/>
            <p:cNvSpPr/>
            <p:nvPr/>
          </p:nvSpPr>
          <p:spPr>
            <a:xfrm>
              <a:off x="10575040" y="1204197"/>
              <a:ext cx="158280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5" name="Línea"/>
            <p:cNvSpPr/>
            <p:nvPr/>
          </p:nvSpPr>
          <p:spPr>
            <a:xfrm>
              <a:off x="10466223" y="1174520"/>
              <a:ext cx="138495" cy="79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6" name="Línea"/>
            <p:cNvSpPr/>
            <p:nvPr/>
          </p:nvSpPr>
          <p:spPr>
            <a:xfrm>
              <a:off x="10477589" y="1134950"/>
              <a:ext cx="191203" cy="148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74" h="21600" fill="norm" stroke="1" extrusionOk="0">
                  <a:moveTo>
                    <a:pt x="14959" y="0"/>
                  </a:moveTo>
                  <a:cubicBezTo>
                    <a:pt x="10639" y="4800"/>
                    <a:pt x="6319" y="9600"/>
                    <a:pt x="3619" y="12960"/>
                  </a:cubicBezTo>
                  <a:cubicBezTo>
                    <a:pt x="919" y="16320"/>
                    <a:pt x="-161" y="18240"/>
                    <a:pt x="19" y="18480"/>
                  </a:cubicBezTo>
                  <a:cubicBezTo>
                    <a:pt x="199" y="18720"/>
                    <a:pt x="1639" y="17280"/>
                    <a:pt x="4159" y="15360"/>
                  </a:cubicBezTo>
                  <a:cubicBezTo>
                    <a:pt x="6679" y="13440"/>
                    <a:pt x="10279" y="11040"/>
                    <a:pt x="13519" y="9120"/>
                  </a:cubicBezTo>
                  <a:cubicBezTo>
                    <a:pt x="16759" y="7200"/>
                    <a:pt x="19639" y="5760"/>
                    <a:pt x="20539" y="7920"/>
                  </a:cubicBezTo>
                  <a:cubicBezTo>
                    <a:pt x="21439" y="10080"/>
                    <a:pt x="20359" y="15840"/>
                    <a:pt x="19279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7" name="Línea"/>
            <p:cNvSpPr/>
            <p:nvPr/>
          </p:nvSpPr>
          <p:spPr>
            <a:xfrm>
              <a:off x="10555254" y="1016241"/>
              <a:ext cx="72774" cy="234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6" h="21332" fill="norm" stroke="1" extrusionOk="0">
                  <a:moveTo>
                    <a:pt x="19722" y="0"/>
                  </a:moveTo>
                  <a:cubicBezTo>
                    <a:pt x="20661" y="1500"/>
                    <a:pt x="21600" y="3000"/>
                    <a:pt x="19252" y="6000"/>
                  </a:cubicBezTo>
                  <a:cubicBezTo>
                    <a:pt x="16904" y="9000"/>
                    <a:pt x="11270" y="13500"/>
                    <a:pt x="7513" y="16650"/>
                  </a:cubicBezTo>
                  <a:cubicBezTo>
                    <a:pt x="3757" y="19800"/>
                    <a:pt x="1878" y="21600"/>
                    <a:pt x="939" y="21300"/>
                  </a:cubicBezTo>
                  <a:cubicBezTo>
                    <a:pt x="0" y="21000"/>
                    <a:pt x="0" y="18600"/>
                    <a:pt x="0" y="17400"/>
                  </a:cubicBezTo>
                  <a:cubicBezTo>
                    <a:pt x="0" y="16200"/>
                    <a:pt x="0" y="16200"/>
                    <a:pt x="0" y="162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8" name="Línea"/>
            <p:cNvSpPr/>
            <p:nvPr/>
          </p:nvSpPr>
          <p:spPr>
            <a:xfrm>
              <a:off x="10459628" y="1039703"/>
              <a:ext cx="168172" cy="1893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024" fill="norm" stroke="1" extrusionOk="0">
                  <a:moveTo>
                    <a:pt x="3388" y="6182"/>
                  </a:moveTo>
                  <a:cubicBezTo>
                    <a:pt x="3812" y="9843"/>
                    <a:pt x="4235" y="13504"/>
                    <a:pt x="4447" y="16250"/>
                  </a:cubicBezTo>
                  <a:cubicBezTo>
                    <a:pt x="4659" y="18995"/>
                    <a:pt x="4659" y="20826"/>
                    <a:pt x="4024" y="21009"/>
                  </a:cubicBezTo>
                  <a:cubicBezTo>
                    <a:pt x="3388" y="21192"/>
                    <a:pt x="2118" y="19728"/>
                    <a:pt x="1271" y="17531"/>
                  </a:cubicBezTo>
                  <a:cubicBezTo>
                    <a:pt x="424" y="15334"/>
                    <a:pt x="0" y="12406"/>
                    <a:pt x="0" y="11856"/>
                  </a:cubicBezTo>
                  <a:cubicBezTo>
                    <a:pt x="0" y="11307"/>
                    <a:pt x="424" y="13138"/>
                    <a:pt x="1694" y="13687"/>
                  </a:cubicBezTo>
                  <a:cubicBezTo>
                    <a:pt x="2965" y="14236"/>
                    <a:pt x="5082" y="13504"/>
                    <a:pt x="7835" y="11856"/>
                  </a:cubicBezTo>
                  <a:cubicBezTo>
                    <a:pt x="10588" y="10209"/>
                    <a:pt x="13976" y="7646"/>
                    <a:pt x="16729" y="5267"/>
                  </a:cubicBezTo>
                  <a:cubicBezTo>
                    <a:pt x="19482" y="2887"/>
                    <a:pt x="21600" y="690"/>
                    <a:pt x="21600" y="141"/>
                  </a:cubicBezTo>
                  <a:cubicBezTo>
                    <a:pt x="21600" y="-408"/>
                    <a:pt x="19482" y="690"/>
                    <a:pt x="15882" y="2704"/>
                  </a:cubicBezTo>
                  <a:cubicBezTo>
                    <a:pt x="12282" y="4717"/>
                    <a:pt x="7200" y="7646"/>
                    <a:pt x="2118" y="10575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19" name="Línea"/>
            <p:cNvSpPr/>
            <p:nvPr/>
          </p:nvSpPr>
          <p:spPr>
            <a:xfrm>
              <a:off x="10604717" y="937101"/>
              <a:ext cx="9894" cy="19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0" name="Línea"/>
            <p:cNvSpPr/>
            <p:nvPr/>
          </p:nvSpPr>
          <p:spPr>
            <a:xfrm>
              <a:off x="10456330" y="996456"/>
              <a:ext cx="227527" cy="108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1" name="Línea"/>
            <p:cNvSpPr/>
            <p:nvPr/>
          </p:nvSpPr>
          <p:spPr>
            <a:xfrm>
              <a:off x="10268374" y="2064841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2" name="Línea"/>
            <p:cNvSpPr/>
            <p:nvPr/>
          </p:nvSpPr>
          <p:spPr>
            <a:xfrm>
              <a:off x="10268374" y="2064841"/>
              <a:ext cx="29678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3" name="Línea"/>
            <p:cNvSpPr/>
            <p:nvPr/>
          </p:nvSpPr>
          <p:spPr>
            <a:xfrm>
              <a:off x="10149664" y="2054949"/>
              <a:ext cx="9894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4" name="Línea"/>
            <p:cNvSpPr/>
            <p:nvPr/>
          </p:nvSpPr>
          <p:spPr>
            <a:xfrm>
              <a:off x="10070524" y="2074734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5" name="Línea"/>
            <p:cNvSpPr/>
            <p:nvPr/>
          </p:nvSpPr>
          <p:spPr>
            <a:xfrm>
              <a:off x="9971600" y="2064841"/>
              <a:ext cx="39571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6" name="Línea"/>
            <p:cNvSpPr/>
            <p:nvPr/>
          </p:nvSpPr>
          <p:spPr>
            <a:xfrm>
              <a:off x="9902353" y="2074734"/>
              <a:ext cx="9893" cy="1"/>
            </a:xfrm>
            <a:prstGeom prst="ellipse">
              <a:avLst/>
            </a:pr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7" name="Línea"/>
            <p:cNvSpPr/>
            <p:nvPr/>
          </p:nvSpPr>
          <p:spPr>
            <a:xfrm>
              <a:off x="10357406" y="1817530"/>
              <a:ext cx="3957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8" name="Línea"/>
            <p:cNvSpPr/>
            <p:nvPr/>
          </p:nvSpPr>
          <p:spPr>
            <a:xfrm>
              <a:off x="10189234" y="1837315"/>
              <a:ext cx="49464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21600" y="0"/>
                  </a:moveTo>
                  <a:cubicBezTo>
                    <a:pt x="14400" y="21600"/>
                    <a:pt x="7200" y="216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29" name="Línea"/>
            <p:cNvSpPr/>
            <p:nvPr/>
          </p:nvSpPr>
          <p:spPr>
            <a:xfrm>
              <a:off x="10070524" y="1847207"/>
              <a:ext cx="59356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0" name="Línea"/>
            <p:cNvSpPr/>
            <p:nvPr/>
          </p:nvSpPr>
          <p:spPr>
            <a:xfrm>
              <a:off x="9932030" y="1866992"/>
              <a:ext cx="59356" cy="2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4400" y="7200"/>
                    <a:pt x="7200" y="144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1" name="Línea"/>
            <p:cNvSpPr/>
            <p:nvPr/>
          </p:nvSpPr>
          <p:spPr>
            <a:xfrm>
              <a:off x="7729308" y="404463"/>
              <a:ext cx="123307" cy="2253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585" fill="norm" stroke="1" extrusionOk="0">
                  <a:moveTo>
                    <a:pt x="11368" y="459"/>
                  </a:moveTo>
                  <a:cubicBezTo>
                    <a:pt x="14779" y="238"/>
                    <a:pt x="18189" y="17"/>
                    <a:pt x="19895" y="1"/>
                  </a:cubicBezTo>
                  <a:cubicBezTo>
                    <a:pt x="21600" y="-15"/>
                    <a:pt x="21600" y="174"/>
                    <a:pt x="20463" y="774"/>
                  </a:cubicBezTo>
                  <a:cubicBezTo>
                    <a:pt x="19326" y="1374"/>
                    <a:pt x="17053" y="2385"/>
                    <a:pt x="15347" y="3364"/>
                  </a:cubicBezTo>
                  <a:cubicBezTo>
                    <a:pt x="13642" y="4343"/>
                    <a:pt x="12505" y="5290"/>
                    <a:pt x="11084" y="6269"/>
                  </a:cubicBezTo>
                  <a:cubicBezTo>
                    <a:pt x="9663" y="7248"/>
                    <a:pt x="7958" y="8259"/>
                    <a:pt x="6537" y="9143"/>
                  </a:cubicBezTo>
                  <a:cubicBezTo>
                    <a:pt x="5116" y="10027"/>
                    <a:pt x="3979" y="10785"/>
                    <a:pt x="3126" y="11606"/>
                  </a:cubicBezTo>
                  <a:cubicBezTo>
                    <a:pt x="2274" y="12427"/>
                    <a:pt x="1705" y="13311"/>
                    <a:pt x="1137" y="14227"/>
                  </a:cubicBezTo>
                  <a:cubicBezTo>
                    <a:pt x="568" y="15143"/>
                    <a:pt x="0" y="16090"/>
                    <a:pt x="0" y="16990"/>
                  </a:cubicBezTo>
                  <a:cubicBezTo>
                    <a:pt x="0" y="17890"/>
                    <a:pt x="568" y="18743"/>
                    <a:pt x="853" y="19501"/>
                  </a:cubicBezTo>
                  <a:cubicBezTo>
                    <a:pt x="1137" y="20259"/>
                    <a:pt x="1137" y="20922"/>
                    <a:pt x="1137" y="21585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2" name="Línea"/>
            <p:cNvSpPr/>
            <p:nvPr/>
          </p:nvSpPr>
          <p:spPr>
            <a:xfrm>
              <a:off x="6192679" y="363338"/>
              <a:ext cx="1582796" cy="1177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510" y="303"/>
                    <a:pt x="21420" y="605"/>
                    <a:pt x="21082" y="1029"/>
                  </a:cubicBezTo>
                  <a:cubicBezTo>
                    <a:pt x="20745" y="1452"/>
                    <a:pt x="20160" y="1997"/>
                    <a:pt x="19417" y="2813"/>
                  </a:cubicBezTo>
                  <a:cubicBezTo>
                    <a:pt x="18675" y="3630"/>
                    <a:pt x="17775" y="4719"/>
                    <a:pt x="16808" y="5808"/>
                  </a:cubicBezTo>
                  <a:cubicBezTo>
                    <a:pt x="15840" y="6897"/>
                    <a:pt x="14805" y="7987"/>
                    <a:pt x="13860" y="8985"/>
                  </a:cubicBezTo>
                  <a:cubicBezTo>
                    <a:pt x="12915" y="9983"/>
                    <a:pt x="12060" y="10891"/>
                    <a:pt x="11182" y="11708"/>
                  </a:cubicBezTo>
                  <a:cubicBezTo>
                    <a:pt x="10305" y="12524"/>
                    <a:pt x="9405" y="13250"/>
                    <a:pt x="8550" y="13946"/>
                  </a:cubicBezTo>
                  <a:cubicBezTo>
                    <a:pt x="7695" y="14642"/>
                    <a:pt x="6885" y="15308"/>
                    <a:pt x="6008" y="16034"/>
                  </a:cubicBezTo>
                  <a:cubicBezTo>
                    <a:pt x="5130" y="16760"/>
                    <a:pt x="4185" y="17546"/>
                    <a:pt x="3173" y="18484"/>
                  </a:cubicBezTo>
                  <a:cubicBezTo>
                    <a:pt x="2160" y="19422"/>
                    <a:pt x="1080" y="20511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3" name="Línea"/>
            <p:cNvSpPr/>
            <p:nvPr/>
          </p:nvSpPr>
          <p:spPr>
            <a:xfrm>
              <a:off x="6301497" y="1431724"/>
              <a:ext cx="128603" cy="23049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464"/>
                    <a:pt x="21600" y="927"/>
                    <a:pt x="21323" y="1468"/>
                  </a:cubicBezTo>
                  <a:cubicBezTo>
                    <a:pt x="21046" y="2009"/>
                    <a:pt x="20492" y="2627"/>
                    <a:pt x="19662" y="3276"/>
                  </a:cubicBezTo>
                  <a:cubicBezTo>
                    <a:pt x="18831" y="3924"/>
                    <a:pt x="17723" y="4604"/>
                    <a:pt x="17169" y="5423"/>
                  </a:cubicBezTo>
                  <a:cubicBezTo>
                    <a:pt x="16615" y="6242"/>
                    <a:pt x="16615" y="7200"/>
                    <a:pt x="16338" y="7988"/>
                  </a:cubicBezTo>
                  <a:cubicBezTo>
                    <a:pt x="16062" y="8776"/>
                    <a:pt x="15508" y="9394"/>
                    <a:pt x="14677" y="10012"/>
                  </a:cubicBezTo>
                  <a:cubicBezTo>
                    <a:pt x="13846" y="10630"/>
                    <a:pt x="12738" y="11248"/>
                    <a:pt x="11631" y="11866"/>
                  </a:cubicBezTo>
                  <a:cubicBezTo>
                    <a:pt x="10523" y="12484"/>
                    <a:pt x="9415" y="13102"/>
                    <a:pt x="8585" y="13751"/>
                  </a:cubicBezTo>
                  <a:cubicBezTo>
                    <a:pt x="7754" y="14400"/>
                    <a:pt x="7200" y="15080"/>
                    <a:pt x="6646" y="15729"/>
                  </a:cubicBezTo>
                  <a:cubicBezTo>
                    <a:pt x="6092" y="16378"/>
                    <a:pt x="5538" y="16996"/>
                    <a:pt x="4708" y="17660"/>
                  </a:cubicBezTo>
                  <a:cubicBezTo>
                    <a:pt x="3877" y="18324"/>
                    <a:pt x="2769" y="19035"/>
                    <a:pt x="1938" y="19700"/>
                  </a:cubicBezTo>
                  <a:cubicBezTo>
                    <a:pt x="1108" y="20364"/>
                    <a:pt x="554" y="20982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4" name="Línea"/>
            <p:cNvSpPr/>
            <p:nvPr/>
          </p:nvSpPr>
          <p:spPr>
            <a:xfrm>
              <a:off x="6568593" y="1233875"/>
              <a:ext cx="89033" cy="2324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827"/>
                    <a:pt x="21600" y="1654"/>
                    <a:pt x="21600" y="2727"/>
                  </a:cubicBezTo>
                  <a:cubicBezTo>
                    <a:pt x="21600" y="3799"/>
                    <a:pt x="21600" y="5117"/>
                    <a:pt x="20800" y="6158"/>
                  </a:cubicBezTo>
                  <a:cubicBezTo>
                    <a:pt x="20000" y="7200"/>
                    <a:pt x="18400" y="7966"/>
                    <a:pt x="17200" y="8793"/>
                  </a:cubicBezTo>
                  <a:cubicBezTo>
                    <a:pt x="16000" y="9620"/>
                    <a:pt x="15200" y="10509"/>
                    <a:pt x="14400" y="11275"/>
                  </a:cubicBezTo>
                  <a:cubicBezTo>
                    <a:pt x="13600" y="12041"/>
                    <a:pt x="12800" y="12684"/>
                    <a:pt x="11200" y="13420"/>
                  </a:cubicBezTo>
                  <a:cubicBezTo>
                    <a:pt x="9600" y="14155"/>
                    <a:pt x="7200" y="14982"/>
                    <a:pt x="5600" y="15702"/>
                  </a:cubicBezTo>
                  <a:cubicBezTo>
                    <a:pt x="4000" y="16422"/>
                    <a:pt x="3200" y="17035"/>
                    <a:pt x="2400" y="17770"/>
                  </a:cubicBezTo>
                  <a:cubicBezTo>
                    <a:pt x="1600" y="18506"/>
                    <a:pt x="800" y="19363"/>
                    <a:pt x="400" y="20022"/>
                  </a:cubicBezTo>
                  <a:cubicBezTo>
                    <a:pt x="0" y="20681"/>
                    <a:pt x="0" y="2114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5" name="Línea"/>
            <p:cNvSpPr/>
            <p:nvPr/>
          </p:nvSpPr>
          <p:spPr>
            <a:xfrm>
              <a:off x="6825798" y="1105273"/>
              <a:ext cx="58789" cy="2344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4" h="21600" fill="norm" stroke="1" extrusionOk="0">
                  <a:moveTo>
                    <a:pt x="14400" y="0"/>
                  </a:moveTo>
                  <a:cubicBezTo>
                    <a:pt x="16800" y="668"/>
                    <a:pt x="19200" y="1337"/>
                    <a:pt x="20400" y="2187"/>
                  </a:cubicBezTo>
                  <a:cubicBezTo>
                    <a:pt x="21600" y="3038"/>
                    <a:pt x="21600" y="4071"/>
                    <a:pt x="21000" y="5134"/>
                  </a:cubicBezTo>
                  <a:cubicBezTo>
                    <a:pt x="20400" y="6197"/>
                    <a:pt x="19200" y="7291"/>
                    <a:pt x="18000" y="8157"/>
                  </a:cubicBezTo>
                  <a:cubicBezTo>
                    <a:pt x="16800" y="9023"/>
                    <a:pt x="15600" y="9661"/>
                    <a:pt x="13800" y="10284"/>
                  </a:cubicBezTo>
                  <a:cubicBezTo>
                    <a:pt x="12000" y="10906"/>
                    <a:pt x="9600" y="11514"/>
                    <a:pt x="7800" y="12213"/>
                  </a:cubicBezTo>
                  <a:cubicBezTo>
                    <a:pt x="6000" y="12911"/>
                    <a:pt x="4800" y="13701"/>
                    <a:pt x="3600" y="14491"/>
                  </a:cubicBezTo>
                  <a:cubicBezTo>
                    <a:pt x="2400" y="15281"/>
                    <a:pt x="1200" y="16071"/>
                    <a:pt x="600" y="17073"/>
                  </a:cubicBezTo>
                  <a:cubicBezTo>
                    <a:pt x="0" y="18076"/>
                    <a:pt x="0" y="19291"/>
                    <a:pt x="0" y="19975"/>
                  </a:cubicBezTo>
                  <a:cubicBezTo>
                    <a:pt x="0" y="20658"/>
                    <a:pt x="0" y="20810"/>
                    <a:pt x="0" y="20992"/>
                  </a:cubicBezTo>
                  <a:cubicBezTo>
                    <a:pt x="0" y="21175"/>
                    <a:pt x="0" y="21387"/>
                    <a:pt x="0" y="21494"/>
                  </a:cubicBezTo>
                  <a:cubicBezTo>
                    <a:pt x="0" y="21600"/>
                    <a:pt x="0" y="21600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6" name="Línea"/>
            <p:cNvSpPr/>
            <p:nvPr/>
          </p:nvSpPr>
          <p:spPr>
            <a:xfrm>
              <a:off x="7083001" y="976671"/>
              <a:ext cx="29678" cy="2245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19200" y="1078"/>
                    <a:pt x="16800" y="2157"/>
                    <a:pt x="15600" y="3394"/>
                  </a:cubicBezTo>
                  <a:cubicBezTo>
                    <a:pt x="14400" y="4631"/>
                    <a:pt x="14400" y="6026"/>
                    <a:pt x="14400" y="7343"/>
                  </a:cubicBezTo>
                  <a:cubicBezTo>
                    <a:pt x="14400" y="8659"/>
                    <a:pt x="14400" y="9896"/>
                    <a:pt x="14400" y="11212"/>
                  </a:cubicBezTo>
                  <a:cubicBezTo>
                    <a:pt x="14400" y="12529"/>
                    <a:pt x="14400" y="13924"/>
                    <a:pt x="13200" y="14971"/>
                  </a:cubicBezTo>
                  <a:cubicBezTo>
                    <a:pt x="12000" y="16018"/>
                    <a:pt x="9600" y="16715"/>
                    <a:pt x="7200" y="17381"/>
                  </a:cubicBezTo>
                  <a:cubicBezTo>
                    <a:pt x="4800" y="18048"/>
                    <a:pt x="2400" y="18682"/>
                    <a:pt x="1200" y="19380"/>
                  </a:cubicBezTo>
                  <a:cubicBezTo>
                    <a:pt x="0" y="20078"/>
                    <a:pt x="0" y="20839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7" name="Línea"/>
            <p:cNvSpPr/>
            <p:nvPr/>
          </p:nvSpPr>
          <p:spPr>
            <a:xfrm>
              <a:off x="7340205" y="739252"/>
              <a:ext cx="29678" cy="22851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cubicBezTo>
                    <a:pt x="21600" y="1247"/>
                    <a:pt x="21600" y="2494"/>
                    <a:pt x="21600" y="3787"/>
                  </a:cubicBezTo>
                  <a:cubicBezTo>
                    <a:pt x="21600" y="5081"/>
                    <a:pt x="21600" y="6421"/>
                    <a:pt x="21600" y="7777"/>
                  </a:cubicBezTo>
                  <a:cubicBezTo>
                    <a:pt x="21600" y="9132"/>
                    <a:pt x="21600" y="10504"/>
                    <a:pt x="20400" y="11595"/>
                  </a:cubicBezTo>
                  <a:cubicBezTo>
                    <a:pt x="19200" y="12686"/>
                    <a:pt x="16800" y="13496"/>
                    <a:pt x="14400" y="14260"/>
                  </a:cubicBezTo>
                  <a:cubicBezTo>
                    <a:pt x="12000" y="15023"/>
                    <a:pt x="9600" y="15740"/>
                    <a:pt x="7200" y="16488"/>
                  </a:cubicBezTo>
                  <a:cubicBezTo>
                    <a:pt x="4800" y="17236"/>
                    <a:pt x="2400" y="18016"/>
                    <a:pt x="1200" y="18873"/>
                  </a:cubicBezTo>
                  <a:cubicBezTo>
                    <a:pt x="0" y="19730"/>
                    <a:pt x="0" y="20665"/>
                    <a:pt x="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8" name="Línea"/>
            <p:cNvSpPr/>
            <p:nvPr/>
          </p:nvSpPr>
          <p:spPr>
            <a:xfrm>
              <a:off x="7548359" y="561187"/>
              <a:ext cx="19373" cy="2384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21150" y="0"/>
                  </a:moveTo>
                  <a:cubicBezTo>
                    <a:pt x="21150" y="1076"/>
                    <a:pt x="21150" y="2151"/>
                    <a:pt x="21150" y="3331"/>
                  </a:cubicBezTo>
                  <a:cubicBezTo>
                    <a:pt x="21150" y="4511"/>
                    <a:pt x="21150" y="5796"/>
                    <a:pt x="19350" y="6886"/>
                  </a:cubicBezTo>
                  <a:cubicBezTo>
                    <a:pt x="17550" y="7977"/>
                    <a:pt x="13950" y="8873"/>
                    <a:pt x="10350" y="9754"/>
                  </a:cubicBezTo>
                  <a:cubicBezTo>
                    <a:pt x="6750" y="10636"/>
                    <a:pt x="3150" y="11502"/>
                    <a:pt x="1350" y="12428"/>
                  </a:cubicBezTo>
                  <a:cubicBezTo>
                    <a:pt x="-450" y="13354"/>
                    <a:pt x="-450" y="14340"/>
                    <a:pt x="1350" y="15281"/>
                  </a:cubicBezTo>
                  <a:cubicBezTo>
                    <a:pt x="3150" y="16222"/>
                    <a:pt x="6750" y="17119"/>
                    <a:pt x="10350" y="18000"/>
                  </a:cubicBezTo>
                  <a:cubicBezTo>
                    <a:pt x="13950" y="18881"/>
                    <a:pt x="17550" y="19748"/>
                    <a:pt x="19350" y="20345"/>
                  </a:cubicBezTo>
                  <a:cubicBezTo>
                    <a:pt x="21150" y="20943"/>
                    <a:pt x="21150" y="21271"/>
                    <a:pt x="21150" y="21600"/>
                  </a:cubicBezTo>
                </a:path>
              </a:pathLst>
            </a:custGeom>
            <a:noFill/>
            <a:ln w="46513" cap="rnd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39" name="Línea"/>
            <p:cNvSpPr/>
            <p:nvPr/>
          </p:nvSpPr>
          <p:spPr>
            <a:xfrm>
              <a:off x="7824935" y="373231"/>
              <a:ext cx="1394838" cy="139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20579" y="20477"/>
                    <a:pt x="19557" y="19353"/>
                    <a:pt x="18511" y="18255"/>
                  </a:cubicBezTo>
                  <a:cubicBezTo>
                    <a:pt x="17464" y="17157"/>
                    <a:pt x="16391" y="16085"/>
                    <a:pt x="15549" y="15217"/>
                  </a:cubicBezTo>
                  <a:cubicBezTo>
                    <a:pt x="14706" y="14349"/>
                    <a:pt x="14094" y="13685"/>
                    <a:pt x="13379" y="12945"/>
                  </a:cubicBezTo>
                  <a:cubicBezTo>
                    <a:pt x="12664" y="12204"/>
                    <a:pt x="11847" y="11387"/>
                    <a:pt x="10928" y="10494"/>
                  </a:cubicBezTo>
                  <a:cubicBezTo>
                    <a:pt x="10009" y="9600"/>
                    <a:pt x="8987" y="8630"/>
                    <a:pt x="7966" y="7634"/>
                  </a:cubicBezTo>
                  <a:cubicBezTo>
                    <a:pt x="6945" y="6638"/>
                    <a:pt x="5923" y="5617"/>
                    <a:pt x="5132" y="4851"/>
                  </a:cubicBezTo>
                  <a:cubicBezTo>
                    <a:pt x="4340" y="4085"/>
                    <a:pt x="3779" y="3574"/>
                    <a:pt x="3217" y="3064"/>
                  </a:cubicBezTo>
                  <a:cubicBezTo>
                    <a:pt x="2655" y="2553"/>
                    <a:pt x="2094" y="2043"/>
                    <a:pt x="1557" y="1532"/>
                  </a:cubicBezTo>
                  <a:cubicBezTo>
                    <a:pt x="1021" y="1021"/>
                    <a:pt x="511" y="511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0" name="Línea"/>
            <p:cNvSpPr/>
            <p:nvPr/>
          </p:nvSpPr>
          <p:spPr>
            <a:xfrm>
              <a:off x="6034400" y="363338"/>
              <a:ext cx="1731181" cy="514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823" y="20769"/>
                    <a:pt x="1646" y="19938"/>
                    <a:pt x="2880" y="18969"/>
                  </a:cubicBezTo>
                  <a:cubicBezTo>
                    <a:pt x="4114" y="18000"/>
                    <a:pt x="5760" y="16892"/>
                    <a:pt x="7056" y="15923"/>
                  </a:cubicBezTo>
                  <a:cubicBezTo>
                    <a:pt x="8352" y="14954"/>
                    <a:pt x="9298" y="14123"/>
                    <a:pt x="10245" y="13292"/>
                  </a:cubicBezTo>
                  <a:cubicBezTo>
                    <a:pt x="11191" y="12462"/>
                    <a:pt x="12137" y="11631"/>
                    <a:pt x="13145" y="10523"/>
                  </a:cubicBezTo>
                  <a:cubicBezTo>
                    <a:pt x="14153" y="9415"/>
                    <a:pt x="15223" y="8031"/>
                    <a:pt x="15963" y="7062"/>
                  </a:cubicBezTo>
                  <a:cubicBezTo>
                    <a:pt x="16704" y="6092"/>
                    <a:pt x="17115" y="5538"/>
                    <a:pt x="17733" y="4777"/>
                  </a:cubicBezTo>
                  <a:cubicBezTo>
                    <a:pt x="18350" y="4015"/>
                    <a:pt x="19173" y="3046"/>
                    <a:pt x="19851" y="2215"/>
                  </a:cubicBezTo>
                  <a:cubicBezTo>
                    <a:pt x="20530" y="1385"/>
                    <a:pt x="21065" y="692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1" name="Línea"/>
            <p:cNvSpPr/>
            <p:nvPr/>
          </p:nvSpPr>
          <p:spPr>
            <a:xfrm>
              <a:off x="5965153" y="2252798"/>
              <a:ext cx="158280" cy="79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050" y="3600"/>
                    <a:pt x="8100" y="7200"/>
                    <a:pt x="11700" y="10800"/>
                  </a:cubicBezTo>
                  <a:cubicBezTo>
                    <a:pt x="15300" y="14400"/>
                    <a:pt x="18450" y="18000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2" name="Línea"/>
            <p:cNvSpPr/>
            <p:nvPr/>
          </p:nvSpPr>
          <p:spPr>
            <a:xfrm>
              <a:off x="7686440" y="2688066"/>
              <a:ext cx="29679" cy="98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3" name="Línea"/>
            <p:cNvSpPr/>
            <p:nvPr/>
          </p:nvSpPr>
          <p:spPr>
            <a:xfrm>
              <a:off x="7726011" y="2697959"/>
              <a:ext cx="189720" cy="73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7" h="21013" fill="norm" stroke="1" extrusionOk="0">
                  <a:moveTo>
                    <a:pt x="7821" y="0"/>
                  </a:moveTo>
                  <a:cubicBezTo>
                    <a:pt x="11172" y="4696"/>
                    <a:pt x="14524" y="9391"/>
                    <a:pt x="17131" y="13148"/>
                  </a:cubicBezTo>
                  <a:cubicBezTo>
                    <a:pt x="19738" y="16904"/>
                    <a:pt x="21600" y="19722"/>
                    <a:pt x="21414" y="20661"/>
                  </a:cubicBezTo>
                  <a:cubicBezTo>
                    <a:pt x="21228" y="21600"/>
                    <a:pt x="18993" y="20661"/>
                    <a:pt x="15083" y="17843"/>
                  </a:cubicBezTo>
                  <a:cubicBezTo>
                    <a:pt x="11172" y="15026"/>
                    <a:pt x="5586" y="10330"/>
                    <a:pt x="0" y="5635"/>
                  </a:cubicBezTo>
                </a:path>
              </a:pathLst>
            </a:custGeom>
            <a:noFill/>
            <a:ln w="46513" cap="rnd">
              <a:solidFill>
                <a:srgbClr val="D357FE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4" name="Línea"/>
            <p:cNvSpPr/>
            <p:nvPr/>
          </p:nvSpPr>
          <p:spPr>
            <a:xfrm>
              <a:off x="9041708" y="867854"/>
              <a:ext cx="830967" cy="1078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cubicBezTo>
                    <a:pt x="0" y="21270"/>
                    <a:pt x="0" y="20939"/>
                    <a:pt x="386" y="20312"/>
                  </a:cubicBezTo>
                  <a:cubicBezTo>
                    <a:pt x="771" y="19684"/>
                    <a:pt x="1543" y="18760"/>
                    <a:pt x="2486" y="17736"/>
                  </a:cubicBezTo>
                  <a:cubicBezTo>
                    <a:pt x="3429" y="16712"/>
                    <a:pt x="4543" y="15589"/>
                    <a:pt x="5700" y="14499"/>
                  </a:cubicBezTo>
                  <a:cubicBezTo>
                    <a:pt x="6857" y="13409"/>
                    <a:pt x="8057" y="12352"/>
                    <a:pt x="9086" y="11394"/>
                  </a:cubicBezTo>
                  <a:cubicBezTo>
                    <a:pt x="10114" y="10437"/>
                    <a:pt x="10971" y="9578"/>
                    <a:pt x="11871" y="8818"/>
                  </a:cubicBezTo>
                  <a:cubicBezTo>
                    <a:pt x="12771" y="8059"/>
                    <a:pt x="13714" y="7398"/>
                    <a:pt x="14957" y="6242"/>
                  </a:cubicBezTo>
                  <a:cubicBezTo>
                    <a:pt x="16200" y="5086"/>
                    <a:pt x="17743" y="3435"/>
                    <a:pt x="18900" y="2312"/>
                  </a:cubicBezTo>
                  <a:cubicBezTo>
                    <a:pt x="20057" y="1189"/>
                    <a:pt x="20829" y="594"/>
                    <a:pt x="2160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5" name="Línea"/>
            <p:cNvSpPr/>
            <p:nvPr/>
          </p:nvSpPr>
          <p:spPr>
            <a:xfrm>
              <a:off x="8962569" y="3380539"/>
              <a:ext cx="732042" cy="10090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849" y="1765"/>
                    <a:pt x="3697" y="3529"/>
                    <a:pt x="5157" y="5012"/>
                  </a:cubicBezTo>
                  <a:cubicBezTo>
                    <a:pt x="6616" y="6494"/>
                    <a:pt x="7686" y="7694"/>
                    <a:pt x="8757" y="8788"/>
                  </a:cubicBezTo>
                  <a:cubicBezTo>
                    <a:pt x="9827" y="9882"/>
                    <a:pt x="10897" y="10871"/>
                    <a:pt x="12211" y="12071"/>
                  </a:cubicBezTo>
                  <a:cubicBezTo>
                    <a:pt x="13524" y="13271"/>
                    <a:pt x="15081" y="14682"/>
                    <a:pt x="16443" y="16094"/>
                  </a:cubicBezTo>
                  <a:cubicBezTo>
                    <a:pt x="17805" y="17506"/>
                    <a:pt x="18973" y="18918"/>
                    <a:pt x="19800" y="19835"/>
                  </a:cubicBezTo>
                  <a:cubicBezTo>
                    <a:pt x="20627" y="20753"/>
                    <a:pt x="21114" y="21176"/>
                    <a:pt x="21600" y="2160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  <p:sp>
          <p:nvSpPr>
            <p:cNvPr id="1946" name="Línea"/>
            <p:cNvSpPr/>
            <p:nvPr/>
          </p:nvSpPr>
          <p:spPr>
            <a:xfrm>
              <a:off x="9842997" y="1896670"/>
              <a:ext cx="29678" cy="9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46513" cap="rnd">
              <a:solidFill>
                <a:srgbClr val="01C7FC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defTabSz="457200">
                <a:lnSpc>
                  <a:spcPct val="100000"/>
                </a:lnSpc>
                <a:spcBef>
                  <a:spcPts val="0"/>
                </a:spcBef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</a:p>
          </p:txBody>
        </p:sp>
      </p:grpSp>
      <p:sp>
        <p:nvSpPr>
          <p:cNvPr id="1948" name="With (MANY) examples! from the entire internet"/>
          <p:cNvSpPr txBox="1"/>
          <p:nvPr/>
        </p:nvSpPr>
        <p:spPr>
          <a:xfrm>
            <a:off x="885556" y="577426"/>
            <a:ext cx="7419198" cy="1630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With (MANY) examples! </a:t>
            </a:r>
            <a:r>
              <a:rPr i="1" sz="4500">
                <a:latin typeface="Avenir Next Regular"/>
                <a:ea typeface="Avenir Next Regular"/>
                <a:cs typeface="Avenir Next Regular"/>
                <a:sym typeface="Avenir Next Regular"/>
              </a:rPr>
              <a:t>from the entire internet</a:t>
            </a:r>
          </a:p>
        </p:txBody>
      </p:sp>
      <p:sp>
        <p:nvSpPr>
          <p:cNvPr id="1949" name="The candles drifted higher as the hall filled with whispers, their flames trembling like they were listening. A young wizard tightened his grip on his wand, feeling magic hum beneath his skin as the doors slowly creaked open. Somewhere above, a staircase"/>
          <p:cNvSpPr txBox="1"/>
          <p:nvPr/>
        </p:nvSpPr>
        <p:spPr>
          <a:xfrm>
            <a:off x="14575235" y="1762842"/>
            <a:ext cx="8834641" cy="238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candles drifted higher as the hall filled with whispers, their flames trembling like they were listening. A young wizard tightened his grip on his </a:t>
            </a:r>
            <a:r>
              <a:rPr b="1" sz="2900">
                <a:solidFill>
                  <a:schemeClr val="accent4">
                    <a:hueOff val="475731"/>
                    <a:satOff val="-4338"/>
                    <a:lumOff val="10182"/>
                  </a:schemeClr>
                </a:solidFill>
              </a:rPr>
              <a:t>wand</a:t>
            </a:r>
            <a:r>
              <a:t>, feeling magic hum beneath his skin as the doors slowly creaked open. Somewhere above, a staircase shifted, rearranging itself as if amused by the newcomers’ nerves. It felt like the castle itself was watching, quietly deciding what kind of night this would be.</a:t>
            </a:r>
          </a:p>
        </p:txBody>
      </p:sp>
      <p:sp>
        <p:nvSpPr>
          <p:cNvPr id="1950" name="Rectángulo redondeado"/>
          <p:cNvSpPr/>
          <p:nvPr/>
        </p:nvSpPr>
        <p:spPr>
          <a:xfrm>
            <a:off x="14339320" y="1640641"/>
            <a:ext cx="9306471" cy="2708204"/>
          </a:xfrm>
          <a:prstGeom prst="roundRect">
            <a:avLst>
              <a:gd name="adj" fmla="val 7034"/>
            </a:avLst>
          </a:prstGeom>
          <a:ln w="25400">
            <a:solidFill>
              <a:srgbClr val="6ED59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1" name="Example text"/>
          <p:cNvSpPr txBox="1"/>
          <p:nvPr/>
        </p:nvSpPr>
        <p:spPr>
          <a:xfrm>
            <a:off x="14352792" y="907272"/>
            <a:ext cx="3003881" cy="67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>
                <a:solidFill>
                  <a:srgbClr val="6DD594"/>
                </a:solidFill>
              </a:defRPr>
            </a:lvl1pPr>
          </a:lstStyle>
          <a:p>
            <a:pPr/>
            <a:r>
              <a:t>Example text</a:t>
            </a:r>
          </a:p>
        </p:txBody>
      </p:sp>
      <p:sp>
        <p:nvSpPr>
          <p:cNvPr id="1952" name="Línea"/>
          <p:cNvSpPr/>
          <p:nvPr/>
        </p:nvSpPr>
        <p:spPr>
          <a:xfrm>
            <a:off x="5461864" y="4856334"/>
            <a:ext cx="9061988" cy="1483312"/>
          </a:xfrm>
          <a:prstGeom prst="line">
            <a:avLst/>
          </a:prstGeom>
          <a:ln w="889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53" name="Do one pass: predict a word"/>
          <p:cNvSpPr txBox="1"/>
          <p:nvPr/>
        </p:nvSpPr>
        <p:spPr>
          <a:xfrm>
            <a:off x="14987604" y="5923010"/>
            <a:ext cx="800990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Do one pass: predict a word</a:t>
            </a:r>
          </a:p>
        </p:txBody>
      </p:sp>
      <p:sp>
        <p:nvSpPr>
          <p:cNvPr id="1954" name="Check how well it did"/>
          <p:cNvSpPr txBox="1"/>
          <p:nvPr/>
        </p:nvSpPr>
        <p:spPr>
          <a:xfrm>
            <a:off x="16022637" y="8424275"/>
            <a:ext cx="8009904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Check how well it did</a:t>
            </a:r>
          </a:p>
        </p:txBody>
      </p:sp>
      <p:sp>
        <p:nvSpPr>
          <p:cNvPr id="1955" name="Óvalo"/>
          <p:cNvSpPr/>
          <p:nvPr/>
        </p:nvSpPr>
        <p:spPr>
          <a:xfrm>
            <a:off x="16236239" y="2448331"/>
            <a:ext cx="1270001" cy="671933"/>
          </a:xfrm>
          <a:prstGeom prst="ellipse">
            <a:avLst/>
          </a:prstGeom>
          <a:ln w="88900">
            <a:solidFill>
              <a:schemeClr val="accent4">
                <a:hueOff val="475731"/>
                <a:satOff val="-4338"/>
                <a:lumOff val="1018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6" name="Based on that, update ALL parameters (change pink matrices with numbers)"/>
          <p:cNvSpPr txBox="1"/>
          <p:nvPr/>
        </p:nvSpPr>
        <p:spPr>
          <a:xfrm>
            <a:off x="12894008" y="11509012"/>
            <a:ext cx="10703549" cy="157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solidFill>
                  <a:srgbClr val="C45FF6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Based on that, update ALL parameters</a:t>
            </a:r>
            <a:br/>
            <a:r>
              <a:rPr i="1" sz="4200">
                <a:latin typeface="Avenir Next Regular"/>
                <a:ea typeface="Avenir Next Regular"/>
                <a:cs typeface="Avenir Next Regular"/>
                <a:sym typeface="Avenir Next Regular"/>
              </a:rPr>
              <a:t>(change pink matrices with numbers)</a:t>
            </a:r>
          </a:p>
        </p:txBody>
      </p:sp>
      <p:sp>
        <p:nvSpPr>
          <p:cNvPr id="1957" name="Línea"/>
          <p:cNvSpPr/>
          <p:nvPr/>
        </p:nvSpPr>
        <p:spPr>
          <a:xfrm flipH="1" flipV="1">
            <a:off x="2897555" y="10133726"/>
            <a:ext cx="9509428" cy="1949410"/>
          </a:xfrm>
          <a:prstGeom prst="line">
            <a:avLst/>
          </a:prstGeom>
          <a:ln w="88900">
            <a:solidFill>
              <a:srgbClr val="C35FF5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+ Reinforcement Learning with human feedback"/>
          <p:cNvSpPr txBox="1"/>
          <p:nvPr/>
        </p:nvSpPr>
        <p:spPr>
          <a:xfrm>
            <a:off x="4870860" y="2195047"/>
            <a:ext cx="1381288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C45FF6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+ Reinforcement Learning with human feedback</a:t>
            </a:r>
          </a:p>
        </p:txBody>
      </p:sp>
      <p:sp>
        <p:nvSpPr>
          <p:cNvPr id="1960" name="People check the answers and give a positive reward if they feel they “sound human”"/>
          <p:cNvSpPr txBox="1"/>
          <p:nvPr/>
        </p:nvSpPr>
        <p:spPr>
          <a:xfrm>
            <a:off x="6828545" y="6453852"/>
            <a:ext cx="14105472" cy="1694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People check the answers and give a positive reward if they feel they “sound human”</a:t>
            </a:r>
          </a:p>
        </p:txBody>
      </p:sp>
      <p:sp>
        <p:nvSpPr>
          <p:cNvPr id="1961" name="Pulgar hacia arriba"/>
          <p:cNvSpPr/>
          <p:nvPr/>
        </p:nvSpPr>
        <p:spPr>
          <a:xfrm>
            <a:off x="4876857" y="6308909"/>
            <a:ext cx="1209119" cy="13255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30" h="21599" fill="norm" stroke="1" extrusionOk="0">
                <a:moveTo>
                  <a:pt x="8533" y="0"/>
                </a:moveTo>
                <a:cubicBezTo>
                  <a:pt x="8363" y="1"/>
                  <a:pt x="8192" y="58"/>
                  <a:pt x="8054" y="179"/>
                </a:cubicBezTo>
                <a:cubicBezTo>
                  <a:pt x="7531" y="638"/>
                  <a:pt x="6970" y="1441"/>
                  <a:pt x="7087" y="2734"/>
                </a:cubicBezTo>
                <a:cubicBezTo>
                  <a:pt x="7292" y="4997"/>
                  <a:pt x="9344" y="5714"/>
                  <a:pt x="7908" y="8149"/>
                </a:cubicBezTo>
                <a:cubicBezTo>
                  <a:pt x="7908" y="8149"/>
                  <a:pt x="6742" y="8020"/>
                  <a:pt x="4459" y="8430"/>
                </a:cubicBezTo>
                <a:cubicBezTo>
                  <a:pt x="2536" y="8776"/>
                  <a:pt x="1728" y="8552"/>
                  <a:pt x="884" y="8969"/>
                </a:cubicBezTo>
                <a:cubicBezTo>
                  <a:pt x="-570" y="9687"/>
                  <a:pt x="-101" y="11442"/>
                  <a:pt x="1349" y="12003"/>
                </a:cubicBezTo>
                <a:cubicBezTo>
                  <a:pt x="110" y="12750"/>
                  <a:pt x="-255" y="14477"/>
                  <a:pt x="1873" y="15239"/>
                </a:cubicBezTo>
                <a:cubicBezTo>
                  <a:pt x="682" y="16392"/>
                  <a:pt x="668" y="17858"/>
                  <a:pt x="2539" y="18352"/>
                </a:cubicBezTo>
                <a:cubicBezTo>
                  <a:pt x="1295" y="19566"/>
                  <a:pt x="2436" y="21027"/>
                  <a:pt x="3759" y="21027"/>
                </a:cubicBezTo>
                <a:cubicBezTo>
                  <a:pt x="13755" y="21027"/>
                  <a:pt x="12101" y="20342"/>
                  <a:pt x="15234" y="20342"/>
                </a:cubicBezTo>
                <a:cubicBezTo>
                  <a:pt x="18665" y="20342"/>
                  <a:pt x="21030" y="21599"/>
                  <a:pt x="21030" y="21599"/>
                </a:cubicBezTo>
                <a:lnTo>
                  <a:pt x="21030" y="11829"/>
                </a:lnTo>
                <a:cubicBezTo>
                  <a:pt x="21030" y="11829"/>
                  <a:pt x="18103" y="11058"/>
                  <a:pt x="16154" y="10113"/>
                </a:cubicBezTo>
                <a:cubicBezTo>
                  <a:pt x="15350" y="9722"/>
                  <a:pt x="14504" y="9210"/>
                  <a:pt x="13676" y="6613"/>
                </a:cubicBezTo>
                <a:cubicBezTo>
                  <a:pt x="12912" y="4218"/>
                  <a:pt x="11140" y="3961"/>
                  <a:pt x="10515" y="2980"/>
                </a:cubicBezTo>
                <a:cubicBezTo>
                  <a:pt x="10128" y="2452"/>
                  <a:pt x="9578" y="1231"/>
                  <a:pt x="9220" y="425"/>
                </a:cubicBezTo>
                <a:cubicBezTo>
                  <a:pt x="9099" y="153"/>
                  <a:pt x="8817" y="-1"/>
                  <a:pt x="853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PT 3"/>
          <p:cNvSpPr txBox="1"/>
          <p:nvPr/>
        </p:nvSpPr>
        <p:spPr>
          <a:xfrm>
            <a:off x="2138242" y="2784881"/>
            <a:ext cx="2298295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GPT 3</a:t>
            </a:r>
          </a:p>
        </p:txBody>
      </p:sp>
      <p:sp>
        <p:nvSpPr>
          <p:cNvPr id="1964" name="173.181.291.520 parameters     (173 billion!)"/>
          <p:cNvSpPr txBox="1"/>
          <p:nvPr/>
        </p:nvSpPr>
        <p:spPr>
          <a:xfrm>
            <a:off x="6604865" y="2918231"/>
            <a:ext cx="1192591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rgbClr val="ED53FF"/>
                </a:solidFill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173.181.291.520 parameters     (173 billion!)</a:t>
            </a:r>
          </a:p>
        </p:txBody>
      </p:sp>
      <p:sp>
        <p:nvSpPr>
          <p:cNvPr id="1965" name="GPT 5"/>
          <p:cNvSpPr txBox="1"/>
          <p:nvPr/>
        </p:nvSpPr>
        <p:spPr>
          <a:xfrm>
            <a:off x="2088065" y="5025618"/>
            <a:ext cx="2435658" cy="120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GPT 5</a:t>
            </a:r>
          </a:p>
        </p:txBody>
      </p:sp>
      <p:sp>
        <p:nvSpPr>
          <p:cNvPr id="1966" name="1,7 - 1,8 trillion (estimate - not published)…"/>
          <p:cNvSpPr txBox="1"/>
          <p:nvPr/>
        </p:nvSpPr>
        <p:spPr>
          <a:xfrm>
            <a:off x="6554689" y="5137378"/>
            <a:ext cx="15400529" cy="2125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i="1">
                <a:solidFill>
                  <a:srgbClr val="ED53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1,7 - 1,8 trillion (estimate - not published)</a:t>
            </a:r>
          </a:p>
          <a:p>
            <a:pPr>
              <a:defRPr b="1" i="1" sz="4000">
                <a:solidFill>
                  <a:srgbClr val="E6FF38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If I stack 1,7 trillion sheets of paper, I get halfway to the Moon!</a:t>
            </a:r>
          </a:p>
        </p:txBody>
      </p:sp>
      <p:sp>
        <p:nvSpPr>
          <p:cNvPr id="1967" name="A lot of energy to train them! (GPT 3*:  1.287 MWh = approx. 120 US homes for a year)"/>
          <p:cNvSpPr txBox="1"/>
          <p:nvPr/>
        </p:nvSpPr>
        <p:spPr>
          <a:xfrm>
            <a:off x="2009858" y="8317471"/>
            <a:ext cx="18222659" cy="1983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5700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A lot of energy to train them!</a:t>
            </a:r>
            <a:br/>
            <a:r>
              <a:t>(GPT 3*:  1.287 MWh = approx. 120 US homes for a year)</a:t>
            </a:r>
          </a:p>
        </p:txBody>
      </p:sp>
      <p:sp>
        <p:nvSpPr>
          <p:cNvPr id="1968" name="* Data from here"/>
          <p:cNvSpPr txBox="1"/>
          <p:nvPr/>
        </p:nvSpPr>
        <p:spPr>
          <a:xfrm>
            <a:off x="19912533" y="12410270"/>
            <a:ext cx="414627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4200">
                <a:solidFill>
                  <a:srgbClr val="A9A9A9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* Data from </a:t>
            </a:r>
            <a:r>
              <a:rPr u="sng">
                <a:hlinkClick r:id="rId2" invalidUrl="" action="" tgtFrame="" tooltip="" history="1" highlightClick="0" endSnd="0"/>
              </a:rPr>
              <a:t>here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Current models also use external access to the internet, or to other programs like Python to do maths, or more complex tasks."/>
          <p:cNvSpPr txBox="1"/>
          <p:nvPr/>
        </p:nvSpPr>
        <p:spPr>
          <a:xfrm>
            <a:off x="2485994" y="5260339"/>
            <a:ext cx="19412013" cy="3195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6400"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Current models also use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external access to the internet, or to other programs</a:t>
            </a:r>
            <a:r>
              <a:t> like Python to do maths, or more complex tasks.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References"/>
          <p:cNvSpPr txBox="1"/>
          <p:nvPr>
            <p:ph type="body" sz="half" idx="1"/>
          </p:nvPr>
        </p:nvSpPr>
        <p:spPr>
          <a:xfrm>
            <a:off x="1206500" y="424974"/>
            <a:ext cx="21971000" cy="3874313"/>
          </a:xfrm>
          <a:prstGeom prst="rect">
            <a:avLst/>
          </a:prstGeom>
        </p:spPr>
        <p:txBody>
          <a:bodyPr/>
          <a:lstStyle>
            <a:lvl1pPr algn="l">
              <a:defRPr spc="-159" sz="8000"/>
            </a:lvl1pPr>
          </a:lstStyle>
          <a:p>
            <a:pPr/>
            <a:r>
              <a:t>References</a:t>
            </a:r>
          </a:p>
        </p:txBody>
      </p:sp>
      <p:sp>
        <p:nvSpPr>
          <p:cNvPr id="1973" name="Material inspired by this series of videos  from 3Blue1Brown"/>
          <p:cNvSpPr txBox="1"/>
          <p:nvPr/>
        </p:nvSpPr>
        <p:spPr>
          <a:xfrm>
            <a:off x="3116738" y="3974062"/>
            <a:ext cx="1805293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Material inspired by </a:t>
            </a:r>
            <a:r>
              <a:rPr u="sng">
                <a:hlinkClick r:id="rId2" invalidUrl="" action="" tgtFrame="" tooltip="" history="1" highlightClick="0" endSnd="0"/>
              </a:rPr>
              <a:t>this series of videos</a:t>
            </a:r>
            <a:r>
              <a:t>  from 3Blue1Brown</a:t>
            </a:r>
          </a:p>
        </p:txBody>
      </p:sp>
      <p:sp>
        <p:nvSpPr>
          <p:cNvPr id="1974" name="Cho et al., “Transformer Explainer: Interactive Learning of Text-Generative Models”, arXiv:2408.04619. Simulation and explanation, with video here ."/>
          <p:cNvSpPr txBox="1"/>
          <p:nvPr/>
        </p:nvSpPr>
        <p:spPr>
          <a:xfrm>
            <a:off x="3116738" y="5849309"/>
            <a:ext cx="18052939" cy="2448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pPr>
            <a:r>
              <a:t>Cho et al., “Transformer Explainer: Interactive Learning of Text-Generative Models”, arXiv:2408.04619. Simulation and explanation, with video </a:t>
            </a:r>
            <a:r>
              <a:rPr u="sng">
                <a:hlinkClick r:id="rId3" invalidUrl="" action="" tgtFrame="" tooltip="" history="1" highlightClick="0" endSnd="0"/>
              </a:rPr>
              <a:t>here</a:t>
            </a:r>
            <a:r>
              <a:t> .</a:t>
            </a:r>
          </a:p>
        </p:txBody>
      </p:sp>
      <p:sp>
        <p:nvSpPr>
          <p:cNvPr id="1975" name="Vaswani et al., “Attention is all you need”, arXiv:1706.03762."/>
          <p:cNvSpPr txBox="1"/>
          <p:nvPr/>
        </p:nvSpPr>
        <p:spPr>
          <a:xfrm>
            <a:off x="3116738" y="9987695"/>
            <a:ext cx="1805293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>
                <a:latin typeface="Avenir Next Ultra Light"/>
                <a:ea typeface="Avenir Next Ultra Light"/>
                <a:cs typeface="Avenir Next Ultra Light"/>
                <a:sym typeface="Avenir Next Ultra Light"/>
              </a:defRPr>
            </a:lvl1pPr>
          </a:lstStyle>
          <a:p>
            <a:pPr/>
            <a:r>
              <a:t>Vaswani et al., “Attention is all you need”, arXiv:1706.03762.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BE00FF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2_DynamicDark">
  <a:themeElements>
    <a:clrScheme name="32_DynamicDar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2_DynamicDar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2_Dynamic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